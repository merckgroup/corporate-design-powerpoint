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8" r:id="rId1"/>
  </p:sldMasterIdLst>
  <p:sldIdLst>
    <p:sldId id="265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90" d="100"/>
          <a:sy n="190" d="100"/>
        </p:scale>
        <p:origin x="3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oop Kumar" userId="9c51428f-e92d-4909-8f79-1e360bc4c3aa" providerId="ADAL" clId="{1E9FCA58-E07B-44D1-8DE6-F431E2553DF1}"/>
    <pc:docChg chg="addSld modSld sldOrd modMainMaster">
      <pc:chgData name="Anoop Kumar" userId="9c51428f-e92d-4909-8f79-1e360bc4c3aa" providerId="ADAL" clId="{1E9FCA58-E07B-44D1-8DE6-F431E2553DF1}" dt="2026-05-23T16:44:50.802" v="101"/>
      <pc:docMkLst>
        <pc:docMk/>
      </pc:docMkLst>
      <pc:sldChg chg="add">
        <pc:chgData name="Anoop Kumar" userId="9c51428f-e92d-4909-8f79-1e360bc4c3aa" providerId="ADAL" clId="{1E9FCA58-E07B-44D1-8DE6-F431E2553DF1}" dt="2026-05-23T16:43:33.885" v="0"/>
        <pc:sldMkLst>
          <pc:docMk/>
          <pc:sldMk cId="2404548835" sldId="257"/>
        </pc:sldMkLst>
      </pc:sldChg>
      <pc:sldChg chg="add ord modTransition">
        <pc:chgData name="Anoop Kumar" userId="9c51428f-e92d-4909-8f79-1e360bc4c3aa" providerId="ADAL" clId="{1E9FCA58-E07B-44D1-8DE6-F431E2553DF1}" dt="2026-05-23T16:43:37.084" v="20"/>
        <pc:sldMkLst>
          <pc:docMk/>
          <pc:sldMk cId="4229669860" sldId="258"/>
        </pc:sldMkLst>
      </pc:sldChg>
      <pc:sldChg chg="add">
        <pc:chgData name="Anoop Kumar" userId="9c51428f-e92d-4909-8f79-1e360bc4c3aa" providerId="ADAL" clId="{1E9FCA58-E07B-44D1-8DE6-F431E2553DF1}" dt="2026-05-23T16:43:35.997" v="10"/>
        <pc:sldMkLst>
          <pc:docMk/>
          <pc:sldMk cId="40337681" sldId="259"/>
        </pc:sldMkLst>
      </pc:sldChg>
      <pc:sldChg chg="add">
        <pc:chgData name="Anoop Kumar" userId="9c51428f-e92d-4909-8f79-1e360bc4c3aa" providerId="ADAL" clId="{1E9FCA58-E07B-44D1-8DE6-F431E2553DF1}" dt="2026-05-23T16:43:35.931" v="5"/>
        <pc:sldMkLst>
          <pc:docMk/>
          <pc:sldMk cId="94675090" sldId="259"/>
        </pc:sldMkLst>
      </pc:sldChg>
      <pc:sldChg chg="add">
        <pc:chgData name="Anoop Kumar" userId="9c51428f-e92d-4909-8f79-1e360bc4c3aa" providerId="ADAL" clId="{1E9FCA58-E07B-44D1-8DE6-F431E2553DF1}" dt="2026-05-23T16:43:51.899" v="21"/>
        <pc:sldMkLst>
          <pc:docMk/>
          <pc:sldMk cId="201157599" sldId="259"/>
        </pc:sldMkLst>
      </pc:sldChg>
      <pc:sldChg chg="add">
        <pc:chgData name="Anoop Kumar" userId="9c51428f-e92d-4909-8f79-1e360bc4c3aa" providerId="ADAL" clId="{1E9FCA58-E07B-44D1-8DE6-F431E2553DF1}" dt="2026-05-23T16:43:36.005" v="11"/>
        <pc:sldMkLst>
          <pc:docMk/>
          <pc:sldMk cId="640652150" sldId="259"/>
        </pc:sldMkLst>
      </pc:sldChg>
      <pc:sldChg chg="add">
        <pc:chgData name="Anoop Kumar" userId="9c51428f-e92d-4909-8f79-1e360bc4c3aa" providerId="ADAL" clId="{1E9FCA58-E07B-44D1-8DE6-F431E2553DF1}" dt="2026-05-23T16:43:35.990" v="9"/>
        <pc:sldMkLst>
          <pc:docMk/>
          <pc:sldMk cId="908320968" sldId="259"/>
        </pc:sldMkLst>
      </pc:sldChg>
      <pc:sldChg chg="add">
        <pc:chgData name="Anoop Kumar" userId="9c51428f-e92d-4909-8f79-1e360bc4c3aa" providerId="ADAL" clId="{1E9FCA58-E07B-44D1-8DE6-F431E2553DF1}" dt="2026-05-23T16:43:35.982" v="8"/>
        <pc:sldMkLst>
          <pc:docMk/>
          <pc:sldMk cId="1334114865" sldId="259"/>
        </pc:sldMkLst>
      </pc:sldChg>
      <pc:sldChg chg="add">
        <pc:chgData name="Anoop Kumar" userId="9c51428f-e92d-4909-8f79-1e360bc4c3aa" providerId="ADAL" clId="{1E9FCA58-E07B-44D1-8DE6-F431E2553DF1}" dt="2026-05-23T16:43:35.945" v="6"/>
        <pc:sldMkLst>
          <pc:docMk/>
          <pc:sldMk cId="2159251484" sldId="259"/>
        </pc:sldMkLst>
      </pc:sldChg>
      <pc:sldChg chg="add">
        <pc:chgData name="Anoop Kumar" userId="9c51428f-e92d-4909-8f79-1e360bc4c3aa" providerId="ADAL" clId="{1E9FCA58-E07B-44D1-8DE6-F431E2553DF1}" dt="2026-05-23T16:43:36.024" v="14"/>
        <pc:sldMkLst>
          <pc:docMk/>
          <pc:sldMk cId="2920348487" sldId="259"/>
        </pc:sldMkLst>
      </pc:sldChg>
      <pc:sldChg chg="add">
        <pc:chgData name="Anoop Kumar" userId="9c51428f-e92d-4909-8f79-1e360bc4c3aa" providerId="ADAL" clId="{1E9FCA58-E07B-44D1-8DE6-F431E2553DF1}" dt="2026-05-23T16:43:35.914" v="4"/>
        <pc:sldMkLst>
          <pc:docMk/>
          <pc:sldMk cId="3146966269" sldId="259"/>
        </pc:sldMkLst>
      </pc:sldChg>
      <pc:sldChg chg="add">
        <pc:chgData name="Anoop Kumar" userId="9c51428f-e92d-4909-8f79-1e360bc4c3aa" providerId="ADAL" clId="{1E9FCA58-E07B-44D1-8DE6-F431E2553DF1}" dt="2026-05-23T16:43:35.975" v="7"/>
        <pc:sldMkLst>
          <pc:docMk/>
          <pc:sldMk cId="3346522477" sldId="259"/>
        </pc:sldMkLst>
      </pc:sldChg>
      <pc:sldChg chg="add">
        <pc:chgData name="Anoop Kumar" userId="9c51428f-e92d-4909-8f79-1e360bc4c3aa" providerId="ADAL" clId="{1E9FCA58-E07B-44D1-8DE6-F431E2553DF1}" dt="2026-05-23T16:43:35.905" v="3"/>
        <pc:sldMkLst>
          <pc:docMk/>
          <pc:sldMk cId="3578984724" sldId="259"/>
        </pc:sldMkLst>
      </pc:sldChg>
      <pc:sldChg chg="add">
        <pc:chgData name="Anoop Kumar" userId="9c51428f-e92d-4909-8f79-1e360bc4c3aa" providerId="ADAL" clId="{1E9FCA58-E07B-44D1-8DE6-F431E2553DF1}" dt="2026-05-23T16:43:36.012" v="12"/>
        <pc:sldMkLst>
          <pc:docMk/>
          <pc:sldMk cId="3866825327" sldId="259"/>
        </pc:sldMkLst>
      </pc:sldChg>
      <pc:sldChg chg="add">
        <pc:chgData name="Anoop Kumar" userId="9c51428f-e92d-4909-8f79-1e360bc4c3aa" providerId="ADAL" clId="{1E9FCA58-E07B-44D1-8DE6-F431E2553DF1}" dt="2026-05-23T16:43:36.046" v="15"/>
        <pc:sldMkLst>
          <pc:docMk/>
          <pc:sldMk cId="4028015334" sldId="259"/>
        </pc:sldMkLst>
      </pc:sldChg>
      <pc:sldChg chg="add">
        <pc:chgData name="Anoop Kumar" userId="9c51428f-e92d-4909-8f79-1e360bc4c3aa" providerId="ADAL" clId="{1E9FCA58-E07B-44D1-8DE6-F431E2553DF1}" dt="2026-05-23T16:43:36.016" v="13"/>
        <pc:sldMkLst>
          <pc:docMk/>
          <pc:sldMk cId="4200979196" sldId="259"/>
        </pc:sldMkLst>
      </pc:sldChg>
      <pc:sldChg chg="add ord modTransition">
        <pc:chgData name="Anoop Kumar" userId="9c51428f-e92d-4909-8f79-1e360bc4c3aa" providerId="ADAL" clId="{1E9FCA58-E07B-44D1-8DE6-F431E2553DF1}" dt="2026-05-23T16:43:53.239" v="41"/>
        <pc:sldMkLst>
          <pc:docMk/>
          <pc:sldMk cId="3230679554" sldId="260"/>
        </pc:sldMkLst>
      </pc:sldChg>
      <pc:sldChg chg="add">
        <pc:chgData name="Anoop Kumar" userId="9c51428f-e92d-4909-8f79-1e360bc4c3aa" providerId="ADAL" clId="{1E9FCA58-E07B-44D1-8DE6-F431E2553DF1}" dt="2026-05-23T16:43:52.335" v="29"/>
        <pc:sldMkLst>
          <pc:docMk/>
          <pc:sldMk cId="118000948" sldId="261"/>
        </pc:sldMkLst>
      </pc:sldChg>
      <pc:sldChg chg="add">
        <pc:chgData name="Anoop Kumar" userId="9c51428f-e92d-4909-8f79-1e360bc4c3aa" providerId="ADAL" clId="{1E9FCA58-E07B-44D1-8DE6-F431E2553DF1}" dt="2026-05-23T16:43:52.301" v="27"/>
        <pc:sldMkLst>
          <pc:docMk/>
          <pc:sldMk cId="626113438" sldId="261"/>
        </pc:sldMkLst>
      </pc:sldChg>
      <pc:sldChg chg="add">
        <pc:chgData name="Anoop Kumar" userId="9c51428f-e92d-4909-8f79-1e360bc4c3aa" providerId="ADAL" clId="{1E9FCA58-E07B-44D1-8DE6-F431E2553DF1}" dt="2026-05-23T16:43:52.404" v="36"/>
        <pc:sldMkLst>
          <pc:docMk/>
          <pc:sldMk cId="859444021" sldId="261"/>
        </pc:sldMkLst>
      </pc:sldChg>
      <pc:sldChg chg="add">
        <pc:chgData name="Anoop Kumar" userId="9c51428f-e92d-4909-8f79-1e360bc4c3aa" providerId="ADAL" clId="{1E9FCA58-E07B-44D1-8DE6-F431E2553DF1}" dt="2026-05-23T16:43:52.325" v="28"/>
        <pc:sldMkLst>
          <pc:docMk/>
          <pc:sldMk cId="1258145250" sldId="261"/>
        </pc:sldMkLst>
      </pc:sldChg>
      <pc:sldChg chg="add">
        <pc:chgData name="Anoop Kumar" userId="9c51428f-e92d-4909-8f79-1e360bc4c3aa" providerId="ADAL" clId="{1E9FCA58-E07B-44D1-8DE6-F431E2553DF1}" dt="2026-05-23T16:43:52.374" v="34"/>
        <pc:sldMkLst>
          <pc:docMk/>
          <pc:sldMk cId="1329084051" sldId="261"/>
        </pc:sldMkLst>
      </pc:sldChg>
      <pc:sldChg chg="add">
        <pc:chgData name="Anoop Kumar" userId="9c51428f-e92d-4909-8f79-1e360bc4c3aa" providerId="ADAL" clId="{1E9FCA58-E07B-44D1-8DE6-F431E2553DF1}" dt="2026-05-23T16:44:03.912" v="42"/>
        <pc:sldMkLst>
          <pc:docMk/>
          <pc:sldMk cId="1531888523" sldId="261"/>
        </pc:sldMkLst>
      </pc:sldChg>
      <pc:sldChg chg="add">
        <pc:chgData name="Anoop Kumar" userId="9c51428f-e92d-4909-8f79-1e360bc4c3aa" providerId="ADAL" clId="{1E9FCA58-E07B-44D1-8DE6-F431E2553DF1}" dt="2026-05-23T16:43:52.273" v="24"/>
        <pc:sldMkLst>
          <pc:docMk/>
          <pc:sldMk cId="1689163862" sldId="261"/>
        </pc:sldMkLst>
      </pc:sldChg>
      <pc:sldChg chg="add">
        <pc:chgData name="Anoop Kumar" userId="9c51428f-e92d-4909-8f79-1e360bc4c3aa" providerId="ADAL" clId="{1E9FCA58-E07B-44D1-8DE6-F431E2553DF1}" dt="2026-05-23T16:43:52.369" v="33"/>
        <pc:sldMkLst>
          <pc:docMk/>
          <pc:sldMk cId="2142251234" sldId="261"/>
        </pc:sldMkLst>
      </pc:sldChg>
      <pc:sldChg chg="add">
        <pc:chgData name="Anoop Kumar" userId="9c51428f-e92d-4909-8f79-1e360bc4c3aa" providerId="ADAL" clId="{1E9FCA58-E07B-44D1-8DE6-F431E2553DF1}" dt="2026-05-23T16:43:52.382" v="35"/>
        <pc:sldMkLst>
          <pc:docMk/>
          <pc:sldMk cId="2459499899" sldId="261"/>
        </pc:sldMkLst>
      </pc:sldChg>
      <pc:sldChg chg="add">
        <pc:chgData name="Anoop Kumar" userId="9c51428f-e92d-4909-8f79-1e360bc4c3aa" providerId="ADAL" clId="{1E9FCA58-E07B-44D1-8DE6-F431E2553DF1}" dt="2026-05-23T16:43:52.344" v="30"/>
        <pc:sldMkLst>
          <pc:docMk/>
          <pc:sldMk cId="2893394501" sldId="261"/>
        </pc:sldMkLst>
      </pc:sldChg>
      <pc:sldChg chg="add">
        <pc:chgData name="Anoop Kumar" userId="9c51428f-e92d-4909-8f79-1e360bc4c3aa" providerId="ADAL" clId="{1E9FCA58-E07B-44D1-8DE6-F431E2553DF1}" dt="2026-05-23T16:43:52.278" v="25"/>
        <pc:sldMkLst>
          <pc:docMk/>
          <pc:sldMk cId="3179911228" sldId="261"/>
        </pc:sldMkLst>
      </pc:sldChg>
      <pc:sldChg chg="add">
        <pc:chgData name="Anoop Kumar" userId="9c51428f-e92d-4909-8f79-1e360bc4c3aa" providerId="ADAL" clId="{1E9FCA58-E07B-44D1-8DE6-F431E2553DF1}" dt="2026-05-23T16:43:52.290" v="26"/>
        <pc:sldMkLst>
          <pc:docMk/>
          <pc:sldMk cId="3648062991" sldId="261"/>
        </pc:sldMkLst>
      </pc:sldChg>
      <pc:sldChg chg="add">
        <pc:chgData name="Anoop Kumar" userId="9c51428f-e92d-4909-8f79-1e360bc4c3aa" providerId="ADAL" clId="{1E9FCA58-E07B-44D1-8DE6-F431E2553DF1}" dt="2026-05-23T16:43:52.360" v="32"/>
        <pc:sldMkLst>
          <pc:docMk/>
          <pc:sldMk cId="4068952285" sldId="261"/>
        </pc:sldMkLst>
      </pc:sldChg>
      <pc:sldChg chg="add">
        <pc:chgData name="Anoop Kumar" userId="9c51428f-e92d-4909-8f79-1e360bc4c3aa" providerId="ADAL" clId="{1E9FCA58-E07B-44D1-8DE6-F431E2553DF1}" dt="2026-05-23T16:43:52.353" v="31"/>
        <pc:sldMkLst>
          <pc:docMk/>
          <pc:sldMk cId="4275594899" sldId="261"/>
        </pc:sldMkLst>
      </pc:sldChg>
      <pc:sldChg chg="add ord modTransition">
        <pc:chgData name="Anoop Kumar" userId="9c51428f-e92d-4909-8f79-1e360bc4c3aa" providerId="ADAL" clId="{1E9FCA58-E07B-44D1-8DE6-F431E2553DF1}" dt="2026-05-23T16:44:05.274" v="62"/>
        <pc:sldMkLst>
          <pc:docMk/>
          <pc:sldMk cId="1818302642" sldId="262"/>
        </pc:sldMkLst>
      </pc:sldChg>
      <pc:sldChg chg="add">
        <pc:chgData name="Anoop Kumar" userId="9c51428f-e92d-4909-8f79-1e360bc4c3aa" providerId="ADAL" clId="{1E9FCA58-E07B-44D1-8DE6-F431E2553DF1}" dt="2026-05-23T16:44:04.322" v="55"/>
        <pc:sldMkLst>
          <pc:docMk/>
          <pc:sldMk cId="99313381" sldId="263"/>
        </pc:sldMkLst>
      </pc:sldChg>
      <pc:sldChg chg="add">
        <pc:chgData name="Anoop Kumar" userId="9c51428f-e92d-4909-8f79-1e360bc4c3aa" providerId="ADAL" clId="{1E9FCA58-E07B-44D1-8DE6-F431E2553DF1}" dt="2026-05-23T16:44:04.240" v="47"/>
        <pc:sldMkLst>
          <pc:docMk/>
          <pc:sldMk cId="398001974" sldId="263"/>
        </pc:sldMkLst>
      </pc:sldChg>
      <pc:sldChg chg="add">
        <pc:chgData name="Anoop Kumar" userId="9c51428f-e92d-4909-8f79-1e360bc4c3aa" providerId="ADAL" clId="{1E9FCA58-E07B-44D1-8DE6-F431E2553DF1}" dt="2026-05-23T16:44:04.299" v="52"/>
        <pc:sldMkLst>
          <pc:docMk/>
          <pc:sldMk cId="700323208" sldId="263"/>
        </pc:sldMkLst>
      </pc:sldChg>
      <pc:sldChg chg="add">
        <pc:chgData name="Anoop Kumar" userId="9c51428f-e92d-4909-8f79-1e360bc4c3aa" providerId="ADAL" clId="{1E9FCA58-E07B-44D1-8DE6-F431E2553DF1}" dt="2026-05-23T16:44:04.307" v="53"/>
        <pc:sldMkLst>
          <pc:docMk/>
          <pc:sldMk cId="756632748" sldId="263"/>
        </pc:sldMkLst>
      </pc:sldChg>
      <pc:sldChg chg="add">
        <pc:chgData name="Anoop Kumar" userId="9c51428f-e92d-4909-8f79-1e360bc4c3aa" providerId="ADAL" clId="{1E9FCA58-E07B-44D1-8DE6-F431E2553DF1}" dt="2026-05-23T16:44:04.229" v="46"/>
        <pc:sldMkLst>
          <pc:docMk/>
          <pc:sldMk cId="2052665567" sldId="263"/>
        </pc:sldMkLst>
      </pc:sldChg>
      <pc:sldChg chg="add">
        <pc:chgData name="Anoop Kumar" userId="9c51428f-e92d-4909-8f79-1e360bc4c3aa" providerId="ADAL" clId="{1E9FCA58-E07B-44D1-8DE6-F431E2553DF1}" dt="2026-05-23T16:44:04.317" v="54"/>
        <pc:sldMkLst>
          <pc:docMk/>
          <pc:sldMk cId="2997213741" sldId="263"/>
        </pc:sldMkLst>
      </pc:sldChg>
      <pc:sldChg chg="add">
        <pc:chgData name="Anoop Kumar" userId="9c51428f-e92d-4909-8f79-1e360bc4c3aa" providerId="ADAL" clId="{1E9FCA58-E07B-44D1-8DE6-F431E2553DF1}" dt="2026-05-23T16:44:04.250" v="48"/>
        <pc:sldMkLst>
          <pc:docMk/>
          <pc:sldMk cId="3383319802" sldId="263"/>
        </pc:sldMkLst>
      </pc:sldChg>
      <pc:sldChg chg="add">
        <pc:chgData name="Anoop Kumar" userId="9c51428f-e92d-4909-8f79-1e360bc4c3aa" providerId="ADAL" clId="{1E9FCA58-E07B-44D1-8DE6-F431E2553DF1}" dt="2026-05-23T16:44:04.273" v="49"/>
        <pc:sldMkLst>
          <pc:docMk/>
          <pc:sldMk cId="3469944973" sldId="263"/>
        </pc:sldMkLst>
      </pc:sldChg>
      <pc:sldChg chg="add">
        <pc:chgData name="Anoop Kumar" userId="9c51428f-e92d-4909-8f79-1e360bc4c3aa" providerId="ADAL" clId="{1E9FCA58-E07B-44D1-8DE6-F431E2553DF1}" dt="2026-05-23T16:44:04.280" v="50"/>
        <pc:sldMkLst>
          <pc:docMk/>
          <pc:sldMk cId="3537621502" sldId="263"/>
        </pc:sldMkLst>
      </pc:sldChg>
      <pc:sldChg chg="add">
        <pc:chgData name="Anoop Kumar" userId="9c51428f-e92d-4909-8f79-1e360bc4c3aa" providerId="ADAL" clId="{1E9FCA58-E07B-44D1-8DE6-F431E2553DF1}" dt="2026-05-23T16:44:04.354" v="57"/>
        <pc:sldMkLst>
          <pc:docMk/>
          <pc:sldMk cId="3682262081" sldId="263"/>
        </pc:sldMkLst>
      </pc:sldChg>
      <pc:sldChg chg="add">
        <pc:chgData name="Anoop Kumar" userId="9c51428f-e92d-4909-8f79-1e360bc4c3aa" providerId="ADAL" clId="{1E9FCA58-E07B-44D1-8DE6-F431E2553DF1}" dt="2026-05-23T16:44:04.331" v="56"/>
        <pc:sldMkLst>
          <pc:docMk/>
          <pc:sldMk cId="3687314365" sldId="263"/>
        </pc:sldMkLst>
      </pc:sldChg>
      <pc:sldChg chg="addSp modSp">
        <pc:chgData name="Anoop Kumar" userId="9c51428f-e92d-4909-8f79-1e360bc4c3aa" providerId="ADAL" clId="{1E9FCA58-E07B-44D1-8DE6-F431E2553DF1}" dt="2026-05-23T16:44:26.189" v="70"/>
        <pc:sldMkLst>
          <pc:docMk/>
          <pc:sldMk cId="3808305003" sldId="263"/>
        </pc:sldMkLst>
        <pc:graphicFrameChg chg="add mod">
          <ac:chgData name="Anoop Kumar" userId="9c51428f-e92d-4909-8f79-1e360bc4c3aa" providerId="ADAL" clId="{1E9FCA58-E07B-44D1-8DE6-F431E2553DF1}" dt="2026-05-23T16:44:26.189" v="70"/>
          <ac:graphicFrameMkLst>
            <pc:docMk/>
            <pc:sldMk cId="3808305003" sldId="263"/>
            <ac:graphicFrameMk id="9" creationId="{1CA48C1A-F80D-2445-D3E2-D9F0D4B165B5}"/>
          </ac:graphicFrameMkLst>
        </pc:graphicFrameChg>
      </pc:sldChg>
      <pc:sldChg chg="add">
        <pc:chgData name="Anoop Kumar" userId="9c51428f-e92d-4909-8f79-1e360bc4c3aa" providerId="ADAL" clId="{1E9FCA58-E07B-44D1-8DE6-F431E2553DF1}" dt="2026-05-23T16:44:04.225" v="45"/>
        <pc:sldMkLst>
          <pc:docMk/>
          <pc:sldMk cId="3839198544" sldId="263"/>
        </pc:sldMkLst>
      </pc:sldChg>
      <pc:sldChg chg="add">
        <pc:chgData name="Anoop Kumar" userId="9c51428f-e92d-4909-8f79-1e360bc4c3aa" providerId="ADAL" clId="{1E9FCA58-E07B-44D1-8DE6-F431E2553DF1}" dt="2026-05-23T16:44:04.289" v="51"/>
        <pc:sldMkLst>
          <pc:docMk/>
          <pc:sldMk cId="4023255504" sldId="263"/>
        </pc:sldMkLst>
      </pc:sldChg>
      <pc:sldChg chg="add">
        <pc:chgData name="Anoop Kumar" userId="9c51428f-e92d-4909-8f79-1e360bc4c3aa" providerId="ADAL" clId="{1E9FCA58-E07B-44D1-8DE6-F431E2553DF1}" dt="2026-05-23T16:44:49.512" v="72"/>
        <pc:sldMkLst>
          <pc:docMk/>
          <pc:sldMk cId="1143211597" sldId="264"/>
        </pc:sldMkLst>
      </pc:sldChg>
      <pc:sldChg chg="add ord modTransition">
        <pc:chgData name="Anoop Kumar" userId="9c51428f-e92d-4909-8f79-1e360bc4c3aa" providerId="ADAL" clId="{1E9FCA58-E07B-44D1-8DE6-F431E2553DF1}" dt="2026-05-23T16:44:50.801" v="96"/>
        <pc:sldMkLst>
          <pc:docMk/>
          <pc:sldMk cId="1040754822" sldId="265"/>
        </pc:sldMkLst>
      </pc:sldChg>
      <pc:sldChg chg="addSp modSp add ord modTransition">
        <pc:chgData name="Anoop Kumar" userId="9c51428f-e92d-4909-8f79-1e360bc4c3aa" providerId="ADAL" clId="{1E9FCA58-E07B-44D1-8DE6-F431E2553DF1}" dt="2026-05-23T16:44:50.802" v="101"/>
        <pc:sldMkLst>
          <pc:docMk/>
          <pc:sldMk cId="4020741170" sldId="266"/>
        </pc:sldMkLst>
        <pc:spChg chg="add mod">
          <ac:chgData name="Anoop Kumar" userId="9c51428f-e92d-4909-8f79-1e360bc4c3aa" providerId="ADAL" clId="{1E9FCA58-E07B-44D1-8DE6-F431E2553DF1}" dt="2026-05-23T16:44:49.874" v="77"/>
          <ac:spMkLst>
            <pc:docMk/>
            <pc:sldMk cId="4020741170" sldId="266"/>
            <ac:spMk id="2" creationId="{DAD97A49-3B16-8656-DDE6-058036B39D3A}"/>
          </ac:spMkLst>
        </pc:spChg>
        <pc:spChg chg="add mod">
          <ac:chgData name="Anoop Kumar" userId="9c51428f-e92d-4909-8f79-1e360bc4c3aa" providerId="ADAL" clId="{1E9FCA58-E07B-44D1-8DE6-F431E2553DF1}" dt="2026-05-23T16:44:49.875" v="78"/>
          <ac:spMkLst>
            <pc:docMk/>
            <pc:sldMk cId="4020741170" sldId="266"/>
            <ac:spMk id="3" creationId="{C4AC55B8-7D90-5CB7-6FD2-D00337A7DC47}"/>
          </ac:spMkLst>
        </pc:spChg>
      </pc:sldChg>
      <pc:sldChg chg="add">
        <pc:chgData name="Anoop Kumar" userId="9c51428f-e92d-4909-8f79-1e360bc4c3aa" providerId="ADAL" clId="{1E9FCA58-E07B-44D1-8DE6-F431E2553DF1}" dt="2026-05-23T16:44:49.932" v="82"/>
        <pc:sldMkLst>
          <pc:docMk/>
          <pc:sldMk cId="477864006" sldId="267"/>
        </pc:sldMkLst>
      </pc:sldChg>
      <pc:sldChg chg="add">
        <pc:chgData name="Anoop Kumar" userId="9c51428f-e92d-4909-8f79-1e360bc4c3aa" providerId="ADAL" clId="{1E9FCA58-E07B-44D1-8DE6-F431E2553DF1}" dt="2026-05-23T16:44:49.962" v="84"/>
        <pc:sldMkLst>
          <pc:docMk/>
          <pc:sldMk cId="807146177" sldId="267"/>
        </pc:sldMkLst>
      </pc:sldChg>
      <pc:sldChg chg="add">
        <pc:chgData name="Anoop Kumar" userId="9c51428f-e92d-4909-8f79-1e360bc4c3aa" providerId="ADAL" clId="{1E9FCA58-E07B-44D1-8DE6-F431E2553DF1}" dt="2026-05-23T16:44:49.955" v="83"/>
        <pc:sldMkLst>
          <pc:docMk/>
          <pc:sldMk cId="1453287477" sldId="267"/>
        </pc:sldMkLst>
      </pc:sldChg>
      <pc:sldChg chg="add">
        <pc:chgData name="Anoop Kumar" userId="9c51428f-e92d-4909-8f79-1e360bc4c3aa" providerId="ADAL" clId="{1E9FCA58-E07B-44D1-8DE6-F431E2553DF1}" dt="2026-05-23T16:44:49.978" v="86"/>
        <pc:sldMkLst>
          <pc:docMk/>
          <pc:sldMk cId="2207893000" sldId="267"/>
        </pc:sldMkLst>
      </pc:sldChg>
      <pc:sldChg chg="add">
        <pc:chgData name="Anoop Kumar" userId="9c51428f-e92d-4909-8f79-1e360bc4c3aa" providerId="ADAL" clId="{1E9FCA58-E07B-44D1-8DE6-F431E2553DF1}" dt="2026-05-23T16:44:50.025" v="91"/>
        <pc:sldMkLst>
          <pc:docMk/>
          <pc:sldMk cId="2487229304" sldId="267"/>
        </pc:sldMkLst>
      </pc:sldChg>
      <pc:sldChg chg="add">
        <pc:chgData name="Anoop Kumar" userId="9c51428f-e92d-4909-8f79-1e360bc4c3aa" providerId="ADAL" clId="{1E9FCA58-E07B-44D1-8DE6-F431E2553DF1}" dt="2026-05-23T16:44:49.992" v="88"/>
        <pc:sldMkLst>
          <pc:docMk/>
          <pc:sldMk cId="2682125930" sldId="267"/>
        </pc:sldMkLst>
      </pc:sldChg>
      <pc:sldChg chg="add">
        <pc:chgData name="Anoop Kumar" userId="9c51428f-e92d-4909-8f79-1e360bc4c3aa" providerId="ADAL" clId="{1E9FCA58-E07B-44D1-8DE6-F431E2553DF1}" dt="2026-05-23T16:44:49.911" v="79"/>
        <pc:sldMkLst>
          <pc:docMk/>
          <pc:sldMk cId="2694322657" sldId="267"/>
        </pc:sldMkLst>
      </pc:sldChg>
      <pc:sldChg chg="add">
        <pc:chgData name="Anoop Kumar" userId="9c51428f-e92d-4909-8f79-1e360bc4c3aa" providerId="ADAL" clId="{1E9FCA58-E07B-44D1-8DE6-F431E2553DF1}" dt="2026-05-23T16:44:49.984" v="87"/>
        <pc:sldMkLst>
          <pc:docMk/>
          <pc:sldMk cId="2740075496" sldId="267"/>
        </pc:sldMkLst>
      </pc:sldChg>
      <pc:sldChg chg="add">
        <pc:chgData name="Anoop Kumar" userId="9c51428f-e92d-4909-8f79-1e360bc4c3aa" providerId="ADAL" clId="{1E9FCA58-E07B-44D1-8DE6-F431E2553DF1}" dt="2026-05-23T16:44:49.996" v="89"/>
        <pc:sldMkLst>
          <pc:docMk/>
          <pc:sldMk cId="3009935793" sldId="267"/>
        </pc:sldMkLst>
      </pc:sldChg>
      <pc:sldChg chg="add">
        <pc:chgData name="Anoop Kumar" userId="9c51428f-e92d-4909-8f79-1e360bc4c3aa" providerId="ADAL" clId="{1E9FCA58-E07B-44D1-8DE6-F431E2553DF1}" dt="2026-05-23T16:44:49.924" v="81"/>
        <pc:sldMkLst>
          <pc:docMk/>
          <pc:sldMk cId="3116712314" sldId="267"/>
        </pc:sldMkLst>
      </pc:sldChg>
      <pc:sldChg chg="add">
        <pc:chgData name="Anoop Kumar" userId="9c51428f-e92d-4909-8f79-1e360bc4c3aa" providerId="ADAL" clId="{1E9FCA58-E07B-44D1-8DE6-F431E2553DF1}" dt="2026-05-23T16:44:50.005" v="90"/>
        <pc:sldMkLst>
          <pc:docMk/>
          <pc:sldMk cId="3817978013" sldId="267"/>
        </pc:sldMkLst>
      </pc:sldChg>
      <pc:sldChg chg="add">
        <pc:chgData name="Anoop Kumar" userId="9c51428f-e92d-4909-8f79-1e360bc4c3aa" providerId="ADAL" clId="{1E9FCA58-E07B-44D1-8DE6-F431E2553DF1}" dt="2026-05-23T16:44:49.969" v="85"/>
        <pc:sldMkLst>
          <pc:docMk/>
          <pc:sldMk cId="4013734318" sldId="267"/>
        </pc:sldMkLst>
      </pc:sldChg>
      <pc:sldChg chg="add">
        <pc:chgData name="Anoop Kumar" userId="9c51428f-e92d-4909-8f79-1e360bc4c3aa" providerId="ADAL" clId="{1E9FCA58-E07B-44D1-8DE6-F431E2553DF1}" dt="2026-05-23T16:44:49.915" v="80"/>
        <pc:sldMkLst>
          <pc:docMk/>
          <pc:sldMk cId="4041515937" sldId="267"/>
        </pc:sldMkLst>
      </pc:sldChg>
      <pc:sldMasterChg chg="modSp">
        <pc:chgData name="Anoop Kumar" userId="9c51428f-e92d-4909-8f79-1e360bc4c3aa" providerId="ADAL" clId="{1E9FCA58-E07B-44D1-8DE6-F431E2553DF1}" dt="2026-05-23T16:44:26.194" v="71"/>
        <pc:sldMasterMkLst>
          <pc:docMk/>
          <pc:sldMasterMk cId="2239359522" sldId="2147483794"/>
        </pc:sldMasterMkLst>
        <pc:graphicFrameChg chg="mod">
          <ac:chgData name="Anoop Kumar" userId="9c51428f-e92d-4909-8f79-1e360bc4c3aa" providerId="ADAL" clId="{1E9FCA58-E07B-44D1-8DE6-F431E2553DF1}" dt="2026-05-23T16:44:26.194" v="71"/>
          <ac:graphicFrameMkLst>
            <pc:docMk/>
            <pc:sldMasterMk cId="2239359522" sldId="2147483794"/>
            <ac:graphicFrameMk id="2" creationId="{00000000-0000-0000-0000-000000000000}"/>
          </ac:graphicFrameMkLst>
        </pc:graphicFrame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B2E01D0A-D8E3-48C5-BEF1-0D4347937EB1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B4DC96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BA57314-2405-4C84-878D-BD046217650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039127" y="2399022"/>
            <a:ext cx="4113747" cy="2059957"/>
          </a:xfrm>
          <a:prstGeom prst="rect">
            <a:avLst/>
          </a:prstGeom>
        </p:spPr>
      </p:pic>
      <p:sp>
        <p:nvSpPr>
          <p:cNvPr id="6" name="Rechteck 19">
            <a:extLst>
              <a:ext uri="{FF2B5EF4-FFF2-40B4-BE49-F238E27FC236}">
                <a16:creationId xmlns:a16="http://schemas.microsoft.com/office/drawing/2014/main" id="{3E93E83E-3584-458D-A7F7-3939903CF74B}"/>
              </a:ext>
            </a:extLst>
          </p:cNvPr>
          <p:cNvSpPr/>
          <p:nvPr userDrawn="1"/>
        </p:nvSpPr>
        <p:spPr bwMode="gray">
          <a:xfrm>
            <a:off x="0" y="-387424"/>
            <a:ext cx="12192000" cy="288032"/>
          </a:xfrm>
          <a:prstGeom prst="rect">
            <a:avLst/>
          </a:prstGeom>
          <a:solidFill>
            <a:srgbClr val="E61E50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sz="1400" kern="0" dirty="0">
                <a:solidFill>
                  <a:srgbClr val="FFFFFF"/>
                </a:solidFill>
                <a:latin typeface="+mn-lt"/>
              </a:rPr>
              <a:t>Please note: External facing presentation must include trademark and copyright language, as required for all marketing material.</a:t>
            </a: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F29FEA-0C0D-4036-A3B5-C0E6AF1CB8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5656569"/>
            <a:ext cx="10944225" cy="466344"/>
          </a:xfrm>
        </p:spPr>
        <p:txBody>
          <a:bodyPr lIns="91440" tIns="45720" rIns="91440" bIns="4572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900">
                <a:solidFill>
                  <a:schemeClr val="accent1"/>
                </a:solidFill>
                <a:effectLst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a placeholder for trademark and copyright language. </a:t>
            </a:r>
            <a:b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“Merck, the vibrant M are trademarks of Merck </a:t>
            </a:r>
            <a:r>
              <a:rPr lang="en-US" sz="900" dirty="0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KGaA</a:t>
            </a:r>
            <a: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Darmstadt, Germany or its affiliates.</a:t>
            </a:r>
            <a:b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other trademarks are the property of their respective owners.”</a:t>
            </a:r>
          </a:p>
          <a:p>
            <a:pPr lvl="0"/>
            <a:br>
              <a:rPr lang="en-US" sz="90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23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A63ADCC2-B15E-4989-82FB-2FEB48FEEE5C}"/>
              </a:ext>
            </a:extLst>
          </p:cNvPr>
          <p:cNvSpPr/>
          <p:nvPr userDrawn="1"/>
        </p:nvSpPr>
        <p:spPr bwMode="gray">
          <a:xfrm>
            <a:off x="-2" y="0"/>
            <a:ext cx="12192000" cy="6858001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4CEC284A-2098-4849-8201-13FAC9F39775}"/>
              </a:ext>
            </a:extLst>
          </p:cNvPr>
          <p:cNvGrpSpPr/>
          <p:nvPr userDrawn="1"/>
        </p:nvGrpSpPr>
        <p:grpSpPr>
          <a:xfrm>
            <a:off x="-1" y="0"/>
            <a:ext cx="12192000" cy="6858000"/>
            <a:chOff x="-15181262" y="-3121820"/>
            <a:chExt cx="12166600" cy="6861175"/>
          </a:xfrm>
        </p:grpSpPr>
        <p:sp>
          <p:nvSpPr>
            <p:cNvPr id="28" name="AutoShape 14">
              <a:extLst>
                <a:ext uri="{FF2B5EF4-FFF2-40B4-BE49-F238E27FC236}">
                  <a16:creationId xmlns:a16="http://schemas.microsoft.com/office/drawing/2014/main" id="{60C10466-E8DB-4779-A6C6-32BE7196877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5181262" y="-3118645"/>
              <a:ext cx="121666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19" hidden="1">
              <a:extLst>
                <a:ext uri="{FF2B5EF4-FFF2-40B4-BE49-F238E27FC236}">
                  <a16:creationId xmlns:a16="http://schemas.microsoft.com/office/drawing/2014/main" id="{8BE7D097-956F-4311-824B-8FBF68FD14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5181262" y="-3121820"/>
              <a:ext cx="5427663" cy="6858000"/>
            </a:xfrm>
            <a:custGeom>
              <a:avLst/>
              <a:gdLst>
                <a:gd name="T0" fmla="*/ 1410 w 2017"/>
                <a:gd name="T1" fmla="*/ 497 h 2550"/>
                <a:gd name="T2" fmla="*/ 2017 w 2017"/>
                <a:gd name="T3" fmla="*/ 0 h 2550"/>
                <a:gd name="T4" fmla="*/ 1776 w 2017"/>
                <a:gd name="T5" fmla="*/ 0 h 2550"/>
                <a:gd name="T6" fmla="*/ 1407 w 2017"/>
                <a:gd name="T7" fmla="*/ 305 h 2550"/>
                <a:gd name="T8" fmla="*/ 855 w 2017"/>
                <a:gd name="T9" fmla="*/ 441 h 2550"/>
                <a:gd name="T10" fmla="*/ 0 w 2017"/>
                <a:gd name="T11" fmla="*/ 252 h 2550"/>
                <a:gd name="T12" fmla="*/ 0 w 2017"/>
                <a:gd name="T13" fmla="*/ 2550 h 2550"/>
                <a:gd name="T14" fmla="*/ 1166 w 2017"/>
                <a:gd name="T15" fmla="*/ 2550 h 2550"/>
                <a:gd name="T16" fmla="*/ 1166 w 2017"/>
                <a:gd name="T17" fmla="*/ 1017 h 2550"/>
                <a:gd name="T18" fmla="*/ 1410 w 2017"/>
                <a:gd name="T19" fmla="*/ 497 h 2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7" h="2550">
                  <a:moveTo>
                    <a:pt x="1410" y="497"/>
                  </a:moveTo>
                  <a:cubicBezTo>
                    <a:pt x="1667" y="287"/>
                    <a:pt x="1865" y="124"/>
                    <a:pt x="2017" y="0"/>
                  </a:cubicBezTo>
                  <a:cubicBezTo>
                    <a:pt x="1776" y="0"/>
                    <a:pt x="1776" y="0"/>
                    <a:pt x="1776" y="0"/>
                  </a:cubicBezTo>
                  <a:cubicBezTo>
                    <a:pt x="1407" y="305"/>
                    <a:pt x="1407" y="305"/>
                    <a:pt x="1407" y="305"/>
                  </a:cubicBezTo>
                  <a:cubicBezTo>
                    <a:pt x="1274" y="417"/>
                    <a:pt x="1026" y="476"/>
                    <a:pt x="855" y="441"/>
                  </a:cubicBezTo>
                  <a:cubicBezTo>
                    <a:pt x="534" y="370"/>
                    <a:pt x="250" y="307"/>
                    <a:pt x="0" y="252"/>
                  </a:cubicBezTo>
                  <a:cubicBezTo>
                    <a:pt x="0" y="2550"/>
                    <a:pt x="0" y="2550"/>
                    <a:pt x="0" y="2550"/>
                  </a:cubicBezTo>
                  <a:cubicBezTo>
                    <a:pt x="1166" y="2550"/>
                    <a:pt x="1166" y="2550"/>
                    <a:pt x="1166" y="2550"/>
                  </a:cubicBezTo>
                  <a:cubicBezTo>
                    <a:pt x="1166" y="1017"/>
                    <a:pt x="1166" y="1017"/>
                    <a:pt x="1166" y="1017"/>
                  </a:cubicBezTo>
                  <a:cubicBezTo>
                    <a:pt x="1166" y="842"/>
                    <a:pt x="1274" y="609"/>
                    <a:pt x="1410" y="497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03CA6663-3C93-4C62-BFEC-C7EFDB69A2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8809037" y="-3121820"/>
              <a:ext cx="5794375" cy="6858000"/>
            </a:xfrm>
            <a:custGeom>
              <a:avLst/>
              <a:gdLst>
                <a:gd name="T0" fmla="*/ 1112 w 2153"/>
                <a:gd name="T1" fmla="*/ 0 h 2550"/>
                <a:gd name="T2" fmla="*/ 1159 w 2153"/>
                <a:gd name="T3" fmla="*/ 41 h 2550"/>
                <a:gd name="T4" fmla="*/ 1334 w 2153"/>
                <a:gd name="T5" fmla="*/ 560 h 2550"/>
                <a:gd name="T6" fmla="*/ 1114 w 2153"/>
                <a:gd name="T7" fmla="*/ 1609 h 2550"/>
                <a:gd name="T8" fmla="*/ 778 w 2153"/>
                <a:gd name="T9" fmla="*/ 2083 h 2550"/>
                <a:gd name="T10" fmla="*/ 0 w 2153"/>
                <a:gd name="T11" fmla="*/ 2550 h 2550"/>
                <a:gd name="T12" fmla="*/ 2153 w 2153"/>
                <a:gd name="T13" fmla="*/ 2550 h 2550"/>
                <a:gd name="T14" fmla="*/ 2153 w 2153"/>
                <a:gd name="T15" fmla="*/ 2101 h 2550"/>
                <a:gd name="T16" fmla="*/ 1533 w 2153"/>
                <a:gd name="T17" fmla="*/ 1912 h 2550"/>
                <a:gd name="T18" fmla="*/ 1295 w 2153"/>
                <a:gd name="T19" fmla="*/ 1511 h 2550"/>
                <a:gd name="T20" fmla="*/ 1481 w 2153"/>
                <a:gd name="T21" fmla="*/ 630 h 2550"/>
                <a:gd name="T22" fmla="*/ 1861 w 2153"/>
                <a:gd name="T23" fmla="*/ 267 h 2550"/>
                <a:gd name="T24" fmla="*/ 2153 w 2153"/>
                <a:gd name="T25" fmla="*/ 220 h 2550"/>
                <a:gd name="T26" fmla="*/ 2153 w 2153"/>
                <a:gd name="T27" fmla="*/ 0 h 2550"/>
                <a:gd name="T28" fmla="*/ 1112 w 2153"/>
                <a:gd name="T29" fmla="*/ 0 h 2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53" h="2550">
                  <a:moveTo>
                    <a:pt x="1112" y="0"/>
                  </a:moveTo>
                  <a:cubicBezTo>
                    <a:pt x="1159" y="41"/>
                    <a:pt x="1159" y="41"/>
                    <a:pt x="1159" y="41"/>
                  </a:cubicBezTo>
                  <a:cubicBezTo>
                    <a:pt x="1292" y="156"/>
                    <a:pt x="1369" y="389"/>
                    <a:pt x="1334" y="560"/>
                  </a:cubicBezTo>
                  <a:cubicBezTo>
                    <a:pt x="1114" y="1609"/>
                    <a:pt x="1114" y="1609"/>
                    <a:pt x="1114" y="1609"/>
                  </a:cubicBezTo>
                  <a:cubicBezTo>
                    <a:pt x="1079" y="1780"/>
                    <a:pt x="929" y="1993"/>
                    <a:pt x="778" y="2083"/>
                  </a:cubicBezTo>
                  <a:cubicBezTo>
                    <a:pt x="465" y="2271"/>
                    <a:pt x="209" y="2425"/>
                    <a:pt x="0" y="2550"/>
                  </a:cubicBezTo>
                  <a:cubicBezTo>
                    <a:pt x="2153" y="2550"/>
                    <a:pt x="2153" y="2550"/>
                    <a:pt x="2153" y="2550"/>
                  </a:cubicBezTo>
                  <a:cubicBezTo>
                    <a:pt x="2153" y="2101"/>
                    <a:pt x="2153" y="2101"/>
                    <a:pt x="2153" y="2101"/>
                  </a:cubicBezTo>
                  <a:cubicBezTo>
                    <a:pt x="1533" y="1912"/>
                    <a:pt x="1533" y="1912"/>
                    <a:pt x="1533" y="1912"/>
                  </a:cubicBezTo>
                  <a:cubicBezTo>
                    <a:pt x="1365" y="1860"/>
                    <a:pt x="1260" y="1682"/>
                    <a:pt x="1295" y="1511"/>
                  </a:cubicBezTo>
                  <a:cubicBezTo>
                    <a:pt x="1481" y="630"/>
                    <a:pt x="1481" y="630"/>
                    <a:pt x="1481" y="630"/>
                  </a:cubicBezTo>
                  <a:cubicBezTo>
                    <a:pt x="1519" y="459"/>
                    <a:pt x="1687" y="295"/>
                    <a:pt x="1861" y="267"/>
                  </a:cubicBezTo>
                  <a:cubicBezTo>
                    <a:pt x="1965" y="250"/>
                    <a:pt x="2062" y="235"/>
                    <a:pt x="2153" y="220"/>
                  </a:cubicBezTo>
                  <a:cubicBezTo>
                    <a:pt x="2153" y="0"/>
                    <a:pt x="2153" y="0"/>
                    <a:pt x="2153" y="0"/>
                  </a:cubicBezTo>
                  <a:lnTo>
                    <a:pt x="1112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9DB76964-E403-4C3E-A574-312685D5503B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1706340 w 12192000"/>
              <a:gd name="connsiteY0" fmla="*/ 3969476 h 6890083"/>
              <a:gd name="connsiteX1" fmla="*/ 2408343 w 12192000"/>
              <a:gd name="connsiteY1" fmla="*/ 4228176 h 6890083"/>
              <a:gd name="connsiteX2" fmla="*/ 3930263 w 12192000"/>
              <a:gd name="connsiteY2" fmla="*/ 5550954 h 6890083"/>
              <a:gd name="connsiteX3" fmla="*/ 4466609 w 12192000"/>
              <a:gd name="connsiteY3" fmla="*/ 6761622 h 6890083"/>
              <a:gd name="connsiteX4" fmla="*/ 4463607 w 12192000"/>
              <a:gd name="connsiteY4" fmla="*/ 6890083 h 6890083"/>
              <a:gd name="connsiteX5" fmla="*/ 0 w 12192000"/>
              <a:gd name="connsiteY5" fmla="*/ 6890083 h 6890083"/>
              <a:gd name="connsiteX6" fmla="*/ 0 w 12192000"/>
              <a:gd name="connsiteY6" fmla="*/ 5030056 h 6890083"/>
              <a:gd name="connsiteX7" fmla="*/ 128462 w 12192000"/>
              <a:gd name="connsiteY7" fmla="*/ 4924155 h 6890083"/>
              <a:gd name="connsiteX8" fmla="*/ 996111 w 12192000"/>
              <a:gd name="connsiteY8" fmla="*/ 4208885 h 6890083"/>
              <a:gd name="connsiteX9" fmla="*/ 1706340 w 12192000"/>
              <a:gd name="connsiteY9" fmla="*/ 3969476 h 6890083"/>
              <a:gd name="connsiteX10" fmla="*/ 11706167 w 12192000"/>
              <a:gd name="connsiteY10" fmla="*/ 0 h 6890083"/>
              <a:gd name="connsiteX11" fmla="*/ 12192000 w 12192000"/>
              <a:gd name="connsiteY11" fmla="*/ 0 h 6890083"/>
              <a:gd name="connsiteX12" fmla="*/ 12192000 w 12192000"/>
              <a:gd name="connsiteY12" fmla="*/ 6890083 h 6890083"/>
              <a:gd name="connsiteX13" fmla="*/ 5042043 w 12192000"/>
              <a:gd name="connsiteY13" fmla="*/ 6890083 h 6890083"/>
              <a:gd name="connsiteX14" fmla="*/ 5090240 w 12192000"/>
              <a:gd name="connsiteY14" fmla="*/ 6814127 h 6890083"/>
              <a:gd name="connsiteX15" fmla="*/ 5986913 w 12192000"/>
              <a:gd name="connsiteY15" fmla="*/ 6217855 h 6890083"/>
              <a:gd name="connsiteX16" fmla="*/ 10802214 w 12192000"/>
              <a:gd name="connsiteY16" fmla="*/ 5437967 h 6890083"/>
              <a:gd name="connsiteX17" fmla="*/ 11712624 w 12192000"/>
              <a:gd name="connsiteY17" fmla="*/ 4352186 h 6890083"/>
              <a:gd name="connsiteX18" fmla="*/ 11712624 w 12192000"/>
              <a:gd name="connsiteY18" fmla="*/ 477549 h 6890083"/>
              <a:gd name="connsiteX19" fmla="*/ 11706167 w 12192000"/>
              <a:gd name="connsiteY19" fmla="*/ 387867 h 6890083"/>
              <a:gd name="connsiteX20" fmla="*/ 0 w 12192000"/>
              <a:gd name="connsiteY20" fmla="*/ 0 h 6890083"/>
              <a:gd name="connsiteX21" fmla="*/ 2113014 w 12192000"/>
              <a:gd name="connsiteY21" fmla="*/ 0 h 6890083"/>
              <a:gd name="connsiteX22" fmla="*/ 2081301 w 12192000"/>
              <a:gd name="connsiteY22" fmla="*/ 161248 h 6890083"/>
              <a:gd name="connsiteX23" fmla="*/ 1662465 w 12192000"/>
              <a:gd name="connsiteY23" fmla="*/ 2290857 h 6890083"/>
              <a:gd name="connsiteX24" fmla="*/ 771251 w 12192000"/>
              <a:gd name="connsiteY24" fmla="*/ 3798273 h 6890083"/>
              <a:gd name="connsiteX25" fmla="*/ 133818 w 12192000"/>
              <a:gd name="connsiteY25" fmla="*/ 4328030 h 6890083"/>
              <a:gd name="connsiteX26" fmla="*/ 0 w 12192000"/>
              <a:gd name="connsiteY26" fmla="*/ 4439730 h 689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192000" h="6890083">
                <a:moveTo>
                  <a:pt x="1706340" y="3969476"/>
                </a:moveTo>
                <a:cubicBezTo>
                  <a:pt x="1963421" y="3973265"/>
                  <a:pt x="2219132" y="4060073"/>
                  <a:pt x="2408343" y="4228176"/>
                </a:cubicBezTo>
                <a:cubicBezTo>
                  <a:pt x="3930263" y="5550954"/>
                  <a:pt x="3930263" y="5550954"/>
                  <a:pt x="3930263" y="5550954"/>
                </a:cubicBezTo>
                <a:cubicBezTo>
                  <a:pt x="4242188" y="5823432"/>
                  <a:pt x="4449139" y="6317451"/>
                  <a:pt x="4466609" y="6761622"/>
                </a:cubicBezTo>
                <a:lnTo>
                  <a:pt x="4463607" y="6890083"/>
                </a:lnTo>
                <a:lnTo>
                  <a:pt x="0" y="6890083"/>
                </a:lnTo>
                <a:lnTo>
                  <a:pt x="0" y="5030056"/>
                </a:lnTo>
                <a:lnTo>
                  <a:pt x="128462" y="4924155"/>
                </a:lnTo>
                <a:cubicBezTo>
                  <a:pt x="996111" y="4208885"/>
                  <a:pt x="996111" y="4208885"/>
                  <a:pt x="996111" y="4208885"/>
                </a:cubicBezTo>
                <a:cubicBezTo>
                  <a:pt x="1190807" y="4044916"/>
                  <a:pt x="1449259" y="3965687"/>
                  <a:pt x="1706340" y="3969476"/>
                </a:cubicBezTo>
                <a:close/>
                <a:moveTo>
                  <a:pt x="11706167" y="0"/>
                </a:moveTo>
                <a:lnTo>
                  <a:pt x="12192000" y="0"/>
                </a:lnTo>
                <a:lnTo>
                  <a:pt x="12192000" y="6890083"/>
                </a:lnTo>
                <a:lnTo>
                  <a:pt x="5042043" y="6890083"/>
                </a:lnTo>
                <a:lnTo>
                  <a:pt x="5090240" y="6814127"/>
                </a:lnTo>
                <a:cubicBezTo>
                  <a:pt x="5306376" y="6510226"/>
                  <a:pt x="5641396" y="6273315"/>
                  <a:pt x="5986913" y="6217855"/>
                </a:cubicBezTo>
                <a:cubicBezTo>
                  <a:pt x="10802214" y="5437967"/>
                  <a:pt x="10802214" y="5437967"/>
                  <a:pt x="10802214" y="5437967"/>
                </a:cubicBezTo>
                <a:cubicBezTo>
                  <a:pt x="11304037" y="5358049"/>
                  <a:pt x="11712624" y="4864763"/>
                  <a:pt x="11712624" y="4352186"/>
                </a:cubicBezTo>
                <a:cubicBezTo>
                  <a:pt x="11712624" y="477549"/>
                  <a:pt x="11712624" y="477549"/>
                  <a:pt x="11712624" y="477549"/>
                </a:cubicBezTo>
                <a:lnTo>
                  <a:pt x="11706167" y="387867"/>
                </a:lnTo>
                <a:close/>
                <a:moveTo>
                  <a:pt x="0" y="0"/>
                </a:moveTo>
                <a:lnTo>
                  <a:pt x="2113014" y="0"/>
                </a:lnTo>
                <a:lnTo>
                  <a:pt x="2081301" y="161248"/>
                </a:lnTo>
                <a:cubicBezTo>
                  <a:pt x="1662465" y="2290857"/>
                  <a:pt x="1662465" y="2290857"/>
                  <a:pt x="1662465" y="2290857"/>
                </a:cubicBezTo>
                <a:cubicBezTo>
                  <a:pt x="1558262" y="2795166"/>
                  <a:pt x="1160642" y="3470334"/>
                  <a:pt x="771251" y="3798273"/>
                </a:cubicBezTo>
                <a:cubicBezTo>
                  <a:pt x="542963" y="3988422"/>
                  <a:pt x="330099" y="4164620"/>
                  <a:pt x="133818" y="4328030"/>
                </a:cubicBezTo>
                <a:lnTo>
                  <a:pt x="0" y="4439730"/>
                </a:lnTo>
                <a:close/>
              </a:path>
            </a:pathLst>
          </a:custGeom>
          <a:solidFill>
            <a:srgbClr val="B4DC96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143672" y="3597205"/>
            <a:ext cx="5904930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rgbClr val="B4DC96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144396" y="2877197"/>
            <a:ext cx="5904355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rgbClr val="B4DC96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144396" y="1484784"/>
            <a:ext cx="5904355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rgbClr val="B4DC96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tx2"/>
          </a:solidFill>
        </p:grpSpPr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pic>
        <p:nvPicPr>
          <p:cNvPr id="16" name="Grafik 15">
            <a:extLst>
              <a:ext uri="{FF2B5EF4-FFF2-40B4-BE49-F238E27FC236}">
                <a16:creationId xmlns:a16="http://schemas.microsoft.com/office/drawing/2014/main" id="{7B93130D-02DE-43CA-A25B-0E902A2644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5086" y="5334469"/>
            <a:ext cx="2537196" cy="1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98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72E51C3F-45BF-4228-9D36-14DF5EDD228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B4DC96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1464359-F38F-4AB8-9133-B6A7A428B0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404940" y="0"/>
            <a:ext cx="5430837" cy="5559345"/>
          </a:xfrm>
          <a:custGeom>
            <a:avLst/>
            <a:gdLst>
              <a:gd name="connsiteX0" fmla="*/ 2521671 w 5430837"/>
              <a:gd name="connsiteY0" fmla="*/ 0 h 5559345"/>
              <a:gd name="connsiteX1" fmla="*/ 2694306 w 5430837"/>
              <a:gd name="connsiteY1" fmla="*/ 0 h 5559345"/>
              <a:gd name="connsiteX2" fmla="*/ 2677965 w 5430837"/>
              <a:gd name="connsiteY2" fmla="*/ 77903 h 5559345"/>
              <a:gd name="connsiteX3" fmla="*/ 2932652 w 5430837"/>
              <a:gd name="connsiteY3" fmla="*/ 508056 h 5559345"/>
              <a:gd name="connsiteX4" fmla="*/ 5104987 w 5430837"/>
              <a:gd name="connsiteY4" fmla="*/ 1170118 h 5559345"/>
              <a:gd name="connsiteX5" fmla="*/ 5430837 w 5430837"/>
              <a:gd name="connsiteY5" fmla="*/ 1607752 h 5559345"/>
              <a:gd name="connsiteX6" fmla="*/ 5430837 w 5430837"/>
              <a:gd name="connsiteY6" fmla="*/ 5273404 h 5559345"/>
              <a:gd name="connsiteX7" fmla="*/ 5097496 w 5430837"/>
              <a:gd name="connsiteY7" fmla="*/ 5553939 h 5559345"/>
              <a:gd name="connsiteX8" fmla="*/ 337087 w 5430837"/>
              <a:gd name="connsiteY8" fmla="*/ 4745999 h 5559345"/>
              <a:gd name="connsiteX9" fmla="*/ 0 w 5430837"/>
              <a:gd name="connsiteY9" fmla="*/ 4349510 h 5559345"/>
              <a:gd name="connsiteX10" fmla="*/ 0 w 5430837"/>
              <a:gd name="connsiteY10" fmla="*/ 2303478 h 5559345"/>
              <a:gd name="connsiteX11" fmla="*/ 292142 w 5430837"/>
              <a:gd name="connsiteY11" fmla="*/ 1791035 h 5559345"/>
              <a:gd name="connsiteX12" fmla="*/ 2123645 w 5430837"/>
              <a:gd name="connsiteY12" fmla="*/ 691339 h 5559345"/>
              <a:gd name="connsiteX13" fmla="*/ 2483204 w 5430837"/>
              <a:gd name="connsiteY13" fmla="*/ 182636 h 5559345"/>
              <a:gd name="connsiteX14" fmla="*/ 2511762 w 5430837"/>
              <a:gd name="connsiteY14" fmla="*/ 47044 h 555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30837" h="5559345">
                <a:moveTo>
                  <a:pt x="2521671" y="0"/>
                </a:moveTo>
                <a:lnTo>
                  <a:pt x="2694306" y="0"/>
                </a:lnTo>
                <a:lnTo>
                  <a:pt x="2677965" y="77903"/>
                </a:lnTo>
                <a:cubicBezTo>
                  <a:pt x="2640511" y="261186"/>
                  <a:pt x="2752873" y="451949"/>
                  <a:pt x="2932652" y="508056"/>
                </a:cubicBezTo>
                <a:cubicBezTo>
                  <a:pt x="2932652" y="508056"/>
                  <a:pt x="2932652" y="508056"/>
                  <a:pt x="5104987" y="1170118"/>
                </a:cubicBezTo>
                <a:cubicBezTo>
                  <a:pt x="5284766" y="1222484"/>
                  <a:pt x="5430837" y="1420729"/>
                  <a:pt x="5430837" y="1607752"/>
                </a:cubicBezTo>
                <a:cubicBezTo>
                  <a:pt x="5430837" y="1607752"/>
                  <a:pt x="5430837" y="1607752"/>
                  <a:pt x="5430837" y="5273404"/>
                </a:cubicBezTo>
                <a:cubicBezTo>
                  <a:pt x="5430837" y="5460428"/>
                  <a:pt x="5281021" y="5587603"/>
                  <a:pt x="5097496" y="5553939"/>
                </a:cubicBezTo>
                <a:cubicBezTo>
                  <a:pt x="5097496" y="5553939"/>
                  <a:pt x="5097496" y="5553939"/>
                  <a:pt x="337087" y="4745999"/>
                </a:cubicBezTo>
                <a:cubicBezTo>
                  <a:pt x="149816" y="4712335"/>
                  <a:pt x="0" y="4536534"/>
                  <a:pt x="0" y="4349510"/>
                </a:cubicBezTo>
                <a:cubicBezTo>
                  <a:pt x="0" y="4349510"/>
                  <a:pt x="0" y="4349510"/>
                  <a:pt x="0" y="2303478"/>
                </a:cubicBezTo>
                <a:cubicBezTo>
                  <a:pt x="0" y="2116455"/>
                  <a:pt x="131089" y="1884546"/>
                  <a:pt x="292142" y="1791035"/>
                </a:cubicBezTo>
                <a:cubicBezTo>
                  <a:pt x="292142" y="1791035"/>
                  <a:pt x="292142" y="1791035"/>
                  <a:pt x="2123645" y="691339"/>
                </a:cubicBezTo>
                <a:cubicBezTo>
                  <a:pt x="2284697" y="594087"/>
                  <a:pt x="2445749" y="365919"/>
                  <a:pt x="2483204" y="182636"/>
                </a:cubicBezTo>
                <a:cubicBezTo>
                  <a:pt x="2483204" y="182636"/>
                  <a:pt x="2483204" y="182636"/>
                  <a:pt x="2511762" y="47044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rgbClr val="B4DC96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6240959" y="4221088"/>
            <a:ext cx="5327649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6241201" y="3428881"/>
            <a:ext cx="5327407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6241201" y="2036303"/>
            <a:ext cx="5327407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tx2"/>
          </a:solidFill>
        </p:grpSpPr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pic>
        <p:nvPicPr>
          <p:cNvPr id="15" name="Grafik 14">
            <a:extLst>
              <a:ext uri="{FF2B5EF4-FFF2-40B4-BE49-F238E27FC236}">
                <a16:creationId xmlns:a16="http://schemas.microsoft.com/office/drawing/2014/main" id="{CD092A0D-B500-4EE8-83CC-979425D20B9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5086" y="5334469"/>
            <a:ext cx="2537196" cy="1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63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DDBDB039-0CA7-4FA8-9C75-5FECB6CDEBEE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B4DC96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FB7EC5E-A7E9-431E-BC77-1A0B1DD183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951538" y="3597205"/>
            <a:ext cx="5617069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40FBDE2-BCE2-427F-8571-D9E79F8793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952081" y="2877197"/>
            <a:ext cx="5616521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729A71-422A-4929-A96B-1354F19913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952081" y="1484784"/>
            <a:ext cx="5616521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5" name="Logo Merck">
            <a:extLst>
              <a:ext uri="{FF2B5EF4-FFF2-40B4-BE49-F238E27FC236}">
                <a16:creationId xmlns:a16="http://schemas.microsoft.com/office/drawing/2014/main" id="{88F44305-C7C4-4DA1-A8CB-EF17D89CEF5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tx2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FC399BD6-BD3D-440C-854C-C13F7F76E41E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F35CDA6D-3986-4E74-A2EE-692FE1A31AA8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A5DD78A6-97DE-4CA3-9D7A-D1200A04CC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4932"/>
          <a:stretch/>
        </p:blipFill>
        <p:spPr>
          <a:xfrm>
            <a:off x="-1" y="1505528"/>
            <a:ext cx="5316105" cy="469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412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13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342900" indent="-342900">
              <a:buClr>
                <a:schemeClr val="tx2"/>
              </a:buClr>
              <a:buFont typeface="+mj-lt"/>
              <a:buAutoNum type="arabicPeriod"/>
              <a:defRPr/>
            </a:lvl1pPr>
            <a:lvl2pPr marL="534988" indent="-179388">
              <a:defRPr/>
            </a:lvl2pPr>
            <a:lvl3pPr marL="715963" indent="-179388">
              <a:defRPr/>
            </a:lvl3pPr>
            <a:lvl4pPr marL="896938" indent="-179388">
              <a:defRPr/>
            </a:lvl4pPr>
            <a:lvl5pPr marL="449263" indent="0">
              <a:buNone/>
              <a:defRPr/>
            </a:lvl5pPr>
          </a:lstStyle>
          <a:p>
            <a:pPr lvl="0"/>
            <a:r>
              <a:rPr lang="en-US" dirty="0"/>
              <a:t>Insert your agenda points here. Use the button “increase list level” to add </a:t>
            </a:r>
            <a:r>
              <a:rPr lang="en-US" dirty="0" err="1"/>
              <a:t>subitems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 can find other agenda designs within the slide library.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934EA1-1883-4D38-9FDC-7B4EE39EA9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116324-0C1D-439A-912E-27AE05A10F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701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AB8F34D-A5C0-4BC9-B0F3-11856D9ED0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2AE53-FF41-4032-9C92-554890CB3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717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EF66B1-2B35-4F3D-8FA1-45C43C9298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94110D-FB2C-4548-B1FA-4A7EB94F13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06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845" y="1484314"/>
            <a:ext cx="3454931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4368803" y="1484314"/>
            <a:ext cx="3455986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0" hasCustomPrompt="1"/>
          </p:nvPr>
        </p:nvSpPr>
        <p:spPr bwMode="gray">
          <a:xfrm>
            <a:off x="8112000" y="1484313"/>
            <a:ext cx="345600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1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328EC7-157B-409E-AF0F-00B8B6EE2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2B2B86B-BA50-4AE8-98E0-0C5519E10E5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235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C1A3A0B-4241-4AC5-A07E-A9AC7CC4A1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E51C11-1DC2-48EC-9664-E7966335E1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962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0A9CDC7-20FE-4015-BB2F-26E366E6C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D688B9-CABE-45F1-B4B1-9FC6D616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</p:spTree>
    <p:extLst>
      <p:ext uri="{BB962C8B-B14F-4D97-AF65-F5344CB8AC3E}">
        <p14:creationId xmlns:p14="http://schemas.microsoft.com/office/powerpoint/2010/main" val="278308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F95D2044-187C-47C7-AD4E-C061D33C305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5" name="Freihandform: Form 24">
            <a:extLst>
              <a:ext uri="{FF2B5EF4-FFF2-40B4-BE49-F238E27FC236}">
                <a16:creationId xmlns:a16="http://schemas.microsoft.com/office/drawing/2014/main" id="{BD2BE75E-D5AB-44B1-AB40-D9318ED7B138}"/>
              </a:ext>
            </a:extLst>
          </p:cNvPr>
          <p:cNvSpPr/>
          <p:nvPr userDrawn="1"/>
        </p:nvSpPr>
        <p:spPr bwMode="gray">
          <a:xfrm>
            <a:off x="0" y="1"/>
            <a:ext cx="3999547" cy="6861175"/>
          </a:xfrm>
          <a:custGeom>
            <a:avLst/>
            <a:gdLst>
              <a:gd name="connsiteX0" fmla="*/ 586277 w 3999547"/>
              <a:gd name="connsiteY0" fmla="*/ 0 h 6861175"/>
              <a:gd name="connsiteX1" fmla="*/ 840634 w 3999547"/>
              <a:gd name="connsiteY1" fmla="*/ 0 h 6861175"/>
              <a:gd name="connsiteX2" fmla="*/ 1079101 w 3999547"/>
              <a:gd name="connsiteY2" fmla="*/ 0 h 6861175"/>
              <a:gd name="connsiteX3" fmla="*/ 1302187 w 3999547"/>
              <a:gd name="connsiteY3" fmla="*/ 0 h 6861175"/>
              <a:gd name="connsiteX4" fmla="*/ 1510408 w 3999547"/>
              <a:gd name="connsiteY4" fmla="*/ 0 h 6861175"/>
              <a:gd name="connsiteX5" fmla="*/ 1884299 w 3999547"/>
              <a:gd name="connsiteY5" fmla="*/ 0 h 6861175"/>
              <a:gd name="connsiteX6" fmla="*/ 2204874 w 3999547"/>
              <a:gd name="connsiteY6" fmla="*/ 0 h 6861175"/>
              <a:gd name="connsiteX7" fmla="*/ 2476234 w 3999547"/>
              <a:gd name="connsiteY7" fmla="*/ 0 h 6861175"/>
              <a:gd name="connsiteX8" fmla="*/ 2702483 w 3999547"/>
              <a:gd name="connsiteY8" fmla="*/ 0 h 6861175"/>
              <a:gd name="connsiteX9" fmla="*/ 2887719 w 3999547"/>
              <a:gd name="connsiteY9" fmla="*/ 0 h 6861175"/>
              <a:gd name="connsiteX10" fmla="*/ 3036045 w 3999547"/>
              <a:gd name="connsiteY10" fmla="*/ 0 h 6861175"/>
              <a:gd name="connsiteX11" fmla="*/ 3151561 w 3999547"/>
              <a:gd name="connsiteY11" fmla="*/ 0 h 6861175"/>
              <a:gd name="connsiteX12" fmla="*/ 3238370 w 3999547"/>
              <a:gd name="connsiteY12" fmla="*/ 0 h 6861175"/>
              <a:gd name="connsiteX13" fmla="*/ 3300571 w 3999547"/>
              <a:gd name="connsiteY13" fmla="*/ 0 h 6861175"/>
              <a:gd name="connsiteX14" fmla="*/ 3342267 w 3999547"/>
              <a:gd name="connsiteY14" fmla="*/ 0 h 6861175"/>
              <a:gd name="connsiteX15" fmla="*/ 3367557 w 3999547"/>
              <a:gd name="connsiteY15" fmla="*/ 0 h 6861175"/>
              <a:gd name="connsiteX16" fmla="*/ 3380544 w 3999547"/>
              <a:gd name="connsiteY16" fmla="*/ 0 h 6861175"/>
              <a:gd name="connsiteX17" fmla="*/ 3386012 w 3999547"/>
              <a:gd name="connsiteY17" fmla="*/ 0 h 6861175"/>
              <a:gd name="connsiteX18" fmla="*/ 3463675 w 3999547"/>
              <a:gd name="connsiteY18" fmla="*/ 446854 h 6861175"/>
              <a:gd name="connsiteX19" fmla="*/ 3921884 w 3999547"/>
              <a:gd name="connsiteY19" fmla="*/ 446854 h 6861175"/>
              <a:gd name="connsiteX20" fmla="*/ 3999547 w 3999547"/>
              <a:gd name="connsiteY20" fmla="*/ 722738 h 6861175"/>
              <a:gd name="connsiteX21" fmla="*/ 3467558 w 3999547"/>
              <a:gd name="connsiteY21" fmla="*/ 858738 h 6861175"/>
              <a:gd name="connsiteX22" fmla="*/ 2026917 w 3999547"/>
              <a:gd name="connsiteY22" fmla="*/ 998622 h 6861175"/>
              <a:gd name="connsiteX23" fmla="*/ 1211460 w 3999547"/>
              <a:gd name="connsiteY23" fmla="*/ 1546505 h 6861175"/>
              <a:gd name="connsiteX24" fmla="*/ 636757 w 3999547"/>
              <a:gd name="connsiteY24" fmla="*/ 2622839 h 6861175"/>
              <a:gd name="connsiteX25" fmla="*/ 481431 w 3999547"/>
              <a:gd name="connsiteY25" fmla="*/ 3143522 h 6861175"/>
              <a:gd name="connsiteX26" fmla="*/ 489198 w 3999547"/>
              <a:gd name="connsiteY26" fmla="*/ 3683632 h 6861175"/>
              <a:gd name="connsiteX27" fmla="*/ 842563 w 3999547"/>
              <a:gd name="connsiteY27" fmla="*/ 5502135 h 6861175"/>
              <a:gd name="connsiteX28" fmla="*/ 1378434 w 3999547"/>
              <a:gd name="connsiteY28" fmla="*/ 6407499 h 6861175"/>
              <a:gd name="connsiteX29" fmla="*/ 1847103 w 3999547"/>
              <a:gd name="connsiteY29" fmla="*/ 6795996 h 6861175"/>
              <a:gd name="connsiteX30" fmla="*/ 1925733 w 3999547"/>
              <a:gd name="connsiteY30" fmla="*/ 6861175 h 6861175"/>
              <a:gd name="connsiteX31" fmla="*/ 1504520 w 3999547"/>
              <a:gd name="connsiteY31" fmla="*/ 6861175 h 6861175"/>
              <a:gd name="connsiteX32" fmla="*/ 1491531 w 3999547"/>
              <a:gd name="connsiteY32" fmla="*/ 6850468 h 6861175"/>
              <a:gd name="connsiteX33" fmla="*/ 1246408 w 3999547"/>
              <a:gd name="connsiteY33" fmla="*/ 6648412 h 6861175"/>
              <a:gd name="connsiteX34" fmla="*/ 392119 w 3999547"/>
              <a:gd name="connsiteY34" fmla="*/ 6660070 h 6861175"/>
              <a:gd name="connsiteX35" fmla="*/ 164178 w 3999547"/>
              <a:gd name="connsiteY35" fmla="*/ 6858681 h 6861175"/>
              <a:gd name="connsiteX36" fmla="*/ 161315 w 3999547"/>
              <a:gd name="connsiteY36" fmla="*/ 6861175 h 6861175"/>
              <a:gd name="connsiteX37" fmla="*/ 0 w 3999547"/>
              <a:gd name="connsiteY37" fmla="*/ 6861175 h 6861175"/>
              <a:gd name="connsiteX38" fmla="*/ 0 w 3999547"/>
              <a:gd name="connsiteY38" fmla="*/ 2888128 h 6861175"/>
              <a:gd name="connsiteX39" fmla="*/ 49919 w 3999547"/>
              <a:gd name="connsiteY39" fmla="*/ 2855496 h 6861175"/>
              <a:gd name="connsiteX40" fmla="*/ 396003 w 3999547"/>
              <a:gd name="connsiteY40" fmla="*/ 2479070 h 6861175"/>
              <a:gd name="connsiteX41" fmla="*/ 935757 w 3999547"/>
              <a:gd name="connsiteY41" fmla="*/ 1457133 h 6861175"/>
              <a:gd name="connsiteX42" fmla="*/ 896927 w 3999547"/>
              <a:gd name="connsiteY42" fmla="*/ 493482 h 6861175"/>
              <a:gd name="connsiteX43" fmla="*/ 586277 w 3999547"/>
              <a:gd name="connsiteY43" fmla="*/ 0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999547" h="6861175">
                <a:moveTo>
                  <a:pt x="586277" y="0"/>
                </a:moveTo>
                <a:lnTo>
                  <a:pt x="840634" y="0"/>
                </a:lnTo>
                <a:lnTo>
                  <a:pt x="1079101" y="0"/>
                </a:lnTo>
                <a:lnTo>
                  <a:pt x="1302187" y="0"/>
                </a:lnTo>
                <a:lnTo>
                  <a:pt x="1510408" y="0"/>
                </a:lnTo>
                <a:lnTo>
                  <a:pt x="1884299" y="0"/>
                </a:lnTo>
                <a:lnTo>
                  <a:pt x="2204874" y="0"/>
                </a:lnTo>
                <a:lnTo>
                  <a:pt x="2476234" y="0"/>
                </a:lnTo>
                <a:lnTo>
                  <a:pt x="2702483" y="0"/>
                </a:lnTo>
                <a:lnTo>
                  <a:pt x="2887719" y="0"/>
                </a:lnTo>
                <a:lnTo>
                  <a:pt x="3036045" y="0"/>
                </a:lnTo>
                <a:lnTo>
                  <a:pt x="3151561" y="0"/>
                </a:lnTo>
                <a:lnTo>
                  <a:pt x="3238370" y="0"/>
                </a:lnTo>
                <a:lnTo>
                  <a:pt x="3300571" y="0"/>
                </a:lnTo>
                <a:lnTo>
                  <a:pt x="3342267" y="0"/>
                </a:lnTo>
                <a:lnTo>
                  <a:pt x="3367557" y="0"/>
                </a:lnTo>
                <a:lnTo>
                  <a:pt x="3380544" y="0"/>
                </a:lnTo>
                <a:lnTo>
                  <a:pt x="3386012" y="0"/>
                </a:lnTo>
                <a:cubicBezTo>
                  <a:pt x="3463675" y="446854"/>
                  <a:pt x="3463675" y="446854"/>
                  <a:pt x="3463675" y="446854"/>
                </a:cubicBezTo>
                <a:cubicBezTo>
                  <a:pt x="3921884" y="446854"/>
                  <a:pt x="3921884" y="446854"/>
                  <a:pt x="3921884" y="446854"/>
                </a:cubicBezTo>
                <a:cubicBezTo>
                  <a:pt x="3999547" y="722738"/>
                  <a:pt x="3999547" y="722738"/>
                  <a:pt x="3999547" y="722738"/>
                </a:cubicBezTo>
                <a:cubicBezTo>
                  <a:pt x="3467558" y="858738"/>
                  <a:pt x="3467558" y="858738"/>
                  <a:pt x="3467558" y="858738"/>
                </a:cubicBezTo>
                <a:cubicBezTo>
                  <a:pt x="2026917" y="998622"/>
                  <a:pt x="2026917" y="998622"/>
                  <a:pt x="2026917" y="998622"/>
                </a:cubicBezTo>
                <a:cubicBezTo>
                  <a:pt x="1724033" y="1029708"/>
                  <a:pt x="1355136" y="1278391"/>
                  <a:pt x="1211460" y="1546505"/>
                </a:cubicBezTo>
                <a:cubicBezTo>
                  <a:pt x="636757" y="2622839"/>
                  <a:pt x="636757" y="2622839"/>
                  <a:pt x="636757" y="2622839"/>
                </a:cubicBezTo>
                <a:cubicBezTo>
                  <a:pt x="566861" y="2758839"/>
                  <a:pt x="512497" y="2949238"/>
                  <a:pt x="481431" y="3143522"/>
                </a:cubicBezTo>
                <a:cubicBezTo>
                  <a:pt x="489198" y="3683632"/>
                  <a:pt x="489198" y="3683632"/>
                  <a:pt x="489198" y="3683632"/>
                </a:cubicBezTo>
                <a:cubicBezTo>
                  <a:pt x="842563" y="5502135"/>
                  <a:pt x="842563" y="5502135"/>
                  <a:pt x="842563" y="5502135"/>
                </a:cubicBezTo>
                <a:cubicBezTo>
                  <a:pt x="900810" y="5801332"/>
                  <a:pt x="1145447" y="6209330"/>
                  <a:pt x="1378434" y="6407499"/>
                </a:cubicBezTo>
                <a:cubicBezTo>
                  <a:pt x="1550263" y="6549934"/>
                  <a:pt x="1705982" y="6679016"/>
                  <a:pt x="1847103" y="6795996"/>
                </a:cubicBezTo>
                <a:lnTo>
                  <a:pt x="1925733" y="6861175"/>
                </a:lnTo>
                <a:lnTo>
                  <a:pt x="1504520" y="6861175"/>
                </a:lnTo>
                <a:lnTo>
                  <a:pt x="1491531" y="6850468"/>
                </a:lnTo>
                <a:cubicBezTo>
                  <a:pt x="1246408" y="6648412"/>
                  <a:pt x="1246408" y="6648412"/>
                  <a:pt x="1246408" y="6648412"/>
                </a:cubicBezTo>
                <a:cubicBezTo>
                  <a:pt x="1009538" y="6454129"/>
                  <a:pt x="625107" y="6458014"/>
                  <a:pt x="392119" y="6660070"/>
                </a:cubicBezTo>
                <a:cubicBezTo>
                  <a:pt x="302929" y="6737784"/>
                  <a:pt x="227674" y="6803355"/>
                  <a:pt x="164178" y="6858681"/>
                </a:cubicBezTo>
                <a:lnTo>
                  <a:pt x="161315" y="6861175"/>
                </a:lnTo>
                <a:lnTo>
                  <a:pt x="0" y="6861175"/>
                </a:lnTo>
                <a:lnTo>
                  <a:pt x="0" y="2888128"/>
                </a:lnTo>
                <a:lnTo>
                  <a:pt x="49919" y="2855496"/>
                </a:lnTo>
                <a:cubicBezTo>
                  <a:pt x="196993" y="2749125"/>
                  <a:pt x="324165" y="2615069"/>
                  <a:pt x="396003" y="2479070"/>
                </a:cubicBezTo>
                <a:cubicBezTo>
                  <a:pt x="935757" y="1457133"/>
                  <a:pt x="935757" y="1457133"/>
                  <a:pt x="935757" y="1457133"/>
                </a:cubicBezTo>
                <a:cubicBezTo>
                  <a:pt x="1079433" y="1185135"/>
                  <a:pt x="1063902" y="753824"/>
                  <a:pt x="896927" y="493482"/>
                </a:cubicBezTo>
                <a:cubicBezTo>
                  <a:pt x="586277" y="0"/>
                  <a:pt x="586277" y="0"/>
                  <a:pt x="586277" y="0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accent5"/>
          </a:solidFill>
        </p:grpSpPr>
        <p:sp>
          <p:nvSpPr>
            <p:cNvPr id="11" name="Freeform 9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Freeform 44">
            <a:extLst>
              <a:ext uri="{FF2B5EF4-FFF2-40B4-BE49-F238E27FC236}">
                <a16:creationId xmlns:a16="http://schemas.microsoft.com/office/drawing/2014/main" id="{9A8F742A-9FBF-459B-B20B-99B25183DBD7}"/>
              </a:ext>
            </a:extLst>
          </p:cNvPr>
          <p:cNvSpPr>
            <a:spLocks/>
          </p:cNvSpPr>
          <p:nvPr userDrawn="1"/>
        </p:nvSpPr>
        <p:spPr bwMode="auto">
          <a:xfrm flipH="1">
            <a:off x="0" y="3175"/>
            <a:ext cx="8566150" cy="6854825"/>
          </a:xfrm>
          <a:custGeom>
            <a:avLst/>
            <a:gdLst>
              <a:gd name="T0" fmla="*/ 1666 w 3171"/>
              <a:gd name="T1" fmla="*/ 1920 h 2540"/>
              <a:gd name="T2" fmla="*/ 1666 w 3171"/>
              <a:gd name="T3" fmla="*/ 633 h 2540"/>
              <a:gd name="T4" fmla="*/ 1972 w 3171"/>
              <a:gd name="T5" fmla="*/ 149 h 2540"/>
              <a:gd name="T6" fmla="*/ 2290 w 3171"/>
              <a:gd name="T7" fmla="*/ 0 h 2540"/>
              <a:gd name="T8" fmla="*/ 60 w 3171"/>
              <a:gd name="T9" fmla="*/ 0 h 2540"/>
              <a:gd name="T10" fmla="*/ 1099 w 3171"/>
              <a:gd name="T11" fmla="*/ 171 h 2540"/>
              <a:gd name="T12" fmla="*/ 1431 w 3171"/>
              <a:gd name="T13" fmla="*/ 562 h 2540"/>
              <a:gd name="T14" fmla="*/ 1431 w 3171"/>
              <a:gd name="T15" fmla="*/ 1968 h 2540"/>
              <a:gd name="T16" fmla="*/ 1099 w 3171"/>
              <a:gd name="T17" fmla="*/ 2363 h 2540"/>
              <a:gd name="T18" fmla="*/ 0 w 3171"/>
              <a:gd name="T19" fmla="*/ 2540 h 2540"/>
              <a:gd name="T20" fmla="*/ 3171 w 3171"/>
              <a:gd name="T21" fmla="*/ 2540 h 2540"/>
              <a:gd name="T22" fmla="*/ 3171 w 3171"/>
              <a:gd name="T23" fmla="*/ 2423 h 2540"/>
              <a:gd name="T24" fmla="*/ 2002 w 3171"/>
              <a:gd name="T25" fmla="*/ 2296 h 2540"/>
              <a:gd name="T26" fmla="*/ 1666 w 3171"/>
              <a:gd name="T27" fmla="*/ 1920 h 2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171" h="2540">
                <a:moveTo>
                  <a:pt x="1666" y="1920"/>
                </a:moveTo>
                <a:cubicBezTo>
                  <a:pt x="1666" y="1920"/>
                  <a:pt x="1666" y="1920"/>
                  <a:pt x="1666" y="633"/>
                </a:cubicBezTo>
                <a:cubicBezTo>
                  <a:pt x="1666" y="447"/>
                  <a:pt x="1804" y="231"/>
                  <a:pt x="1972" y="149"/>
                </a:cubicBezTo>
                <a:cubicBezTo>
                  <a:pt x="1972" y="149"/>
                  <a:pt x="1972" y="149"/>
                  <a:pt x="2290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349" y="48"/>
                  <a:pt x="692" y="104"/>
                  <a:pt x="1099" y="171"/>
                </a:cubicBezTo>
                <a:cubicBezTo>
                  <a:pt x="1282" y="201"/>
                  <a:pt x="1431" y="376"/>
                  <a:pt x="1431" y="562"/>
                </a:cubicBezTo>
                <a:cubicBezTo>
                  <a:pt x="1431" y="562"/>
                  <a:pt x="1431" y="562"/>
                  <a:pt x="1431" y="1968"/>
                </a:cubicBezTo>
                <a:cubicBezTo>
                  <a:pt x="1431" y="2154"/>
                  <a:pt x="1282" y="2333"/>
                  <a:pt x="1099" y="2363"/>
                </a:cubicBezTo>
                <a:cubicBezTo>
                  <a:pt x="1099" y="2363"/>
                  <a:pt x="1099" y="2363"/>
                  <a:pt x="0" y="2540"/>
                </a:cubicBezTo>
                <a:cubicBezTo>
                  <a:pt x="3171" y="2540"/>
                  <a:pt x="3171" y="2540"/>
                  <a:pt x="3171" y="2540"/>
                </a:cubicBezTo>
                <a:cubicBezTo>
                  <a:pt x="3171" y="2423"/>
                  <a:pt x="3171" y="2423"/>
                  <a:pt x="3171" y="2423"/>
                </a:cubicBezTo>
                <a:cubicBezTo>
                  <a:pt x="2836" y="2387"/>
                  <a:pt x="2449" y="2344"/>
                  <a:pt x="2002" y="2296"/>
                </a:cubicBezTo>
                <a:cubicBezTo>
                  <a:pt x="1819" y="2273"/>
                  <a:pt x="1666" y="2106"/>
                  <a:pt x="1666" y="1920"/>
                </a:cubicBezTo>
                <a:close/>
              </a:path>
            </a:pathLst>
          </a:custGeom>
          <a:solidFill>
            <a:srgbClr val="B4DC9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99456" y="3861048"/>
            <a:ext cx="2880418" cy="2231777"/>
          </a:xfrm>
          <a:prstGeom prst="rect">
            <a:avLst/>
          </a:prstGeom>
        </p:spPr>
        <p:txBody>
          <a:bodyPr wrap="none" anchor="b"/>
          <a:lstStyle>
            <a:lvl1pPr marL="0" indent="0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tx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807968" y="1988841"/>
            <a:ext cx="5760146" cy="1368151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rgbClr val="B4DC96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</p:spTree>
    <p:extLst>
      <p:ext uri="{BB962C8B-B14F-4D97-AF65-F5344CB8AC3E}">
        <p14:creationId xmlns:p14="http://schemas.microsoft.com/office/powerpoint/2010/main" val="11385208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CA0D72E8-DEB9-48A1-8FC4-9CCFEF056B56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B4DC96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0F5841-5298-4B7F-9290-C3B81EA05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51538" y="3357563"/>
            <a:ext cx="5616575" cy="2232025"/>
          </a:xfrm>
        </p:spPr>
        <p:txBody>
          <a:bodyPr tIns="7200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chemeClr val="accent1"/>
                </a:solidFill>
                <a:latin typeface="Merck" panose="02060803030402040803" pitchFamily="18" charset="0"/>
              </a:defRPr>
            </a:lvl1pPr>
            <a:lvl2pPr>
              <a:defRPr sz="3600" b="0">
                <a:solidFill>
                  <a:schemeClr val="accent1"/>
                </a:solidFill>
                <a:latin typeface="Merck" panose="02060803030402040803" pitchFamily="18" charset="0"/>
              </a:defRPr>
            </a:lvl2pPr>
            <a:lvl3pPr>
              <a:defRPr sz="3600" b="0">
                <a:solidFill>
                  <a:schemeClr val="accent1"/>
                </a:solidFill>
                <a:latin typeface="Merck" panose="02060803030402040803" pitchFamily="18" charset="0"/>
              </a:defRPr>
            </a:lvl3pPr>
            <a:lvl4pPr>
              <a:defRPr sz="3600" b="0">
                <a:solidFill>
                  <a:schemeClr val="accent1"/>
                </a:solidFill>
                <a:latin typeface="Merck" panose="02060803030402040803" pitchFamily="18" charset="0"/>
              </a:defRPr>
            </a:lvl4pPr>
            <a:lvl5pPr>
              <a:defRPr sz="3600" b="0">
                <a:solidFill>
                  <a:schemeClr val="accent1"/>
                </a:solidFill>
                <a:latin typeface="Merck" panose="02060803030402040803" pitchFamily="18" charset="0"/>
              </a:defRPr>
            </a:lvl5pPr>
          </a:lstStyle>
          <a:p>
            <a:pPr lvl="0"/>
            <a:r>
              <a:rPr lang="en-US" dirty="0"/>
              <a:t>Chapter name </a:t>
            </a:r>
            <a:br>
              <a:rPr lang="en-US" dirty="0"/>
            </a:br>
            <a:r>
              <a:rPr lang="en-US" dirty="0"/>
              <a:t>in two lines </a:t>
            </a:r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25ABA3AF-18EE-42C2-8936-9FB64B4FA250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tx2"/>
          </a:solidFill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9102314-C7A7-4DC4-870E-3B46E88A4537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DB9C0CA-0C97-4C4F-9DAE-F17419620AF3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5A531FAD-01AA-40AC-BD05-ED0A3E318A13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A72C1FF1-ED27-4E89-8B6E-84F3484EBDAC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EFCE393E-3424-4A95-BA5A-F3B6D3DDFD2E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4EF67D4-3A07-486E-A63A-6D6AF80062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tx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174A003-C185-489E-9E43-9922CF44A4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6897"/>
          <a:stretch/>
        </p:blipFill>
        <p:spPr>
          <a:xfrm>
            <a:off x="0" y="2031279"/>
            <a:ext cx="5488186" cy="364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95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3">
            <a:extLst>
              <a:ext uri="{FF2B5EF4-FFF2-40B4-BE49-F238E27FC236}">
                <a16:creationId xmlns:a16="http://schemas.microsoft.com/office/drawing/2014/main" id="{B38C5F89-6B12-48FB-8245-A5A593142B73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B4DC96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Placeholder AP1 Details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68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4" name="Text Placeholder AP1 Name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48478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5" name="Text Placeholder AP1 Details">
            <a:extLst>
              <a:ext uri="{FF2B5EF4-FFF2-40B4-BE49-F238E27FC236}">
                <a16:creationId xmlns:a16="http://schemas.microsoft.com/office/drawing/2014/main" id="{9D7C527A-CAFB-4E43-BB5A-9A14F133AF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3483" y="443732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16" name="Text Placeholder AP1 Name">
            <a:extLst>
              <a:ext uri="{FF2B5EF4-FFF2-40B4-BE49-F238E27FC236}">
                <a16:creationId xmlns:a16="http://schemas.microsoft.com/office/drawing/2014/main" id="{2DA765EA-89A4-44AC-8EE1-E408FFA54A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3392" y="393342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23" name="Text Placeholder AP1 Details">
            <a:extLst>
              <a:ext uri="{FF2B5EF4-FFF2-40B4-BE49-F238E27FC236}">
                <a16:creationId xmlns:a16="http://schemas.microsoft.com/office/drawing/2014/main" id="{1AD3E7E9-BC92-4039-9FE8-8B9BE2F1DF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431795" y="4436952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24" name="Text Placeholder AP1 Name">
            <a:extLst>
              <a:ext uri="{FF2B5EF4-FFF2-40B4-BE49-F238E27FC236}">
                <a16:creationId xmlns:a16="http://schemas.microsoft.com/office/drawing/2014/main" id="{D51B0300-283C-4494-BC4A-3BC70337C1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431704" y="3933056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2313955-C406-4229-AE5F-080A80787C3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21551" y="3969011"/>
            <a:ext cx="4249260" cy="212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06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53" imgH="353" progId="TCLayout.ActiveDocument.1">
                  <p:embed/>
                </p:oleObj>
              </mc:Choice>
              <mc:Fallback>
                <p:oleObj name="think-cell Slide" r:id="rId20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Gerade Verbindung 36"/>
          <p:cNvCxnSpPr/>
          <p:nvPr/>
        </p:nvCxnSpPr>
        <p:spPr bwMode="gray">
          <a:xfrm flipV="1">
            <a:off x="624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7"/>
          <p:cNvCxnSpPr/>
          <p:nvPr/>
        </p:nvCxnSpPr>
        <p:spPr bwMode="gray">
          <a:xfrm flipV="1">
            <a:off x="1272000" y="-171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36"/>
          <p:cNvCxnSpPr/>
          <p:nvPr/>
        </p:nvCxnSpPr>
        <p:spPr bwMode="gray">
          <a:xfrm flipV="1">
            <a:off x="1560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37"/>
          <p:cNvCxnSpPr/>
          <p:nvPr/>
        </p:nvCxnSpPr>
        <p:spPr bwMode="gray">
          <a:xfrm flipV="1">
            <a:off x="2208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36"/>
          <p:cNvCxnSpPr/>
          <p:nvPr/>
        </p:nvCxnSpPr>
        <p:spPr bwMode="gray">
          <a:xfrm flipV="1">
            <a:off x="2496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37"/>
          <p:cNvCxnSpPr/>
          <p:nvPr/>
        </p:nvCxnSpPr>
        <p:spPr bwMode="gray">
          <a:xfrm flipV="1">
            <a:off x="3144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36"/>
          <p:cNvCxnSpPr/>
          <p:nvPr/>
        </p:nvCxnSpPr>
        <p:spPr bwMode="gray">
          <a:xfrm flipV="1">
            <a:off x="3432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37"/>
          <p:cNvCxnSpPr/>
          <p:nvPr/>
        </p:nvCxnSpPr>
        <p:spPr bwMode="gray">
          <a:xfrm flipV="1">
            <a:off x="4080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36"/>
          <p:cNvCxnSpPr/>
          <p:nvPr/>
        </p:nvCxnSpPr>
        <p:spPr bwMode="gray">
          <a:xfrm flipV="1">
            <a:off x="4368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37"/>
          <p:cNvCxnSpPr/>
          <p:nvPr/>
        </p:nvCxnSpPr>
        <p:spPr bwMode="gray">
          <a:xfrm flipV="1">
            <a:off x="5016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36"/>
          <p:cNvCxnSpPr/>
          <p:nvPr/>
        </p:nvCxnSpPr>
        <p:spPr bwMode="gray">
          <a:xfrm flipV="1">
            <a:off x="5304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37"/>
          <p:cNvCxnSpPr/>
          <p:nvPr/>
        </p:nvCxnSpPr>
        <p:spPr bwMode="gray">
          <a:xfrm flipV="1">
            <a:off x="5952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36"/>
          <p:cNvCxnSpPr/>
          <p:nvPr/>
        </p:nvCxnSpPr>
        <p:spPr bwMode="gray">
          <a:xfrm flipV="1">
            <a:off x="6240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37"/>
          <p:cNvCxnSpPr/>
          <p:nvPr/>
        </p:nvCxnSpPr>
        <p:spPr bwMode="gray">
          <a:xfrm flipV="1">
            <a:off x="6888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36"/>
          <p:cNvCxnSpPr/>
          <p:nvPr/>
        </p:nvCxnSpPr>
        <p:spPr bwMode="gray">
          <a:xfrm flipV="1">
            <a:off x="7176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37"/>
          <p:cNvCxnSpPr/>
          <p:nvPr/>
        </p:nvCxnSpPr>
        <p:spPr bwMode="gray">
          <a:xfrm flipV="1">
            <a:off x="7824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36"/>
          <p:cNvCxnSpPr/>
          <p:nvPr/>
        </p:nvCxnSpPr>
        <p:spPr bwMode="gray">
          <a:xfrm flipV="1">
            <a:off x="8112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7"/>
          <p:cNvCxnSpPr/>
          <p:nvPr/>
        </p:nvCxnSpPr>
        <p:spPr bwMode="gray">
          <a:xfrm flipV="1">
            <a:off x="8760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6"/>
          <p:cNvCxnSpPr/>
          <p:nvPr/>
        </p:nvCxnSpPr>
        <p:spPr bwMode="gray">
          <a:xfrm flipV="1">
            <a:off x="9048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7"/>
          <p:cNvCxnSpPr/>
          <p:nvPr/>
        </p:nvCxnSpPr>
        <p:spPr bwMode="gray">
          <a:xfrm flipV="1">
            <a:off x="9696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6"/>
          <p:cNvCxnSpPr/>
          <p:nvPr/>
        </p:nvCxnSpPr>
        <p:spPr bwMode="gray">
          <a:xfrm flipV="1">
            <a:off x="9984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7"/>
          <p:cNvCxnSpPr/>
          <p:nvPr/>
        </p:nvCxnSpPr>
        <p:spPr bwMode="gray">
          <a:xfrm flipV="1">
            <a:off x="10632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6"/>
          <p:cNvCxnSpPr/>
          <p:nvPr/>
        </p:nvCxnSpPr>
        <p:spPr bwMode="gray">
          <a:xfrm flipV="1">
            <a:off x="10920000" y="-16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7"/>
          <p:cNvCxnSpPr/>
          <p:nvPr/>
        </p:nvCxnSpPr>
        <p:spPr bwMode="gray">
          <a:xfrm flipV="1">
            <a:off x="11568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6"/>
          <p:cNvCxnSpPr/>
          <p:nvPr/>
        </p:nvCxnSpPr>
        <p:spPr bwMode="gray">
          <a:xfrm flipV="1">
            <a:off x="624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7"/>
          <p:cNvCxnSpPr/>
          <p:nvPr/>
        </p:nvCxnSpPr>
        <p:spPr bwMode="gray">
          <a:xfrm flipV="1">
            <a:off x="1272000" y="6952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6"/>
          <p:cNvCxnSpPr/>
          <p:nvPr/>
        </p:nvCxnSpPr>
        <p:spPr bwMode="gray">
          <a:xfrm flipV="1">
            <a:off x="1560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37"/>
          <p:cNvCxnSpPr/>
          <p:nvPr/>
        </p:nvCxnSpPr>
        <p:spPr bwMode="gray">
          <a:xfrm flipV="1">
            <a:off x="2208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36"/>
          <p:cNvCxnSpPr/>
          <p:nvPr/>
        </p:nvCxnSpPr>
        <p:spPr bwMode="gray">
          <a:xfrm flipV="1">
            <a:off x="2496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7"/>
          <p:cNvCxnSpPr/>
          <p:nvPr/>
        </p:nvCxnSpPr>
        <p:spPr bwMode="gray">
          <a:xfrm flipV="1">
            <a:off x="3144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36"/>
          <p:cNvCxnSpPr/>
          <p:nvPr/>
        </p:nvCxnSpPr>
        <p:spPr bwMode="gray">
          <a:xfrm flipV="1">
            <a:off x="3432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37"/>
          <p:cNvCxnSpPr/>
          <p:nvPr/>
        </p:nvCxnSpPr>
        <p:spPr bwMode="gray">
          <a:xfrm flipV="1">
            <a:off x="4080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36"/>
          <p:cNvCxnSpPr/>
          <p:nvPr/>
        </p:nvCxnSpPr>
        <p:spPr bwMode="gray">
          <a:xfrm flipV="1">
            <a:off x="4368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37"/>
          <p:cNvCxnSpPr/>
          <p:nvPr/>
        </p:nvCxnSpPr>
        <p:spPr bwMode="gray">
          <a:xfrm flipV="1">
            <a:off x="5016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36"/>
          <p:cNvCxnSpPr/>
          <p:nvPr/>
        </p:nvCxnSpPr>
        <p:spPr bwMode="gray">
          <a:xfrm flipV="1">
            <a:off x="5304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37"/>
          <p:cNvCxnSpPr/>
          <p:nvPr/>
        </p:nvCxnSpPr>
        <p:spPr bwMode="gray">
          <a:xfrm flipV="1">
            <a:off x="5952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36"/>
          <p:cNvCxnSpPr/>
          <p:nvPr/>
        </p:nvCxnSpPr>
        <p:spPr bwMode="gray">
          <a:xfrm flipV="1">
            <a:off x="6240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37"/>
          <p:cNvCxnSpPr/>
          <p:nvPr/>
        </p:nvCxnSpPr>
        <p:spPr bwMode="gray">
          <a:xfrm flipV="1">
            <a:off x="6888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36"/>
          <p:cNvCxnSpPr/>
          <p:nvPr/>
        </p:nvCxnSpPr>
        <p:spPr bwMode="gray">
          <a:xfrm flipV="1">
            <a:off x="7176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37"/>
          <p:cNvCxnSpPr/>
          <p:nvPr/>
        </p:nvCxnSpPr>
        <p:spPr bwMode="gray">
          <a:xfrm flipV="1">
            <a:off x="7824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36"/>
          <p:cNvCxnSpPr/>
          <p:nvPr/>
        </p:nvCxnSpPr>
        <p:spPr bwMode="gray">
          <a:xfrm flipV="1">
            <a:off x="8112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37"/>
          <p:cNvCxnSpPr/>
          <p:nvPr/>
        </p:nvCxnSpPr>
        <p:spPr bwMode="gray">
          <a:xfrm flipV="1">
            <a:off x="8760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36"/>
          <p:cNvCxnSpPr/>
          <p:nvPr/>
        </p:nvCxnSpPr>
        <p:spPr bwMode="gray">
          <a:xfrm flipV="1">
            <a:off x="9048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37"/>
          <p:cNvCxnSpPr/>
          <p:nvPr/>
        </p:nvCxnSpPr>
        <p:spPr bwMode="gray">
          <a:xfrm flipV="1">
            <a:off x="9696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36"/>
          <p:cNvCxnSpPr/>
          <p:nvPr/>
        </p:nvCxnSpPr>
        <p:spPr bwMode="gray">
          <a:xfrm flipV="1">
            <a:off x="9984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37"/>
          <p:cNvCxnSpPr/>
          <p:nvPr/>
        </p:nvCxnSpPr>
        <p:spPr bwMode="gray">
          <a:xfrm flipV="1">
            <a:off x="10632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36"/>
          <p:cNvCxnSpPr/>
          <p:nvPr/>
        </p:nvCxnSpPr>
        <p:spPr bwMode="gray">
          <a:xfrm flipV="1">
            <a:off x="10920000" y="695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37"/>
          <p:cNvCxnSpPr/>
          <p:nvPr/>
        </p:nvCxnSpPr>
        <p:spPr bwMode="gray">
          <a:xfrm flipV="1">
            <a:off x="11568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61"/>
          <p:cNvCxnSpPr/>
          <p:nvPr/>
        </p:nvCxnSpPr>
        <p:spPr bwMode="gray">
          <a:xfrm rot="5400000" flipV="1">
            <a:off x="-192704" y="1437000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/>
          <p:cNvCxnSpPr/>
          <p:nvPr/>
        </p:nvCxnSpPr>
        <p:spPr bwMode="gray">
          <a:xfrm rot="5400000" flipV="1">
            <a:off x="-192704" y="6045296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4"/>
          <p:cNvCxnSpPr/>
          <p:nvPr/>
        </p:nvCxnSpPr>
        <p:spPr bwMode="gray">
          <a:xfrm rot="5400000" flipV="1">
            <a:off x="-192704" y="356664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mpower - DO NOT DELETE!!!"/>
          <p:cNvSpPr/>
          <p:nvPr>
            <p:custDataLst>
              <p:tags r:id="rId16"/>
            </p:custDataLst>
          </p:nvPr>
        </p:nvSpPr>
        <p:spPr bwMode="gray"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4"/>
          </p:nvPr>
        </p:nvSpPr>
        <p:spPr bwMode="gray">
          <a:xfrm>
            <a:off x="624001" y="6380999"/>
            <a:ext cx="648000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FD5E7EB4-4CDF-47BB-AF16-07782904B863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3"/>
          </p:nvPr>
        </p:nvSpPr>
        <p:spPr bwMode="gray">
          <a:xfrm>
            <a:off x="1272000" y="6380999"/>
            <a:ext cx="8718972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Title of Presentation | DD.MM.YYYY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 bwMode="gray">
          <a:xfrm>
            <a:off x="623888" y="1485000"/>
            <a:ext cx="10944227" cy="4607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 bwMode="gray">
          <a:xfrm>
            <a:off x="623888" y="404813"/>
            <a:ext cx="10944225" cy="651939"/>
          </a:xfrm>
          <a:prstGeom prst="rect">
            <a:avLst/>
          </a:prstGeom>
          <a:noFill/>
        </p:spPr>
        <p:txBody>
          <a:bodyPr vert="horz" lIns="0" tIns="0" rIns="0" bIns="18000" rtlCol="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 dirty="0"/>
              <a:t>Insert slide title here (max. 2 lines | max. 1 line with Action Title)</a:t>
            </a:r>
          </a:p>
        </p:txBody>
      </p:sp>
      <p:grpSp>
        <p:nvGrpSpPr>
          <p:cNvPr id="7" name="Logo Merck"/>
          <p:cNvGrpSpPr>
            <a:grpSpLocks noChangeAspect="1"/>
          </p:cNvGrpSpPr>
          <p:nvPr>
            <p:custDataLst>
              <p:tags r:id="rId17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tx2"/>
          </a:solidFill>
        </p:grpSpPr>
        <p:sp>
          <p:nvSpPr>
            <p:cNvPr id="8" name="Logo K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Logo C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Logo R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Logo E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Logo M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empower - DO NOT DELETE!!!"/>
          <p:cNvSpPr/>
          <p:nvPr>
            <p:custDataLst>
              <p:tags r:id="rId18"/>
            </p:custDataLst>
          </p:nvPr>
        </p:nvSpPr>
        <p:spPr bwMode="gray">
          <a:xfrm>
            <a:off x="-63500" y="-6350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empower - DO NOT DELETE!!!" hidden="1"/>
          <p:cNvSpPr/>
          <p:nvPr>
            <p:custDataLst>
              <p:tags r:id="rId19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 err="1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2797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</p:sldLayoutIdLst>
  <p:hf hdr="0" dt="0"/>
  <p:txStyles>
    <p:titleStyle>
      <a:lvl1pPr algn="l" defTabSz="914400" rtl="0" eaLnBrk="1" latinLnBrk="0" hangingPunct="1">
        <a:lnSpc>
          <a:spcPts val="2400"/>
        </a:lnSpc>
        <a:spcBef>
          <a:spcPct val="0"/>
        </a:spcBef>
        <a:buNone/>
        <a:defRPr lang="de-DE" sz="2200" b="1" kern="1200" baseline="0" dirty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defRPr lang="en-US"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18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lang="en-US"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lang="en-US"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8163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tx2"/>
        </a:buClr>
        <a:buFont typeface="Symbol" panose="05050102010706020507" pitchFamily="18" charset="2"/>
        <a:buChar char="-"/>
        <a:defRPr lang="en-US"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20725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tx2"/>
        </a:buClr>
        <a:buFont typeface="Symbol" panose="05050102010706020507" pitchFamily="18" charset="2"/>
        <a:buChar char="-"/>
        <a:defRPr lang="de-DE"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tx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tx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tx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tx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935">
          <p15:clr>
            <a:srgbClr val="F26B43"/>
          </p15:clr>
        </p15:guide>
        <p15:guide id="3" orient="horz" pos="3838">
          <p15:clr>
            <a:srgbClr val="F26B43"/>
          </p15:clr>
        </p15:guide>
        <p15:guide id="4" pos="393">
          <p15:clr>
            <a:srgbClr val="F26B43"/>
          </p15:clr>
        </p15:guide>
        <p15:guide id="5" pos="72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754822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MST_COLOR_1" val="0,0,0,Dunkel 1"/>
  <p:tag name="MIO_MST_COLOR_2" val="255,255,255,Hell 1"/>
  <p:tag name="MIO_MST_COLOR_3" val="235,60,150,Dunkel 2"/>
  <p:tag name="MIO_MST_COLOR_4" val="45,190,205,Hell 2"/>
  <p:tag name="MIO_MST_COLOR_5" val="80,50,145,Akzent 1"/>
  <p:tag name="MIO_MST_COLOR_6" val="15,105,175,Akzent 2"/>
  <p:tag name="MIO_MST_COLOR_7" val="165,205,80,Akzent 3"/>
  <p:tag name="MIO_MST_COLOR_8" val="255,200,50,Akzent 4"/>
  <p:tag name="MIO_MST_COLOR_9" val="235,60,150,Akzent 5"/>
  <p:tag name="MIO_MST_COLOR_10" val="20,155,95,Akzent 6"/>
  <p:tag name="MIO_MST_COLOR_11" val="80,50,145,"/>
  <p:tag name="MIO_MST_COLOR_12" val="80,50,145,"/>
  <p:tag name="MIO_PRESI_FIRST_SLIDENUMBER" val="1"/>
  <p:tag name="MIO_FALLBACK_LAYOUT" val="3"/>
  <p:tag name="MIO_SHOW_DATE" val="False"/>
  <p:tag name="MIO_SHOW_FOOTER" val="True"/>
  <p:tag name="MIO_SHOW_PAGENUMBER" val="True"/>
  <p:tag name="MIO_AVOID_BLANK_LAYOUT" val="Fals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4:53"/>
  <p:tag name="MIO_DBID" val="218709A9-2117-4AF1-A1EA-309C9A305E58"/>
  <p:tag name="MIO_LASTDOWNLOADED" val="24.02.2017 16:22:02"/>
  <p:tag name="MIO_OBJECTNAME" val="Merck EN"/>
  <p:tag name="MIO_LASTEDITORNAME" val="Michaela Kapall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3:25"/>
  <p:tag name="MIO_DBID" val="218709A9-2117-4AF1-A1EA-309C9A305E58"/>
  <p:tag name="MIO_LASTDOWNLOADED" val="17.02.2017 15:53:25"/>
  <p:tag name="MIO_OBJECTNAME" val="Merck EN"/>
  <p:tag name="MIO_LASTEDITORNAME" val="Michaela Kapalla"/>
  <p:tag name="MIO_CDID" val="102a9723-2449-4cb9-a00f-91adf1e6ccc0"/>
  <p:tag name="MIO_PRESI_FIRST_SLIDENUMB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2529"/>
  <p:tag name="MIO_HDS" val="True"/>
  <p:tag name="MIO_SKIPVERSION" val="01.01.0001 00:00:00"/>
  <p:tag name="MIO_EKGUID" val="0eae5fc9-772a-4c56-b2a9-ed84e7c0cb14"/>
  <p:tag name="MIO_UPDATE" val="True"/>
  <p:tag name="MIO_DBID" val="218709A9-2117-4AF1-A1EA-309C9A305E58"/>
  <p:tag name="MIO_OBJECTNAME" val="Plastic"/>
  <p:tag name="MIO_FALLBACK_LAYOUT" val="9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13"/>
  <p:tag name="MIO_VERSION" val="16.05.2022 14:54:20"/>
  <p:tag name="MIO_LASTDOWNLOADED" val="23.05.2026 11:44:50.774"/>
  <p:tag name="MIO_CDID" val="5b223c6b-00e9-4fd0-a0dc-c4d0b766f03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erck">
  <a:themeElements>
    <a:clrScheme name="Merck neu">
      <a:dk1>
        <a:srgbClr val="000000"/>
      </a:dk1>
      <a:lt1>
        <a:srgbClr val="FFFFFF"/>
      </a:lt1>
      <a:dk2>
        <a:srgbClr val="EB3C96"/>
      </a:dk2>
      <a:lt2>
        <a:srgbClr val="2DBECD"/>
      </a:lt2>
      <a:accent1>
        <a:srgbClr val="503291"/>
      </a:accent1>
      <a:accent2>
        <a:srgbClr val="0F69AF"/>
      </a:accent2>
      <a:accent3>
        <a:srgbClr val="A5CD50"/>
      </a:accent3>
      <a:accent4>
        <a:srgbClr val="FFC832"/>
      </a:accent4>
      <a:accent5>
        <a:srgbClr val="EB3C96"/>
      </a:accent5>
      <a:accent6>
        <a:srgbClr val="149B5F"/>
      </a:accent6>
      <a:hlink>
        <a:srgbClr val="503291"/>
      </a:hlink>
      <a:folHlink>
        <a:srgbClr val="503291"/>
      </a:folHlink>
    </a:clrScheme>
    <a:fontScheme name="Merc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</a:ln>
        <a:effectLst/>
      </a:spPr>
      <a:bodyPr rtlCol="0" anchor="ctr" anchorCtr="0"/>
      <a:lstStyle>
        <a:defPPr marL="0" indent="0" algn="ctr">
          <a:spcBef>
            <a:spcPts val="300"/>
          </a:spcBef>
          <a:spcAft>
            <a:spcPts val="300"/>
          </a:spcAft>
          <a:buClr>
            <a:schemeClr val="bg1"/>
          </a:buClr>
          <a:buSzPct val="100000"/>
          <a:buFont typeface="Arial" panose="020B0604020202020204" pitchFamily="34" charset="0"/>
          <a:buNone/>
          <a:defRPr sz="1600" kern="0" dirty="0" err="1">
            <a:solidFill>
              <a:srgbClr val="FFFFFF"/>
            </a:solidFill>
            <a:latin typeface="Verdana"/>
          </a:defRPr>
        </a:defPPr>
      </a:lst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marR="0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Tx/>
          <a:tabLst/>
          <a:defRPr kumimoji="0" sz="1600" b="0" i="0" u="none" strike="noStrike" kern="1200" cap="none" spc="0" normalizeH="0" baseline="0" noProof="0" dirty="0" err="1">
            <a:ln>
              <a:noFill/>
            </a:ln>
            <a:solidFill>
              <a:srgbClr val="000000"/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custClrLst>
    <a:custClr name="Rich Purple">
      <a:srgbClr val="503291"/>
    </a:custClr>
    <a:custClr name="Vibrant Magenta">
      <a:srgbClr val="EB3C96"/>
    </a:custClr>
    <a:custClr name="Sensitive Pink">
      <a:srgbClr val="E1C3C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Blue">
      <a:srgbClr val="0F69AF"/>
    </a:custClr>
    <a:custClr name="Vibrant Cyan">
      <a:srgbClr val="2DBECD"/>
    </a:custClr>
    <a:custClr name="Sensitive Blue">
      <a:srgbClr val="96D7D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Green">
      <a:srgbClr val="149B5F"/>
    </a:custClr>
    <a:custClr name="Vibrant Green">
      <a:srgbClr val="A5CD50"/>
    </a:custClr>
    <a:custClr name="Sensitive Green">
      <a:srgbClr val="B4DC9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Red">
      <a:srgbClr val="E61E50"/>
    </a:custClr>
    <a:custClr name="Vibrant Yellow">
      <a:srgbClr val="FFC832"/>
    </a:custClr>
    <a:custClr name="Sensitive Yellow">
      <a:srgbClr val="FFDCB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äsentation1" id="{642AD04B-4734-488A-98BD-73CAEBEFD622}" vid="{19283754-1654-4DFB-BF2F-DD41B5167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Merck</vt:lpstr>
      <vt:lpstr>Symbol</vt:lpstr>
      <vt:lpstr>Verdana</vt:lpstr>
      <vt:lpstr>Wingdings</vt:lpstr>
      <vt:lpstr>Merck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Anoop Kumar</dc:creator>
  <cp:lastModifiedBy>Anoop Kumar</cp:lastModifiedBy>
  <cp:revision>2</cp:revision>
  <dcterms:created xsi:type="dcterms:W3CDTF">2026-04-19T19:55:54Z</dcterms:created>
  <dcterms:modified xsi:type="dcterms:W3CDTF">2026-05-23T16:45:19Z</dcterms:modified>
</cp:coreProperties>
</file>