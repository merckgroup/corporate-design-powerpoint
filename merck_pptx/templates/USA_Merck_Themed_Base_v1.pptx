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3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91" d="100"/>
          <a:sy n="191" d="100"/>
        </p:scale>
        <p:origin x="22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oop Kumar" userId="9c51428f-e92d-4909-8f79-1e360bc4c3aa" providerId="ADAL" clId="{1E9FCA58-E07B-44D1-8DE6-F431E2553DF1}"/>
    <pc:docChg chg="custSel modSld delMainMaster">
      <pc:chgData name="Anoop Kumar" userId="9c51428f-e92d-4909-8f79-1e360bc4c3aa" providerId="ADAL" clId="{1E9FCA58-E07B-44D1-8DE6-F431E2553DF1}" dt="2026-04-19T19:56:14.661" v="0" actId="700"/>
      <pc:docMkLst>
        <pc:docMk/>
      </pc:docMkLst>
      <pc:sldChg chg="delSp mod modClrScheme chgLayout">
        <pc:chgData name="Anoop Kumar" userId="9c51428f-e92d-4909-8f79-1e360bc4c3aa" providerId="ADAL" clId="{1E9FCA58-E07B-44D1-8DE6-F431E2553DF1}" dt="2026-04-19T19:56:14.661" v="0" actId="700"/>
        <pc:sldMkLst>
          <pc:docMk/>
          <pc:sldMk cId="3698277099" sldId="256"/>
        </pc:sldMkLst>
        <pc:spChg chg="del">
          <ac:chgData name="Anoop Kumar" userId="9c51428f-e92d-4909-8f79-1e360bc4c3aa" providerId="ADAL" clId="{1E9FCA58-E07B-44D1-8DE6-F431E2553DF1}" dt="2026-04-19T19:56:14.661" v="0" actId="700"/>
          <ac:spMkLst>
            <pc:docMk/>
            <pc:sldMk cId="3698277099" sldId="256"/>
            <ac:spMk id="2" creationId="{8002BEB2-990F-815D-6204-CA32C1A86932}"/>
          </ac:spMkLst>
        </pc:spChg>
      </pc:sldChg>
      <pc:sldMasterChg chg="del delSldLayout">
        <pc:chgData name="Anoop Kumar" userId="9c51428f-e92d-4909-8f79-1e360bc4c3aa" providerId="ADAL" clId="{1E9FCA58-E07B-44D1-8DE6-F431E2553DF1}" dt="2026-04-19T19:56:14.661" v="0" actId="700"/>
        <pc:sldMasterMkLst>
          <pc:docMk/>
          <pc:sldMasterMk cId="150119234" sldId="2147483770"/>
        </pc:sldMasterMkLst>
        <pc:sldLayoutChg chg="del">
          <pc:chgData name="Anoop Kumar" userId="9c51428f-e92d-4909-8f79-1e360bc4c3aa" providerId="ADAL" clId="{1E9FCA58-E07B-44D1-8DE6-F431E2553DF1}" dt="2026-04-19T19:56:14.661" v="0" actId="700"/>
          <pc:sldLayoutMkLst>
            <pc:docMk/>
            <pc:sldMasterMk cId="150119234" sldId="2147483770"/>
            <pc:sldLayoutMk cId="3823196333" sldId="2147483771"/>
          </pc:sldLayoutMkLst>
        </pc:sldLayoutChg>
        <pc:sldLayoutChg chg="del">
          <pc:chgData name="Anoop Kumar" userId="9c51428f-e92d-4909-8f79-1e360bc4c3aa" providerId="ADAL" clId="{1E9FCA58-E07B-44D1-8DE6-F431E2553DF1}" dt="2026-04-19T19:56:14.661" v="0" actId="700"/>
          <pc:sldLayoutMkLst>
            <pc:docMk/>
            <pc:sldMasterMk cId="150119234" sldId="2147483770"/>
            <pc:sldLayoutMk cId="244024453" sldId="2147483772"/>
          </pc:sldLayoutMkLst>
        </pc:sldLayoutChg>
        <pc:sldLayoutChg chg="del">
          <pc:chgData name="Anoop Kumar" userId="9c51428f-e92d-4909-8f79-1e360bc4c3aa" providerId="ADAL" clId="{1E9FCA58-E07B-44D1-8DE6-F431E2553DF1}" dt="2026-04-19T19:56:14.661" v="0" actId="700"/>
          <pc:sldLayoutMkLst>
            <pc:docMk/>
            <pc:sldMasterMk cId="150119234" sldId="2147483770"/>
            <pc:sldLayoutMk cId="2850226630" sldId="2147483773"/>
          </pc:sldLayoutMkLst>
        </pc:sldLayoutChg>
        <pc:sldLayoutChg chg="del">
          <pc:chgData name="Anoop Kumar" userId="9c51428f-e92d-4909-8f79-1e360bc4c3aa" providerId="ADAL" clId="{1E9FCA58-E07B-44D1-8DE6-F431E2553DF1}" dt="2026-04-19T19:56:14.661" v="0" actId="700"/>
          <pc:sldLayoutMkLst>
            <pc:docMk/>
            <pc:sldMasterMk cId="150119234" sldId="2147483770"/>
            <pc:sldLayoutMk cId="4225927405" sldId="2147483774"/>
          </pc:sldLayoutMkLst>
        </pc:sldLayoutChg>
        <pc:sldLayoutChg chg="del">
          <pc:chgData name="Anoop Kumar" userId="9c51428f-e92d-4909-8f79-1e360bc4c3aa" providerId="ADAL" clId="{1E9FCA58-E07B-44D1-8DE6-F431E2553DF1}" dt="2026-04-19T19:56:14.661" v="0" actId="700"/>
          <pc:sldLayoutMkLst>
            <pc:docMk/>
            <pc:sldMasterMk cId="150119234" sldId="2147483770"/>
            <pc:sldLayoutMk cId="3337867202" sldId="2147483775"/>
          </pc:sldLayoutMkLst>
        </pc:sldLayoutChg>
        <pc:sldLayoutChg chg="del">
          <pc:chgData name="Anoop Kumar" userId="9c51428f-e92d-4909-8f79-1e360bc4c3aa" providerId="ADAL" clId="{1E9FCA58-E07B-44D1-8DE6-F431E2553DF1}" dt="2026-04-19T19:56:14.661" v="0" actId="700"/>
          <pc:sldLayoutMkLst>
            <pc:docMk/>
            <pc:sldMasterMk cId="150119234" sldId="2147483770"/>
            <pc:sldLayoutMk cId="854566329" sldId="2147483776"/>
          </pc:sldLayoutMkLst>
        </pc:sldLayoutChg>
        <pc:sldLayoutChg chg="del">
          <pc:chgData name="Anoop Kumar" userId="9c51428f-e92d-4909-8f79-1e360bc4c3aa" providerId="ADAL" clId="{1E9FCA58-E07B-44D1-8DE6-F431E2553DF1}" dt="2026-04-19T19:56:14.661" v="0" actId="700"/>
          <pc:sldLayoutMkLst>
            <pc:docMk/>
            <pc:sldMasterMk cId="150119234" sldId="2147483770"/>
            <pc:sldLayoutMk cId="2182800749" sldId="2147483777"/>
          </pc:sldLayoutMkLst>
        </pc:sldLayoutChg>
        <pc:sldLayoutChg chg="del">
          <pc:chgData name="Anoop Kumar" userId="9c51428f-e92d-4909-8f79-1e360bc4c3aa" providerId="ADAL" clId="{1E9FCA58-E07B-44D1-8DE6-F431E2553DF1}" dt="2026-04-19T19:56:14.661" v="0" actId="700"/>
          <pc:sldLayoutMkLst>
            <pc:docMk/>
            <pc:sldMasterMk cId="150119234" sldId="2147483770"/>
            <pc:sldLayoutMk cId="4239373309" sldId="2147483778"/>
          </pc:sldLayoutMkLst>
        </pc:sldLayoutChg>
        <pc:sldLayoutChg chg="del">
          <pc:chgData name="Anoop Kumar" userId="9c51428f-e92d-4909-8f79-1e360bc4c3aa" providerId="ADAL" clId="{1E9FCA58-E07B-44D1-8DE6-F431E2553DF1}" dt="2026-04-19T19:56:14.661" v="0" actId="700"/>
          <pc:sldLayoutMkLst>
            <pc:docMk/>
            <pc:sldMasterMk cId="150119234" sldId="2147483770"/>
            <pc:sldLayoutMk cId="3650624691" sldId="2147483779"/>
          </pc:sldLayoutMkLst>
        </pc:sldLayoutChg>
        <pc:sldLayoutChg chg="del">
          <pc:chgData name="Anoop Kumar" userId="9c51428f-e92d-4909-8f79-1e360bc4c3aa" providerId="ADAL" clId="{1E9FCA58-E07B-44D1-8DE6-F431E2553DF1}" dt="2026-04-19T19:56:14.661" v="0" actId="700"/>
          <pc:sldLayoutMkLst>
            <pc:docMk/>
            <pc:sldMasterMk cId="150119234" sldId="2147483770"/>
            <pc:sldLayoutMk cId="1845393583" sldId="2147483780"/>
          </pc:sldLayoutMkLst>
        </pc:sldLayoutChg>
        <pc:sldLayoutChg chg="del">
          <pc:chgData name="Anoop Kumar" userId="9c51428f-e92d-4909-8f79-1e360bc4c3aa" providerId="ADAL" clId="{1E9FCA58-E07B-44D1-8DE6-F431E2553DF1}" dt="2026-04-19T19:56:14.661" v="0" actId="700"/>
          <pc:sldLayoutMkLst>
            <pc:docMk/>
            <pc:sldMasterMk cId="150119234" sldId="2147483770"/>
            <pc:sldLayoutMk cId="3022794251" sldId="2147483781"/>
          </pc:sldLayoutMkLst>
        </pc:sldLayoutChg>
        <pc:sldLayoutChg chg="del">
          <pc:chgData name="Anoop Kumar" userId="9c51428f-e92d-4909-8f79-1e360bc4c3aa" providerId="ADAL" clId="{1E9FCA58-E07B-44D1-8DE6-F431E2553DF1}" dt="2026-04-19T19:56:14.661" v="0" actId="700"/>
          <pc:sldLayoutMkLst>
            <pc:docMk/>
            <pc:sldMasterMk cId="150119234" sldId="2147483770"/>
            <pc:sldLayoutMk cId="751590299" sldId="2147483782"/>
          </pc:sldLayoutMkLst>
        </pc:sldLayoutChg>
        <pc:sldLayoutChg chg="del">
          <pc:chgData name="Anoop Kumar" userId="9c51428f-e92d-4909-8f79-1e360bc4c3aa" providerId="ADAL" clId="{1E9FCA58-E07B-44D1-8DE6-F431E2553DF1}" dt="2026-04-19T19:56:14.661" v="0" actId="700"/>
          <pc:sldLayoutMkLst>
            <pc:docMk/>
            <pc:sldMasterMk cId="150119234" sldId="2147483770"/>
            <pc:sldLayoutMk cId="455823533" sldId="21474837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3.sv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2" Type="http://schemas.openxmlformats.org/officeDocument/2006/relationships/tags" Target="../tags/tag11.xml"/><Relationship Id="rId16" Type="http://schemas.openxmlformats.org/officeDocument/2006/relationships/image" Target="../media/image6.emf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oleObject" Target="../embeddings/oleObject3.bin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10" Type="http://schemas.openxmlformats.org/officeDocument/2006/relationships/image" Target="../media/image6.emf"/><Relationship Id="rId4" Type="http://schemas.openxmlformats.org/officeDocument/2006/relationships/tags" Target="../tags/tag26.xml"/><Relationship Id="rId9" Type="http://schemas.openxmlformats.org/officeDocument/2006/relationships/oleObject" Target="../embeddings/oleObject3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6.emf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oleObject" Target="../embeddings/oleObject3.bin"/><Relationship Id="rId5" Type="http://schemas.openxmlformats.org/officeDocument/2006/relationships/tags" Target="../tags/tag3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3.xml"/><Relationship Id="rId9" Type="http://schemas.openxmlformats.org/officeDocument/2006/relationships/tags" Target="../tags/tag3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4">
            <a:extLst>
              <a:ext uri="{FF2B5EF4-FFF2-40B4-BE49-F238E27FC236}">
                <a16:creationId xmlns:a16="http://schemas.microsoft.com/office/drawing/2014/main" id="{9356F209-BC44-4C5D-9C23-767B3B0269CC}"/>
              </a:ext>
            </a:extLst>
          </p:cNvPr>
          <p:cNvSpPr/>
          <p:nvPr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09FDD12-D319-47D1-89D7-06D08C008F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5" y="2386633"/>
            <a:ext cx="4098051" cy="2071759"/>
          </a:xfrm>
          <a:prstGeom prst="rect">
            <a:avLst/>
          </a:prstGeom>
        </p:spPr>
      </p:pic>
      <p:sp>
        <p:nvSpPr>
          <p:cNvPr id="6" name="Rechteck 19">
            <a:extLst>
              <a:ext uri="{FF2B5EF4-FFF2-40B4-BE49-F238E27FC236}">
                <a16:creationId xmlns:a16="http://schemas.microsoft.com/office/drawing/2014/main" id="{16E02F4F-EA10-4BED-9BF9-5FF6B6C47BA6}"/>
              </a:ext>
            </a:extLst>
          </p:cNvPr>
          <p:cNvSpPr/>
          <p:nvPr/>
        </p:nvSpPr>
        <p:spPr bwMode="gray">
          <a:xfrm>
            <a:off x="0" y="-387424"/>
            <a:ext cx="12192000" cy="288032"/>
          </a:xfrm>
          <a:prstGeom prst="rect">
            <a:avLst/>
          </a:prstGeom>
          <a:solidFill>
            <a:srgbClr val="E61E50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400" kern="0" dirty="0">
                <a:solidFill>
                  <a:srgbClr val="FFFFFF"/>
                </a:solidFill>
                <a:latin typeface="+mn-lt"/>
              </a:rPr>
              <a:t>Please note: External facing presentation must include trademark and copyright language, as required for all marketing material.</a:t>
            </a: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B0E0EA1-D7D5-46FC-AD72-6858F66378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5656569"/>
            <a:ext cx="10944225" cy="466344"/>
          </a:xfrm>
        </p:spPr>
        <p:txBody>
          <a:bodyPr lIns="91440" tIns="45720" rIns="91440" bIns="4572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900">
                <a:solidFill>
                  <a:schemeClr val="accent1"/>
                </a:solidFill>
                <a:effectLst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a placeholder for trademark and copyright language. </a:t>
            </a:r>
            <a:br>
              <a:rPr lang="en-US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“</a:t>
            </a:r>
            <a:r>
              <a:rPr lang="it-IT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EMD </a:t>
            </a:r>
            <a:r>
              <a:rPr lang="it-IT" sz="900" dirty="0" err="1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Serono</a:t>
            </a:r>
            <a:r>
              <a:rPr lang="it-IT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900" dirty="0" err="1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MilliporeSigma</a:t>
            </a:r>
            <a:r>
              <a:rPr lang="it-IT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EMD Electronics</a:t>
            </a:r>
            <a:r>
              <a:rPr lang="en-US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vibrant M are trademarks of Merck </a:t>
            </a:r>
            <a:r>
              <a:rPr lang="en-US" sz="900" dirty="0" err="1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KGaA</a:t>
            </a:r>
            <a:r>
              <a:rPr lang="en-US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Darmstadt, Germany or its affiliates.</a:t>
            </a:r>
            <a:br>
              <a:rPr lang="en-US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other trademarks are the property of their respective owners.”</a:t>
            </a:r>
          </a:p>
          <a:p>
            <a:pPr lvl="0"/>
            <a:br>
              <a:rPr lang="en-US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339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hteck 73">
            <a:extLst>
              <a:ext uri="{FF2B5EF4-FFF2-40B4-BE49-F238E27FC236}">
                <a16:creationId xmlns:a16="http://schemas.microsoft.com/office/drawing/2014/main" id="{A1A770D3-63BD-45BF-AB25-100E53CC11A8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C71FD00C-BA5C-4FB6-9BC8-7A70CB092290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1618517" cy="5373216"/>
          </a:xfrm>
          <a:custGeom>
            <a:avLst/>
            <a:gdLst>
              <a:gd name="connsiteX0" fmla="*/ 0 w 11618517"/>
              <a:gd name="connsiteY0" fmla="*/ 0 h 5102648"/>
              <a:gd name="connsiteX1" fmla="*/ 10936453 w 11618517"/>
              <a:gd name="connsiteY1" fmla="*/ 0 h 5102648"/>
              <a:gd name="connsiteX2" fmla="*/ 10937350 w 11618517"/>
              <a:gd name="connsiteY2" fmla="*/ 4319 h 5102648"/>
              <a:gd name="connsiteX3" fmla="*/ 11569401 w 11618517"/>
              <a:gd name="connsiteY3" fmla="*/ 3057010 h 5102648"/>
              <a:gd name="connsiteX4" fmla="*/ 7953960 w 11618517"/>
              <a:gd name="connsiteY4" fmla="*/ 4996506 h 5102648"/>
              <a:gd name="connsiteX5" fmla="*/ 86246 w 11618517"/>
              <a:gd name="connsiteY5" fmla="*/ 3698730 h 5102648"/>
              <a:gd name="connsiteX6" fmla="*/ 0 w 11618517"/>
              <a:gd name="connsiteY6" fmla="*/ 3684244 h 510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18517" h="5102648">
                <a:moveTo>
                  <a:pt x="0" y="0"/>
                </a:moveTo>
                <a:lnTo>
                  <a:pt x="10936453" y="0"/>
                </a:lnTo>
                <a:lnTo>
                  <a:pt x="10937350" y="4319"/>
                </a:lnTo>
                <a:cubicBezTo>
                  <a:pt x="11247430" y="1497930"/>
                  <a:pt x="11569401" y="3057010"/>
                  <a:pt x="11569401" y="3057010"/>
                </a:cubicBezTo>
                <a:cubicBezTo>
                  <a:pt x="11856638" y="4341692"/>
                  <a:pt x="10913751" y="5457994"/>
                  <a:pt x="7953960" y="4996506"/>
                </a:cubicBezTo>
                <a:cubicBezTo>
                  <a:pt x="5970620" y="4685470"/>
                  <a:pt x="1238329" y="3892190"/>
                  <a:pt x="86246" y="3698730"/>
                </a:cubicBezTo>
                <a:lnTo>
                  <a:pt x="0" y="368424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66481" y="3597205"/>
            <a:ext cx="6265902" cy="576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aseline="0">
                <a:solidFill>
                  <a:schemeClr val="accent3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367212" y="2877197"/>
            <a:ext cx="6265291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3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Subtitle and other information of this presentation</a:t>
            </a:r>
            <a:endParaRPr lang="en-US" dirty="0"/>
          </a:p>
          <a:p>
            <a:pPr lvl="0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367212" y="1484784"/>
            <a:ext cx="6265291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3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sp>
        <p:nvSpPr>
          <p:cNvPr id="30" name="Rechteck 18">
            <a:extLst>
              <a:ext uri="{FF2B5EF4-FFF2-40B4-BE49-F238E27FC236}">
                <a16:creationId xmlns:a16="http://schemas.microsoft.com/office/drawing/2014/main" id="{0B0D8AEE-67B1-4D48-B774-E0A2FE3B5702}"/>
              </a:ext>
            </a:extLst>
          </p:cNvPr>
          <p:cNvSpPr/>
          <p:nvPr/>
        </p:nvSpPr>
        <p:spPr bwMode="gray">
          <a:xfrm>
            <a:off x="4365971" y="404664"/>
            <a:ext cx="6265291" cy="14386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lIns="0" tIns="0" rIns="0" bIns="0" rtlCol="0" anchor="t" anchorCtr="0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700" kern="0" dirty="0">
                <a:solidFill>
                  <a:srgbClr val="A5CD50"/>
                </a:solidFill>
                <a:latin typeface="+mn-lt"/>
              </a:rPr>
              <a:t>The businesses of Merck KGaA, Darmstadt, Germany operate as</a:t>
            </a:r>
            <a:br>
              <a:rPr lang="en-US" sz="700" kern="0" dirty="0">
                <a:solidFill>
                  <a:srgbClr val="A5CD50"/>
                </a:solidFill>
                <a:latin typeface="+mn-lt"/>
              </a:rPr>
            </a:br>
            <a:r>
              <a:rPr lang="en-US" sz="700" kern="0" dirty="0">
                <a:solidFill>
                  <a:srgbClr val="A5CD50"/>
                </a:solidFill>
                <a:latin typeface="+mn-lt"/>
              </a:rPr>
              <a:t>EMD Serono, MilliporeSigma and EMD Electronics in the U.S. and Canada.</a:t>
            </a:r>
          </a:p>
        </p:txBody>
      </p:sp>
      <p:sp>
        <p:nvSpPr>
          <p:cNvPr id="31" name="Rechteck 19">
            <a:extLst>
              <a:ext uri="{FF2B5EF4-FFF2-40B4-BE49-F238E27FC236}">
                <a16:creationId xmlns:a16="http://schemas.microsoft.com/office/drawing/2014/main" id="{2D164BED-BFEF-4CC1-BDF8-A5087F0FD8B0}"/>
              </a:ext>
            </a:extLst>
          </p:cNvPr>
          <p:cNvSpPr/>
          <p:nvPr/>
        </p:nvSpPr>
        <p:spPr bwMode="gray">
          <a:xfrm>
            <a:off x="0" y="-387424"/>
            <a:ext cx="12192000" cy="288032"/>
          </a:xfrm>
          <a:prstGeom prst="rect">
            <a:avLst/>
          </a:prstGeom>
          <a:solidFill>
            <a:srgbClr val="E61E50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400" kern="0" dirty="0">
                <a:solidFill>
                  <a:srgbClr val="FFFFFF"/>
                </a:solidFill>
                <a:latin typeface="+mn-lt"/>
              </a:rPr>
              <a:t>Only to be used in USA &amp; Canada, never outside these two countries</a:t>
            </a: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9AB21B58-FDD3-4701-B854-BC638C583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05" y="5293713"/>
            <a:ext cx="2455069" cy="1241153"/>
          </a:xfrm>
          <a:prstGeom prst="rect">
            <a:avLst/>
          </a:prstGeom>
        </p:spPr>
      </p:pic>
      <p:sp>
        <p:nvSpPr>
          <p:cNvPr id="59" name="Cell - unten rechts, neu angepasst">
            <a:extLst>
              <a:ext uri="{FF2B5EF4-FFF2-40B4-BE49-F238E27FC236}">
                <a16:creationId xmlns:a16="http://schemas.microsoft.com/office/drawing/2014/main" id="{8F5EF6E4-3C6A-4CC5-A038-BE69FD0237EB}"/>
              </a:ext>
            </a:extLst>
          </p:cNvPr>
          <p:cNvSpPr/>
          <p:nvPr/>
        </p:nvSpPr>
        <p:spPr>
          <a:xfrm>
            <a:off x="7039958" y="5793214"/>
            <a:ext cx="5152042" cy="1064787"/>
          </a:xfrm>
          <a:custGeom>
            <a:avLst/>
            <a:gdLst>
              <a:gd name="connsiteX0" fmla="*/ 2321807 w 5152042"/>
              <a:gd name="connsiteY0" fmla="*/ 93 h 1064787"/>
              <a:gd name="connsiteX1" fmla="*/ 2867518 w 5152042"/>
              <a:gd name="connsiteY1" fmla="*/ 20489 h 1064787"/>
              <a:gd name="connsiteX2" fmla="*/ 5152042 w 5152042"/>
              <a:gd name="connsiteY2" fmla="*/ 213766 h 1064787"/>
              <a:gd name="connsiteX3" fmla="*/ 5152042 w 5152042"/>
              <a:gd name="connsiteY3" fmla="*/ 1064787 h 1064787"/>
              <a:gd name="connsiteX4" fmla="*/ 4034 w 5152042"/>
              <a:gd name="connsiteY4" fmla="*/ 1064787 h 1064787"/>
              <a:gd name="connsiteX5" fmla="*/ 818 w 5152042"/>
              <a:gd name="connsiteY5" fmla="*/ 1005833 h 1064787"/>
              <a:gd name="connsiteX6" fmla="*/ 289 w 5152042"/>
              <a:gd name="connsiteY6" fmla="*/ 936017 h 1064787"/>
              <a:gd name="connsiteX7" fmla="*/ 2321807 w 5152042"/>
              <a:gd name="connsiteY7" fmla="*/ 93 h 1064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52042" h="1064787">
                <a:moveTo>
                  <a:pt x="2321807" y="93"/>
                </a:moveTo>
                <a:cubicBezTo>
                  <a:pt x="2644018" y="1584"/>
                  <a:pt x="2867518" y="20489"/>
                  <a:pt x="2867518" y="20489"/>
                </a:cubicBezTo>
                <a:lnTo>
                  <a:pt x="5152042" y="213766"/>
                </a:lnTo>
                <a:lnTo>
                  <a:pt x="5152042" y="1064787"/>
                </a:lnTo>
                <a:lnTo>
                  <a:pt x="4034" y="1064787"/>
                </a:lnTo>
                <a:lnTo>
                  <a:pt x="818" y="1005833"/>
                </a:lnTo>
                <a:cubicBezTo>
                  <a:pt x="-634" y="961406"/>
                  <a:pt x="289" y="936017"/>
                  <a:pt x="289" y="936017"/>
                </a:cubicBezTo>
                <a:cubicBezTo>
                  <a:pt x="30292" y="106201"/>
                  <a:pt x="1498380" y="-3718"/>
                  <a:pt x="2321807" y="93"/>
                </a:cubicBezTo>
                <a:close/>
              </a:path>
            </a:pathLst>
          </a:custGeom>
          <a:solidFill>
            <a:schemeClr val="accent1"/>
          </a:solidFill>
          <a:ln w="2545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92" name="Logo-Begrenzungen MM" hidden="1">
            <a:extLst>
              <a:ext uri="{FF2B5EF4-FFF2-40B4-BE49-F238E27FC236}">
                <a16:creationId xmlns:a16="http://schemas.microsoft.com/office/drawing/2014/main" id="{B9E5DAA3-D88E-4640-B637-8029A997C359}"/>
              </a:ext>
            </a:extLst>
          </p:cNvPr>
          <p:cNvGrpSpPr/>
          <p:nvPr/>
        </p:nvGrpSpPr>
        <p:grpSpPr>
          <a:xfrm>
            <a:off x="7437120" y="5668441"/>
            <a:ext cx="4624960" cy="1206934"/>
            <a:chOff x="7437120" y="5668441"/>
            <a:chExt cx="4624960" cy="1206934"/>
          </a:xfrm>
        </p:grpSpPr>
        <p:sp>
          <p:nvSpPr>
            <p:cNvPr id="60" name="Freihandform: Form 59">
              <a:extLst>
                <a:ext uri="{FF2B5EF4-FFF2-40B4-BE49-F238E27FC236}">
                  <a16:creationId xmlns:a16="http://schemas.microsoft.com/office/drawing/2014/main" id="{D20562FE-F1B0-4791-A3DB-C7FC2798862C}"/>
                </a:ext>
              </a:extLst>
            </p:cNvPr>
            <p:cNvSpPr/>
            <p:nvPr/>
          </p:nvSpPr>
          <p:spPr>
            <a:xfrm>
              <a:off x="8738215" y="5921152"/>
              <a:ext cx="4490" cy="859658"/>
            </a:xfrm>
            <a:custGeom>
              <a:avLst/>
              <a:gdLst>
                <a:gd name="connsiteX0" fmla="*/ 0 w 4490"/>
                <a:gd name="connsiteY0" fmla="*/ 859659 h 859658"/>
                <a:gd name="connsiteX1" fmla="*/ 0 w 4490"/>
                <a:gd name="connsiteY1" fmla="*/ 859659 h 859658"/>
                <a:gd name="connsiteX2" fmla="*/ 0 w 4490"/>
                <a:gd name="connsiteY2" fmla="*/ 0 h 859658"/>
                <a:gd name="connsiteX3" fmla="*/ 0 w 4490"/>
                <a:gd name="connsiteY3" fmla="*/ 0 h 85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90" h="859658">
                  <a:moveTo>
                    <a:pt x="0" y="859659"/>
                  </a:moveTo>
                  <a:lnTo>
                    <a:pt x="0" y="859659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243" cap="rnd">
              <a:solidFill>
                <a:srgbClr val="005CA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1" name="Freihandform: Form 60">
              <a:extLst>
                <a:ext uri="{FF2B5EF4-FFF2-40B4-BE49-F238E27FC236}">
                  <a16:creationId xmlns:a16="http://schemas.microsoft.com/office/drawing/2014/main" id="{78B805E9-EAD3-4007-BBCF-45E6C309625E}"/>
                </a:ext>
              </a:extLst>
            </p:cNvPr>
            <p:cNvSpPr/>
            <p:nvPr/>
          </p:nvSpPr>
          <p:spPr>
            <a:xfrm>
              <a:off x="9960237" y="5921152"/>
              <a:ext cx="4490" cy="859658"/>
            </a:xfrm>
            <a:custGeom>
              <a:avLst/>
              <a:gdLst>
                <a:gd name="connsiteX0" fmla="*/ 0 w 4490"/>
                <a:gd name="connsiteY0" fmla="*/ 859659 h 859658"/>
                <a:gd name="connsiteX1" fmla="*/ 0 w 4490"/>
                <a:gd name="connsiteY1" fmla="*/ 859659 h 859658"/>
                <a:gd name="connsiteX2" fmla="*/ 0 w 4490"/>
                <a:gd name="connsiteY2" fmla="*/ 0 h 859658"/>
                <a:gd name="connsiteX3" fmla="*/ 0 w 4490"/>
                <a:gd name="connsiteY3" fmla="*/ 0 h 85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90" h="859658">
                  <a:moveTo>
                    <a:pt x="0" y="859659"/>
                  </a:moveTo>
                  <a:lnTo>
                    <a:pt x="0" y="859659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243" cap="rnd">
              <a:solidFill>
                <a:srgbClr val="005CA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2" name="Freihandform: Form 61">
              <a:extLst>
                <a:ext uri="{FF2B5EF4-FFF2-40B4-BE49-F238E27FC236}">
                  <a16:creationId xmlns:a16="http://schemas.microsoft.com/office/drawing/2014/main" id="{4C31F406-CA25-4D81-8BF5-55F11959CE35}"/>
                </a:ext>
              </a:extLst>
            </p:cNvPr>
            <p:cNvSpPr/>
            <p:nvPr/>
          </p:nvSpPr>
          <p:spPr>
            <a:xfrm>
              <a:off x="8982260" y="5921152"/>
              <a:ext cx="4490" cy="859658"/>
            </a:xfrm>
            <a:custGeom>
              <a:avLst/>
              <a:gdLst>
                <a:gd name="connsiteX0" fmla="*/ 0 w 4490"/>
                <a:gd name="connsiteY0" fmla="*/ 859659 h 859658"/>
                <a:gd name="connsiteX1" fmla="*/ 0 w 4490"/>
                <a:gd name="connsiteY1" fmla="*/ 859659 h 859658"/>
                <a:gd name="connsiteX2" fmla="*/ 0 w 4490"/>
                <a:gd name="connsiteY2" fmla="*/ 0 h 859658"/>
                <a:gd name="connsiteX3" fmla="*/ 0 w 4490"/>
                <a:gd name="connsiteY3" fmla="*/ 0 h 85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90" h="859658">
                  <a:moveTo>
                    <a:pt x="0" y="859659"/>
                  </a:moveTo>
                  <a:lnTo>
                    <a:pt x="0" y="859659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243" cap="rnd">
              <a:solidFill>
                <a:srgbClr val="005CA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3" name="Freihandform: Form 62">
              <a:extLst>
                <a:ext uri="{FF2B5EF4-FFF2-40B4-BE49-F238E27FC236}">
                  <a16:creationId xmlns:a16="http://schemas.microsoft.com/office/drawing/2014/main" id="{46649444-0691-4B49-B5ED-C36230744AA7}"/>
                </a:ext>
              </a:extLst>
            </p:cNvPr>
            <p:cNvSpPr/>
            <p:nvPr/>
          </p:nvSpPr>
          <p:spPr>
            <a:xfrm>
              <a:off x="8861338" y="6169284"/>
              <a:ext cx="117644" cy="240587"/>
            </a:xfrm>
            <a:custGeom>
              <a:avLst/>
              <a:gdLst>
                <a:gd name="connsiteX0" fmla="*/ 100357 w 117644"/>
                <a:gd name="connsiteY0" fmla="*/ 240588 h 240587"/>
                <a:gd name="connsiteX1" fmla="*/ 117645 w 117644"/>
                <a:gd name="connsiteY1" fmla="*/ 223660 h 240587"/>
                <a:gd name="connsiteX2" fmla="*/ 117645 w 117644"/>
                <a:gd name="connsiteY2" fmla="*/ 205699 h 240587"/>
                <a:gd name="connsiteX3" fmla="*/ 116702 w 117644"/>
                <a:gd name="connsiteY3" fmla="*/ 203408 h 240587"/>
                <a:gd name="connsiteX4" fmla="*/ 82217 w 117644"/>
                <a:gd name="connsiteY4" fmla="*/ 167442 h 240587"/>
                <a:gd name="connsiteX5" fmla="*/ 63762 w 117644"/>
                <a:gd name="connsiteY5" fmla="*/ 120294 h 240587"/>
                <a:gd name="connsiteX6" fmla="*/ 83698 w 117644"/>
                <a:gd name="connsiteY6" fmla="*/ 71620 h 240587"/>
                <a:gd name="connsiteX7" fmla="*/ 109293 w 117644"/>
                <a:gd name="connsiteY7" fmla="*/ 44947 h 240587"/>
                <a:gd name="connsiteX8" fmla="*/ 117645 w 117644"/>
                <a:gd name="connsiteY8" fmla="*/ 24831 h 240587"/>
                <a:gd name="connsiteX9" fmla="*/ 117645 w 117644"/>
                <a:gd name="connsiteY9" fmla="*/ 3368 h 240587"/>
                <a:gd name="connsiteX10" fmla="*/ 114187 w 117644"/>
                <a:gd name="connsiteY10" fmla="*/ 0 h 240587"/>
                <a:gd name="connsiteX11" fmla="*/ 17288 w 117644"/>
                <a:gd name="connsiteY11" fmla="*/ 0 h 240587"/>
                <a:gd name="connsiteX12" fmla="*/ 0 w 117644"/>
                <a:gd name="connsiteY12" fmla="*/ 16928 h 240587"/>
                <a:gd name="connsiteX13" fmla="*/ 0 w 117644"/>
                <a:gd name="connsiteY13" fmla="*/ 23484 h 240587"/>
                <a:gd name="connsiteX14" fmla="*/ 0 w 117644"/>
                <a:gd name="connsiteY14" fmla="*/ 27884 h 240587"/>
                <a:gd name="connsiteX15" fmla="*/ 3458 w 117644"/>
                <a:gd name="connsiteY15" fmla="*/ 31297 h 240587"/>
                <a:gd name="connsiteX16" fmla="*/ 37943 w 117644"/>
                <a:gd name="connsiteY16" fmla="*/ 31297 h 240587"/>
                <a:gd name="connsiteX17" fmla="*/ 54377 w 117644"/>
                <a:gd name="connsiteY17" fmla="*/ 47193 h 240587"/>
                <a:gd name="connsiteX18" fmla="*/ 30803 w 117644"/>
                <a:gd name="connsiteY18" fmla="*/ 85405 h 240587"/>
                <a:gd name="connsiteX19" fmla="*/ 8083 w 117644"/>
                <a:gd name="connsiteY19" fmla="*/ 120249 h 240587"/>
                <a:gd name="connsiteX20" fmla="*/ 30803 w 117644"/>
                <a:gd name="connsiteY20" fmla="*/ 155093 h 240587"/>
                <a:gd name="connsiteX21" fmla="*/ 54377 w 117644"/>
                <a:gd name="connsiteY21" fmla="*/ 193305 h 240587"/>
                <a:gd name="connsiteX22" fmla="*/ 38077 w 117644"/>
                <a:gd name="connsiteY22" fmla="*/ 209201 h 240587"/>
                <a:gd name="connsiteX23" fmla="*/ 17288 w 117644"/>
                <a:gd name="connsiteY23" fmla="*/ 209201 h 240587"/>
                <a:gd name="connsiteX24" fmla="*/ 0 w 117644"/>
                <a:gd name="connsiteY24" fmla="*/ 226174 h 240587"/>
                <a:gd name="connsiteX25" fmla="*/ 0 w 117644"/>
                <a:gd name="connsiteY25" fmla="*/ 233493 h 240587"/>
                <a:gd name="connsiteX26" fmla="*/ 0 w 117644"/>
                <a:gd name="connsiteY26" fmla="*/ 237175 h 240587"/>
                <a:gd name="connsiteX27" fmla="*/ 3458 w 117644"/>
                <a:gd name="connsiteY27" fmla="*/ 240588 h 240587"/>
                <a:gd name="connsiteX28" fmla="*/ 100357 w 117644"/>
                <a:gd name="connsiteY28" fmla="*/ 240588 h 24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644" h="240587">
                  <a:moveTo>
                    <a:pt x="100357" y="240588"/>
                  </a:moveTo>
                  <a:cubicBezTo>
                    <a:pt x="109921" y="240588"/>
                    <a:pt x="117645" y="232999"/>
                    <a:pt x="117645" y="223660"/>
                  </a:cubicBezTo>
                  <a:lnTo>
                    <a:pt x="117645" y="205699"/>
                  </a:lnTo>
                  <a:cubicBezTo>
                    <a:pt x="117645" y="204800"/>
                    <a:pt x="117285" y="203992"/>
                    <a:pt x="116702" y="203408"/>
                  </a:cubicBezTo>
                  <a:lnTo>
                    <a:pt x="82217" y="167442"/>
                  </a:lnTo>
                  <a:cubicBezTo>
                    <a:pt x="70407" y="155138"/>
                    <a:pt x="63762" y="138524"/>
                    <a:pt x="63762" y="120294"/>
                  </a:cubicBezTo>
                  <a:cubicBezTo>
                    <a:pt x="63762" y="101300"/>
                    <a:pt x="70991" y="84102"/>
                    <a:pt x="83698" y="71620"/>
                  </a:cubicBezTo>
                  <a:cubicBezTo>
                    <a:pt x="83698" y="71620"/>
                    <a:pt x="109068" y="45172"/>
                    <a:pt x="109293" y="44947"/>
                  </a:cubicBezTo>
                  <a:cubicBezTo>
                    <a:pt x="114097" y="39873"/>
                    <a:pt x="117465" y="32869"/>
                    <a:pt x="117645" y="24831"/>
                  </a:cubicBezTo>
                  <a:lnTo>
                    <a:pt x="117645" y="3368"/>
                  </a:lnTo>
                  <a:cubicBezTo>
                    <a:pt x="117645" y="1482"/>
                    <a:pt x="116118" y="0"/>
                    <a:pt x="114187" y="0"/>
                  </a:cubicBezTo>
                  <a:lnTo>
                    <a:pt x="17288" y="0"/>
                  </a:lnTo>
                  <a:cubicBezTo>
                    <a:pt x="7723" y="0"/>
                    <a:pt x="0" y="7589"/>
                    <a:pt x="0" y="16928"/>
                  </a:cubicBezTo>
                  <a:lnTo>
                    <a:pt x="0" y="23484"/>
                  </a:lnTo>
                  <a:lnTo>
                    <a:pt x="0" y="27884"/>
                  </a:lnTo>
                  <a:cubicBezTo>
                    <a:pt x="0" y="29770"/>
                    <a:pt x="1572" y="31297"/>
                    <a:pt x="3458" y="31297"/>
                  </a:cubicBezTo>
                  <a:lnTo>
                    <a:pt x="37943" y="31297"/>
                  </a:lnTo>
                  <a:cubicBezTo>
                    <a:pt x="46968" y="31297"/>
                    <a:pt x="54377" y="38526"/>
                    <a:pt x="54377" y="47193"/>
                  </a:cubicBezTo>
                  <a:cubicBezTo>
                    <a:pt x="54377" y="63357"/>
                    <a:pt x="40233" y="74942"/>
                    <a:pt x="30803" y="85405"/>
                  </a:cubicBezTo>
                  <a:cubicBezTo>
                    <a:pt x="19218" y="98247"/>
                    <a:pt x="8083" y="108125"/>
                    <a:pt x="8083" y="120249"/>
                  </a:cubicBezTo>
                  <a:cubicBezTo>
                    <a:pt x="8083" y="132373"/>
                    <a:pt x="19218" y="142296"/>
                    <a:pt x="30803" y="155093"/>
                  </a:cubicBezTo>
                  <a:cubicBezTo>
                    <a:pt x="40233" y="165556"/>
                    <a:pt x="54377" y="177141"/>
                    <a:pt x="54377" y="193305"/>
                  </a:cubicBezTo>
                  <a:cubicBezTo>
                    <a:pt x="54377" y="201927"/>
                    <a:pt x="47013" y="209111"/>
                    <a:pt x="38077" y="209201"/>
                  </a:cubicBezTo>
                  <a:lnTo>
                    <a:pt x="17288" y="209201"/>
                  </a:lnTo>
                  <a:cubicBezTo>
                    <a:pt x="7723" y="209201"/>
                    <a:pt x="0" y="216789"/>
                    <a:pt x="0" y="226174"/>
                  </a:cubicBezTo>
                  <a:lnTo>
                    <a:pt x="0" y="233493"/>
                  </a:lnTo>
                  <a:cubicBezTo>
                    <a:pt x="0" y="235379"/>
                    <a:pt x="0" y="237175"/>
                    <a:pt x="0" y="237175"/>
                  </a:cubicBezTo>
                  <a:cubicBezTo>
                    <a:pt x="0" y="239061"/>
                    <a:pt x="1572" y="240588"/>
                    <a:pt x="3458" y="240588"/>
                  </a:cubicBezTo>
                  <a:cubicBezTo>
                    <a:pt x="3502" y="240588"/>
                    <a:pt x="99504" y="240588"/>
                    <a:pt x="100357" y="240588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4" name="Freihandform: Form 63">
              <a:extLst>
                <a:ext uri="{FF2B5EF4-FFF2-40B4-BE49-F238E27FC236}">
                  <a16:creationId xmlns:a16="http://schemas.microsoft.com/office/drawing/2014/main" id="{CA2B0680-E41C-4F5E-A866-4414DB6FB494}"/>
                </a:ext>
              </a:extLst>
            </p:cNvPr>
            <p:cNvSpPr/>
            <p:nvPr/>
          </p:nvSpPr>
          <p:spPr>
            <a:xfrm>
              <a:off x="8741493" y="6169284"/>
              <a:ext cx="117644" cy="240587"/>
            </a:xfrm>
            <a:custGeom>
              <a:avLst/>
              <a:gdLst>
                <a:gd name="connsiteX0" fmla="*/ 100357 w 117644"/>
                <a:gd name="connsiteY0" fmla="*/ 240588 h 240587"/>
                <a:gd name="connsiteX1" fmla="*/ 117645 w 117644"/>
                <a:gd name="connsiteY1" fmla="*/ 223660 h 240587"/>
                <a:gd name="connsiteX2" fmla="*/ 117645 w 117644"/>
                <a:gd name="connsiteY2" fmla="*/ 205699 h 240587"/>
                <a:gd name="connsiteX3" fmla="*/ 116702 w 117644"/>
                <a:gd name="connsiteY3" fmla="*/ 203408 h 240587"/>
                <a:gd name="connsiteX4" fmla="*/ 82217 w 117644"/>
                <a:gd name="connsiteY4" fmla="*/ 167442 h 240587"/>
                <a:gd name="connsiteX5" fmla="*/ 63762 w 117644"/>
                <a:gd name="connsiteY5" fmla="*/ 120294 h 240587"/>
                <a:gd name="connsiteX6" fmla="*/ 83698 w 117644"/>
                <a:gd name="connsiteY6" fmla="*/ 71620 h 240587"/>
                <a:gd name="connsiteX7" fmla="*/ 109293 w 117644"/>
                <a:gd name="connsiteY7" fmla="*/ 44947 h 240587"/>
                <a:gd name="connsiteX8" fmla="*/ 117645 w 117644"/>
                <a:gd name="connsiteY8" fmla="*/ 24831 h 240587"/>
                <a:gd name="connsiteX9" fmla="*/ 117645 w 117644"/>
                <a:gd name="connsiteY9" fmla="*/ 3368 h 240587"/>
                <a:gd name="connsiteX10" fmla="*/ 114187 w 117644"/>
                <a:gd name="connsiteY10" fmla="*/ 0 h 240587"/>
                <a:gd name="connsiteX11" fmla="*/ 17288 w 117644"/>
                <a:gd name="connsiteY11" fmla="*/ 0 h 240587"/>
                <a:gd name="connsiteX12" fmla="*/ 0 w 117644"/>
                <a:gd name="connsiteY12" fmla="*/ 16928 h 240587"/>
                <a:gd name="connsiteX13" fmla="*/ 0 w 117644"/>
                <a:gd name="connsiteY13" fmla="*/ 23484 h 240587"/>
                <a:gd name="connsiteX14" fmla="*/ 0 w 117644"/>
                <a:gd name="connsiteY14" fmla="*/ 27884 h 240587"/>
                <a:gd name="connsiteX15" fmla="*/ 3458 w 117644"/>
                <a:gd name="connsiteY15" fmla="*/ 31297 h 240587"/>
                <a:gd name="connsiteX16" fmla="*/ 37943 w 117644"/>
                <a:gd name="connsiteY16" fmla="*/ 31297 h 240587"/>
                <a:gd name="connsiteX17" fmla="*/ 54377 w 117644"/>
                <a:gd name="connsiteY17" fmla="*/ 47193 h 240587"/>
                <a:gd name="connsiteX18" fmla="*/ 30803 w 117644"/>
                <a:gd name="connsiteY18" fmla="*/ 85405 h 240587"/>
                <a:gd name="connsiteX19" fmla="*/ 8083 w 117644"/>
                <a:gd name="connsiteY19" fmla="*/ 120249 h 240587"/>
                <a:gd name="connsiteX20" fmla="*/ 30803 w 117644"/>
                <a:gd name="connsiteY20" fmla="*/ 155093 h 240587"/>
                <a:gd name="connsiteX21" fmla="*/ 54377 w 117644"/>
                <a:gd name="connsiteY21" fmla="*/ 193305 h 240587"/>
                <a:gd name="connsiteX22" fmla="*/ 38077 w 117644"/>
                <a:gd name="connsiteY22" fmla="*/ 209201 h 240587"/>
                <a:gd name="connsiteX23" fmla="*/ 17288 w 117644"/>
                <a:gd name="connsiteY23" fmla="*/ 209201 h 240587"/>
                <a:gd name="connsiteX24" fmla="*/ 0 w 117644"/>
                <a:gd name="connsiteY24" fmla="*/ 226174 h 240587"/>
                <a:gd name="connsiteX25" fmla="*/ 0 w 117644"/>
                <a:gd name="connsiteY25" fmla="*/ 233493 h 240587"/>
                <a:gd name="connsiteX26" fmla="*/ 0 w 117644"/>
                <a:gd name="connsiteY26" fmla="*/ 237175 h 240587"/>
                <a:gd name="connsiteX27" fmla="*/ 3458 w 117644"/>
                <a:gd name="connsiteY27" fmla="*/ 240588 h 240587"/>
                <a:gd name="connsiteX28" fmla="*/ 100357 w 117644"/>
                <a:gd name="connsiteY28" fmla="*/ 240588 h 24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644" h="240587">
                  <a:moveTo>
                    <a:pt x="100357" y="240588"/>
                  </a:moveTo>
                  <a:cubicBezTo>
                    <a:pt x="109921" y="240588"/>
                    <a:pt x="117645" y="232999"/>
                    <a:pt x="117645" y="223660"/>
                  </a:cubicBezTo>
                  <a:lnTo>
                    <a:pt x="117645" y="205699"/>
                  </a:lnTo>
                  <a:cubicBezTo>
                    <a:pt x="117645" y="204800"/>
                    <a:pt x="117285" y="203992"/>
                    <a:pt x="116702" y="203408"/>
                  </a:cubicBezTo>
                  <a:lnTo>
                    <a:pt x="82217" y="167442"/>
                  </a:lnTo>
                  <a:cubicBezTo>
                    <a:pt x="70407" y="155138"/>
                    <a:pt x="63762" y="138524"/>
                    <a:pt x="63762" y="120294"/>
                  </a:cubicBezTo>
                  <a:cubicBezTo>
                    <a:pt x="63762" y="101300"/>
                    <a:pt x="70991" y="84102"/>
                    <a:pt x="83698" y="71620"/>
                  </a:cubicBezTo>
                  <a:cubicBezTo>
                    <a:pt x="83698" y="71620"/>
                    <a:pt x="109068" y="45172"/>
                    <a:pt x="109293" y="44947"/>
                  </a:cubicBezTo>
                  <a:cubicBezTo>
                    <a:pt x="114097" y="39873"/>
                    <a:pt x="117465" y="32869"/>
                    <a:pt x="117645" y="24831"/>
                  </a:cubicBezTo>
                  <a:lnTo>
                    <a:pt x="117645" y="3368"/>
                  </a:lnTo>
                  <a:cubicBezTo>
                    <a:pt x="117645" y="1482"/>
                    <a:pt x="116118" y="0"/>
                    <a:pt x="114187" y="0"/>
                  </a:cubicBezTo>
                  <a:lnTo>
                    <a:pt x="17288" y="0"/>
                  </a:lnTo>
                  <a:cubicBezTo>
                    <a:pt x="7723" y="0"/>
                    <a:pt x="0" y="7589"/>
                    <a:pt x="0" y="16928"/>
                  </a:cubicBezTo>
                  <a:lnTo>
                    <a:pt x="0" y="23484"/>
                  </a:lnTo>
                  <a:lnTo>
                    <a:pt x="0" y="27884"/>
                  </a:lnTo>
                  <a:cubicBezTo>
                    <a:pt x="0" y="29770"/>
                    <a:pt x="1572" y="31297"/>
                    <a:pt x="3458" y="31297"/>
                  </a:cubicBezTo>
                  <a:lnTo>
                    <a:pt x="37943" y="31297"/>
                  </a:lnTo>
                  <a:cubicBezTo>
                    <a:pt x="46968" y="31297"/>
                    <a:pt x="54377" y="38526"/>
                    <a:pt x="54377" y="47193"/>
                  </a:cubicBezTo>
                  <a:cubicBezTo>
                    <a:pt x="54377" y="63357"/>
                    <a:pt x="40233" y="74942"/>
                    <a:pt x="30803" y="85405"/>
                  </a:cubicBezTo>
                  <a:cubicBezTo>
                    <a:pt x="19218" y="98247"/>
                    <a:pt x="8083" y="108125"/>
                    <a:pt x="8083" y="120249"/>
                  </a:cubicBezTo>
                  <a:cubicBezTo>
                    <a:pt x="8083" y="132373"/>
                    <a:pt x="19218" y="142296"/>
                    <a:pt x="30803" y="155093"/>
                  </a:cubicBezTo>
                  <a:cubicBezTo>
                    <a:pt x="40233" y="165556"/>
                    <a:pt x="54377" y="177141"/>
                    <a:pt x="54377" y="193305"/>
                  </a:cubicBezTo>
                  <a:cubicBezTo>
                    <a:pt x="54377" y="201927"/>
                    <a:pt x="47013" y="209111"/>
                    <a:pt x="38077" y="209201"/>
                  </a:cubicBezTo>
                  <a:lnTo>
                    <a:pt x="17288" y="209201"/>
                  </a:lnTo>
                  <a:cubicBezTo>
                    <a:pt x="7723" y="209201"/>
                    <a:pt x="0" y="216789"/>
                    <a:pt x="0" y="226174"/>
                  </a:cubicBezTo>
                  <a:lnTo>
                    <a:pt x="0" y="233493"/>
                  </a:lnTo>
                  <a:cubicBezTo>
                    <a:pt x="0" y="235379"/>
                    <a:pt x="0" y="237175"/>
                    <a:pt x="0" y="237175"/>
                  </a:cubicBezTo>
                  <a:cubicBezTo>
                    <a:pt x="0" y="239061"/>
                    <a:pt x="1572" y="240588"/>
                    <a:pt x="3458" y="240588"/>
                  </a:cubicBezTo>
                  <a:cubicBezTo>
                    <a:pt x="3502" y="240588"/>
                    <a:pt x="99504" y="240588"/>
                    <a:pt x="100357" y="240588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5" name="Freihandform: Form 64">
              <a:extLst>
                <a:ext uri="{FF2B5EF4-FFF2-40B4-BE49-F238E27FC236}">
                  <a16:creationId xmlns:a16="http://schemas.microsoft.com/office/drawing/2014/main" id="{6CAAA19A-40BE-476D-8655-2611A3AB3668}"/>
                </a:ext>
              </a:extLst>
            </p:cNvPr>
            <p:cNvSpPr/>
            <p:nvPr/>
          </p:nvSpPr>
          <p:spPr>
            <a:xfrm>
              <a:off x="10204283" y="5921152"/>
              <a:ext cx="4490" cy="859658"/>
            </a:xfrm>
            <a:custGeom>
              <a:avLst/>
              <a:gdLst>
                <a:gd name="connsiteX0" fmla="*/ 0 w 4490"/>
                <a:gd name="connsiteY0" fmla="*/ 859659 h 859658"/>
                <a:gd name="connsiteX1" fmla="*/ 0 w 4490"/>
                <a:gd name="connsiteY1" fmla="*/ 859659 h 859658"/>
                <a:gd name="connsiteX2" fmla="*/ 0 w 4490"/>
                <a:gd name="connsiteY2" fmla="*/ 0 h 859658"/>
                <a:gd name="connsiteX3" fmla="*/ 0 w 4490"/>
                <a:gd name="connsiteY3" fmla="*/ 0 h 85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90" h="859658">
                  <a:moveTo>
                    <a:pt x="0" y="859659"/>
                  </a:moveTo>
                  <a:lnTo>
                    <a:pt x="0" y="859659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243" cap="rnd">
              <a:solidFill>
                <a:srgbClr val="005CA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6" name="Freihandform: Form 65">
              <a:extLst>
                <a:ext uri="{FF2B5EF4-FFF2-40B4-BE49-F238E27FC236}">
                  <a16:creationId xmlns:a16="http://schemas.microsoft.com/office/drawing/2014/main" id="{F0145C3F-9E16-4F58-A3ED-D44657A6966E}"/>
                </a:ext>
              </a:extLst>
            </p:cNvPr>
            <p:cNvSpPr/>
            <p:nvPr/>
          </p:nvSpPr>
          <p:spPr>
            <a:xfrm>
              <a:off x="10083360" y="6169284"/>
              <a:ext cx="117644" cy="240587"/>
            </a:xfrm>
            <a:custGeom>
              <a:avLst/>
              <a:gdLst>
                <a:gd name="connsiteX0" fmla="*/ 100357 w 117644"/>
                <a:gd name="connsiteY0" fmla="*/ 240588 h 240587"/>
                <a:gd name="connsiteX1" fmla="*/ 117645 w 117644"/>
                <a:gd name="connsiteY1" fmla="*/ 223660 h 240587"/>
                <a:gd name="connsiteX2" fmla="*/ 117645 w 117644"/>
                <a:gd name="connsiteY2" fmla="*/ 205699 h 240587"/>
                <a:gd name="connsiteX3" fmla="*/ 116702 w 117644"/>
                <a:gd name="connsiteY3" fmla="*/ 203408 h 240587"/>
                <a:gd name="connsiteX4" fmla="*/ 82217 w 117644"/>
                <a:gd name="connsiteY4" fmla="*/ 167442 h 240587"/>
                <a:gd name="connsiteX5" fmla="*/ 63762 w 117644"/>
                <a:gd name="connsiteY5" fmla="*/ 120294 h 240587"/>
                <a:gd name="connsiteX6" fmla="*/ 83698 w 117644"/>
                <a:gd name="connsiteY6" fmla="*/ 71620 h 240587"/>
                <a:gd name="connsiteX7" fmla="*/ 109293 w 117644"/>
                <a:gd name="connsiteY7" fmla="*/ 44947 h 240587"/>
                <a:gd name="connsiteX8" fmla="*/ 117645 w 117644"/>
                <a:gd name="connsiteY8" fmla="*/ 24831 h 240587"/>
                <a:gd name="connsiteX9" fmla="*/ 117645 w 117644"/>
                <a:gd name="connsiteY9" fmla="*/ 3368 h 240587"/>
                <a:gd name="connsiteX10" fmla="*/ 114187 w 117644"/>
                <a:gd name="connsiteY10" fmla="*/ 0 h 240587"/>
                <a:gd name="connsiteX11" fmla="*/ 17287 w 117644"/>
                <a:gd name="connsiteY11" fmla="*/ 0 h 240587"/>
                <a:gd name="connsiteX12" fmla="*/ 0 w 117644"/>
                <a:gd name="connsiteY12" fmla="*/ 16928 h 240587"/>
                <a:gd name="connsiteX13" fmla="*/ 0 w 117644"/>
                <a:gd name="connsiteY13" fmla="*/ 23484 h 240587"/>
                <a:gd name="connsiteX14" fmla="*/ 0 w 117644"/>
                <a:gd name="connsiteY14" fmla="*/ 27884 h 240587"/>
                <a:gd name="connsiteX15" fmla="*/ 3457 w 117644"/>
                <a:gd name="connsiteY15" fmla="*/ 31297 h 240587"/>
                <a:gd name="connsiteX16" fmla="*/ 37943 w 117644"/>
                <a:gd name="connsiteY16" fmla="*/ 31297 h 240587"/>
                <a:gd name="connsiteX17" fmla="*/ 54377 w 117644"/>
                <a:gd name="connsiteY17" fmla="*/ 47193 h 240587"/>
                <a:gd name="connsiteX18" fmla="*/ 30803 w 117644"/>
                <a:gd name="connsiteY18" fmla="*/ 85405 h 240587"/>
                <a:gd name="connsiteX19" fmla="*/ 8082 w 117644"/>
                <a:gd name="connsiteY19" fmla="*/ 120249 h 240587"/>
                <a:gd name="connsiteX20" fmla="*/ 30803 w 117644"/>
                <a:gd name="connsiteY20" fmla="*/ 155093 h 240587"/>
                <a:gd name="connsiteX21" fmla="*/ 54377 w 117644"/>
                <a:gd name="connsiteY21" fmla="*/ 193305 h 240587"/>
                <a:gd name="connsiteX22" fmla="*/ 38077 w 117644"/>
                <a:gd name="connsiteY22" fmla="*/ 209201 h 240587"/>
                <a:gd name="connsiteX23" fmla="*/ 17287 w 117644"/>
                <a:gd name="connsiteY23" fmla="*/ 209201 h 240587"/>
                <a:gd name="connsiteX24" fmla="*/ 0 w 117644"/>
                <a:gd name="connsiteY24" fmla="*/ 226174 h 240587"/>
                <a:gd name="connsiteX25" fmla="*/ 0 w 117644"/>
                <a:gd name="connsiteY25" fmla="*/ 233493 h 240587"/>
                <a:gd name="connsiteX26" fmla="*/ 0 w 117644"/>
                <a:gd name="connsiteY26" fmla="*/ 237175 h 240587"/>
                <a:gd name="connsiteX27" fmla="*/ 3457 w 117644"/>
                <a:gd name="connsiteY27" fmla="*/ 240588 h 240587"/>
                <a:gd name="connsiteX28" fmla="*/ 100357 w 117644"/>
                <a:gd name="connsiteY28" fmla="*/ 240588 h 24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644" h="240587">
                  <a:moveTo>
                    <a:pt x="100357" y="240588"/>
                  </a:moveTo>
                  <a:cubicBezTo>
                    <a:pt x="109921" y="240588"/>
                    <a:pt x="117645" y="232999"/>
                    <a:pt x="117645" y="223660"/>
                  </a:cubicBezTo>
                  <a:lnTo>
                    <a:pt x="117645" y="205699"/>
                  </a:lnTo>
                  <a:cubicBezTo>
                    <a:pt x="117645" y="204800"/>
                    <a:pt x="117285" y="203992"/>
                    <a:pt x="116702" y="203408"/>
                  </a:cubicBezTo>
                  <a:lnTo>
                    <a:pt x="82217" y="167442"/>
                  </a:lnTo>
                  <a:cubicBezTo>
                    <a:pt x="70407" y="155138"/>
                    <a:pt x="63762" y="138524"/>
                    <a:pt x="63762" y="120294"/>
                  </a:cubicBezTo>
                  <a:cubicBezTo>
                    <a:pt x="63762" y="101300"/>
                    <a:pt x="70991" y="84102"/>
                    <a:pt x="83698" y="71620"/>
                  </a:cubicBezTo>
                  <a:cubicBezTo>
                    <a:pt x="83698" y="71620"/>
                    <a:pt x="109068" y="45172"/>
                    <a:pt x="109293" y="44947"/>
                  </a:cubicBezTo>
                  <a:cubicBezTo>
                    <a:pt x="114097" y="39873"/>
                    <a:pt x="117465" y="32869"/>
                    <a:pt x="117645" y="24831"/>
                  </a:cubicBezTo>
                  <a:lnTo>
                    <a:pt x="117645" y="3368"/>
                  </a:lnTo>
                  <a:cubicBezTo>
                    <a:pt x="117645" y="1482"/>
                    <a:pt x="116118" y="0"/>
                    <a:pt x="114187" y="0"/>
                  </a:cubicBezTo>
                  <a:lnTo>
                    <a:pt x="17287" y="0"/>
                  </a:lnTo>
                  <a:cubicBezTo>
                    <a:pt x="7723" y="0"/>
                    <a:pt x="0" y="7589"/>
                    <a:pt x="0" y="16928"/>
                  </a:cubicBezTo>
                  <a:lnTo>
                    <a:pt x="0" y="23484"/>
                  </a:lnTo>
                  <a:lnTo>
                    <a:pt x="0" y="27884"/>
                  </a:lnTo>
                  <a:cubicBezTo>
                    <a:pt x="0" y="29770"/>
                    <a:pt x="1571" y="31297"/>
                    <a:pt x="3457" y="31297"/>
                  </a:cubicBezTo>
                  <a:lnTo>
                    <a:pt x="37943" y="31297"/>
                  </a:lnTo>
                  <a:cubicBezTo>
                    <a:pt x="46968" y="31297"/>
                    <a:pt x="54377" y="38526"/>
                    <a:pt x="54377" y="47193"/>
                  </a:cubicBezTo>
                  <a:cubicBezTo>
                    <a:pt x="54377" y="63357"/>
                    <a:pt x="40232" y="74942"/>
                    <a:pt x="30803" y="85405"/>
                  </a:cubicBezTo>
                  <a:cubicBezTo>
                    <a:pt x="19218" y="98247"/>
                    <a:pt x="8082" y="108125"/>
                    <a:pt x="8082" y="120249"/>
                  </a:cubicBezTo>
                  <a:cubicBezTo>
                    <a:pt x="8082" y="132373"/>
                    <a:pt x="19218" y="142296"/>
                    <a:pt x="30803" y="155093"/>
                  </a:cubicBezTo>
                  <a:cubicBezTo>
                    <a:pt x="40232" y="165556"/>
                    <a:pt x="54377" y="177141"/>
                    <a:pt x="54377" y="193305"/>
                  </a:cubicBezTo>
                  <a:cubicBezTo>
                    <a:pt x="54377" y="201927"/>
                    <a:pt x="47013" y="209111"/>
                    <a:pt x="38077" y="209201"/>
                  </a:cubicBezTo>
                  <a:lnTo>
                    <a:pt x="17287" y="209201"/>
                  </a:lnTo>
                  <a:cubicBezTo>
                    <a:pt x="7723" y="209201"/>
                    <a:pt x="0" y="216789"/>
                    <a:pt x="0" y="226174"/>
                  </a:cubicBezTo>
                  <a:lnTo>
                    <a:pt x="0" y="233493"/>
                  </a:lnTo>
                  <a:cubicBezTo>
                    <a:pt x="0" y="235379"/>
                    <a:pt x="0" y="237175"/>
                    <a:pt x="0" y="237175"/>
                  </a:cubicBezTo>
                  <a:cubicBezTo>
                    <a:pt x="0" y="239061"/>
                    <a:pt x="1571" y="240588"/>
                    <a:pt x="3457" y="240588"/>
                  </a:cubicBezTo>
                  <a:cubicBezTo>
                    <a:pt x="3502" y="240588"/>
                    <a:pt x="99504" y="240588"/>
                    <a:pt x="100357" y="240588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7" name="Freihandform: Form 66">
              <a:extLst>
                <a:ext uri="{FF2B5EF4-FFF2-40B4-BE49-F238E27FC236}">
                  <a16:creationId xmlns:a16="http://schemas.microsoft.com/office/drawing/2014/main" id="{C5BF61DF-D7C5-4957-BB18-6A4E81435A82}"/>
                </a:ext>
              </a:extLst>
            </p:cNvPr>
            <p:cNvSpPr/>
            <p:nvPr/>
          </p:nvSpPr>
          <p:spPr>
            <a:xfrm>
              <a:off x="9963515" y="6169284"/>
              <a:ext cx="117644" cy="240587"/>
            </a:xfrm>
            <a:custGeom>
              <a:avLst/>
              <a:gdLst>
                <a:gd name="connsiteX0" fmla="*/ 100357 w 117644"/>
                <a:gd name="connsiteY0" fmla="*/ 240588 h 240587"/>
                <a:gd name="connsiteX1" fmla="*/ 117645 w 117644"/>
                <a:gd name="connsiteY1" fmla="*/ 223660 h 240587"/>
                <a:gd name="connsiteX2" fmla="*/ 117645 w 117644"/>
                <a:gd name="connsiteY2" fmla="*/ 205699 h 240587"/>
                <a:gd name="connsiteX3" fmla="*/ 116702 w 117644"/>
                <a:gd name="connsiteY3" fmla="*/ 203408 h 240587"/>
                <a:gd name="connsiteX4" fmla="*/ 82217 w 117644"/>
                <a:gd name="connsiteY4" fmla="*/ 167442 h 240587"/>
                <a:gd name="connsiteX5" fmla="*/ 63762 w 117644"/>
                <a:gd name="connsiteY5" fmla="*/ 120294 h 240587"/>
                <a:gd name="connsiteX6" fmla="*/ 83698 w 117644"/>
                <a:gd name="connsiteY6" fmla="*/ 71620 h 240587"/>
                <a:gd name="connsiteX7" fmla="*/ 109293 w 117644"/>
                <a:gd name="connsiteY7" fmla="*/ 44947 h 240587"/>
                <a:gd name="connsiteX8" fmla="*/ 117645 w 117644"/>
                <a:gd name="connsiteY8" fmla="*/ 24831 h 240587"/>
                <a:gd name="connsiteX9" fmla="*/ 117645 w 117644"/>
                <a:gd name="connsiteY9" fmla="*/ 3368 h 240587"/>
                <a:gd name="connsiteX10" fmla="*/ 114187 w 117644"/>
                <a:gd name="connsiteY10" fmla="*/ 0 h 240587"/>
                <a:gd name="connsiteX11" fmla="*/ 17287 w 117644"/>
                <a:gd name="connsiteY11" fmla="*/ 0 h 240587"/>
                <a:gd name="connsiteX12" fmla="*/ 0 w 117644"/>
                <a:gd name="connsiteY12" fmla="*/ 16928 h 240587"/>
                <a:gd name="connsiteX13" fmla="*/ 0 w 117644"/>
                <a:gd name="connsiteY13" fmla="*/ 23484 h 240587"/>
                <a:gd name="connsiteX14" fmla="*/ 0 w 117644"/>
                <a:gd name="connsiteY14" fmla="*/ 27884 h 240587"/>
                <a:gd name="connsiteX15" fmla="*/ 3457 w 117644"/>
                <a:gd name="connsiteY15" fmla="*/ 31297 h 240587"/>
                <a:gd name="connsiteX16" fmla="*/ 37943 w 117644"/>
                <a:gd name="connsiteY16" fmla="*/ 31297 h 240587"/>
                <a:gd name="connsiteX17" fmla="*/ 54377 w 117644"/>
                <a:gd name="connsiteY17" fmla="*/ 47193 h 240587"/>
                <a:gd name="connsiteX18" fmla="*/ 30803 w 117644"/>
                <a:gd name="connsiteY18" fmla="*/ 85405 h 240587"/>
                <a:gd name="connsiteX19" fmla="*/ 8082 w 117644"/>
                <a:gd name="connsiteY19" fmla="*/ 120249 h 240587"/>
                <a:gd name="connsiteX20" fmla="*/ 30803 w 117644"/>
                <a:gd name="connsiteY20" fmla="*/ 155093 h 240587"/>
                <a:gd name="connsiteX21" fmla="*/ 54377 w 117644"/>
                <a:gd name="connsiteY21" fmla="*/ 193305 h 240587"/>
                <a:gd name="connsiteX22" fmla="*/ 38077 w 117644"/>
                <a:gd name="connsiteY22" fmla="*/ 209201 h 240587"/>
                <a:gd name="connsiteX23" fmla="*/ 17287 w 117644"/>
                <a:gd name="connsiteY23" fmla="*/ 209201 h 240587"/>
                <a:gd name="connsiteX24" fmla="*/ 0 w 117644"/>
                <a:gd name="connsiteY24" fmla="*/ 226174 h 240587"/>
                <a:gd name="connsiteX25" fmla="*/ 0 w 117644"/>
                <a:gd name="connsiteY25" fmla="*/ 233493 h 240587"/>
                <a:gd name="connsiteX26" fmla="*/ 0 w 117644"/>
                <a:gd name="connsiteY26" fmla="*/ 237175 h 240587"/>
                <a:gd name="connsiteX27" fmla="*/ 3457 w 117644"/>
                <a:gd name="connsiteY27" fmla="*/ 240588 h 240587"/>
                <a:gd name="connsiteX28" fmla="*/ 100357 w 117644"/>
                <a:gd name="connsiteY28" fmla="*/ 240588 h 24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644" h="240587">
                  <a:moveTo>
                    <a:pt x="100357" y="240588"/>
                  </a:moveTo>
                  <a:cubicBezTo>
                    <a:pt x="109921" y="240588"/>
                    <a:pt x="117645" y="232999"/>
                    <a:pt x="117645" y="223660"/>
                  </a:cubicBezTo>
                  <a:lnTo>
                    <a:pt x="117645" y="205699"/>
                  </a:lnTo>
                  <a:cubicBezTo>
                    <a:pt x="117645" y="204800"/>
                    <a:pt x="117285" y="203992"/>
                    <a:pt x="116702" y="203408"/>
                  </a:cubicBezTo>
                  <a:lnTo>
                    <a:pt x="82217" y="167442"/>
                  </a:lnTo>
                  <a:cubicBezTo>
                    <a:pt x="70407" y="155138"/>
                    <a:pt x="63762" y="138524"/>
                    <a:pt x="63762" y="120294"/>
                  </a:cubicBezTo>
                  <a:cubicBezTo>
                    <a:pt x="63762" y="101300"/>
                    <a:pt x="70991" y="84102"/>
                    <a:pt x="83698" y="71620"/>
                  </a:cubicBezTo>
                  <a:cubicBezTo>
                    <a:pt x="83698" y="71620"/>
                    <a:pt x="109068" y="45172"/>
                    <a:pt x="109293" y="44947"/>
                  </a:cubicBezTo>
                  <a:cubicBezTo>
                    <a:pt x="114097" y="39873"/>
                    <a:pt x="117465" y="32869"/>
                    <a:pt x="117645" y="24831"/>
                  </a:cubicBezTo>
                  <a:lnTo>
                    <a:pt x="117645" y="3368"/>
                  </a:lnTo>
                  <a:cubicBezTo>
                    <a:pt x="117645" y="1482"/>
                    <a:pt x="116118" y="0"/>
                    <a:pt x="114187" y="0"/>
                  </a:cubicBezTo>
                  <a:lnTo>
                    <a:pt x="17287" y="0"/>
                  </a:lnTo>
                  <a:cubicBezTo>
                    <a:pt x="7723" y="0"/>
                    <a:pt x="0" y="7589"/>
                    <a:pt x="0" y="16928"/>
                  </a:cubicBezTo>
                  <a:lnTo>
                    <a:pt x="0" y="23484"/>
                  </a:lnTo>
                  <a:lnTo>
                    <a:pt x="0" y="27884"/>
                  </a:lnTo>
                  <a:cubicBezTo>
                    <a:pt x="0" y="29770"/>
                    <a:pt x="1571" y="31297"/>
                    <a:pt x="3457" y="31297"/>
                  </a:cubicBezTo>
                  <a:lnTo>
                    <a:pt x="37943" y="31297"/>
                  </a:lnTo>
                  <a:cubicBezTo>
                    <a:pt x="46968" y="31297"/>
                    <a:pt x="54377" y="38526"/>
                    <a:pt x="54377" y="47193"/>
                  </a:cubicBezTo>
                  <a:cubicBezTo>
                    <a:pt x="54377" y="63357"/>
                    <a:pt x="40232" y="74942"/>
                    <a:pt x="30803" y="85405"/>
                  </a:cubicBezTo>
                  <a:cubicBezTo>
                    <a:pt x="19218" y="98247"/>
                    <a:pt x="8082" y="108125"/>
                    <a:pt x="8082" y="120249"/>
                  </a:cubicBezTo>
                  <a:cubicBezTo>
                    <a:pt x="8082" y="132373"/>
                    <a:pt x="19218" y="142296"/>
                    <a:pt x="30803" y="155093"/>
                  </a:cubicBezTo>
                  <a:cubicBezTo>
                    <a:pt x="40232" y="165556"/>
                    <a:pt x="54377" y="177141"/>
                    <a:pt x="54377" y="193305"/>
                  </a:cubicBezTo>
                  <a:cubicBezTo>
                    <a:pt x="54377" y="201927"/>
                    <a:pt x="47013" y="209111"/>
                    <a:pt x="38077" y="209201"/>
                  </a:cubicBezTo>
                  <a:lnTo>
                    <a:pt x="17287" y="209201"/>
                  </a:lnTo>
                  <a:cubicBezTo>
                    <a:pt x="7723" y="209201"/>
                    <a:pt x="0" y="216789"/>
                    <a:pt x="0" y="226174"/>
                  </a:cubicBezTo>
                  <a:lnTo>
                    <a:pt x="0" y="233493"/>
                  </a:lnTo>
                  <a:cubicBezTo>
                    <a:pt x="0" y="235379"/>
                    <a:pt x="0" y="237175"/>
                    <a:pt x="0" y="237175"/>
                  </a:cubicBezTo>
                  <a:cubicBezTo>
                    <a:pt x="0" y="239061"/>
                    <a:pt x="1571" y="240588"/>
                    <a:pt x="3457" y="240588"/>
                  </a:cubicBezTo>
                  <a:cubicBezTo>
                    <a:pt x="3502" y="240588"/>
                    <a:pt x="99504" y="240588"/>
                    <a:pt x="100357" y="240588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8" name="Freihandform: Form 67">
              <a:extLst>
                <a:ext uri="{FF2B5EF4-FFF2-40B4-BE49-F238E27FC236}">
                  <a16:creationId xmlns:a16="http://schemas.microsoft.com/office/drawing/2014/main" id="{794B2919-961C-4D30-9293-7EAB3609E0E6}"/>
                </a:ext>
              </a:extLst>
            </p:cNvPr>
            <p:cNvSpPr/>
            <p:nvPr/>
          </p:nvSpPr>
          <p:spPr>
            <a:xfrm>
              <a:off x="10229024" y="6165243"/>
              <a:ext cx="1560677" cy="4490"/>
            </a:xfrm>
            <a:custGeom>
              <a:avLst/>
              <a:gdLst>
                <a:gd name="connsiteX0" fmla="*/ 1560677 w 1560677"/>
                <a:gd name="connsiteY0" fmla="*/ 0 h 4490"/>
                <a:gd name="connsiteX1" fmla="*/ 1560677 w 1560677"/>
                <a:gd name="connsiteY1" fmla="*/ 0 h 4490"/>
                <a:gd name="connsiteX2" fmla="*/ 0 w 1560677"/>
                <a:gd name="connsiteY2" fmla="*/ 0 h 4490"/>
                <a:gd name="connsiteX3" fmla="*/ 0 w 1560677"/>
                <a:gd name="connsiteY3" fmla="*/ 0 h 4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0677" h="4490">
                  <a:moveTo>
                    <a:pt x="1560677" y="0"/>
                  </a:moveTo>
                  <a:lnTo>
                    <a:pt x="1560677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243" cap="rnd">
              <a:solidFill>
                <a:srgbClr val="005CA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9" name="Freihandform: Form 68">
              <a:extLst>
                <a:ext uri="{FF2B5EF4-FFF2-40B4-BE49-F238E27FC236}">
                  <a16:creationId xmlns:a16="http://schemas.microsoft.com/office/drawing/2014/main" id="{DF9A7F51-8C85-4F6F-A4AB-F4F1B61F1F77}"/>
                </a:ext>
              </a:extLst>
            </p:cNvPr>
            <p:cNvSpPr/>
            <p:nvPr/>
          </p:nvSpPr>
          <p:spPr>
            <a:xfrm>
              <a:off x="10253047" y="5921152"/>
              <a:ext cx="1524620" cy="4490"/>
            </a:xfrm>
            <a:custGeom>
              <a:avLst/>
              <a:gdLst>
                <a:gd name="connsiteX0" fmla="*/ 0 w 1524620"/>
                <a:gd name="connsiteY0" fmla="*/ 0 h 4490"/>
                <a:gd name="connsiteX1" fmla="*/ 1524620 w 1524620"/>
                <a:gd name="connsiteY1" fmla="*/ 0 h 4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4620" h="4490">
                  <a:moveTo>
                    <a:pt x="0" y="0"/>
                  </a:moveTo>
                  <a:lnTo>
                    <a:pt x="1524620" y="0"/>
                  </a:lnTo>
                </a:path>
              </a:pathLst>
            </a:custGeom>
            <a:ln w="2243" cap="rnd">
              <a:solidFill>
                <a:srgbClr val="005CA9"/>
              </a:solidFill>
              <a:custDash>
                <a:ds d="0" sp="112425"/>
              </a:custDash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0" name="Freihandform: Form 69">
              <a:extLst>
                <a:ext uri="{FF2B5EF4-FFF2-40B4-BE49-F238E27FC236}">
                  <a16:creationId xmlns:a16="http://schemas.microsoft.com/office/drawing/2014/main" id="{5ED431C5-B35C-47AF-9EE4-F0373A98BCBB}"/>
                </a:ext>
              </a:extLst>
            </p:cNvPr>
            <p:cNvSpPr/>
            <p:nvPr/>
          </p:nvSpPr>
          <p:spPr>
            <a:xfrm>
              <a:off x="10229024" y="5921152"/>
              <a:ext cx="1560677" cy="4490"/>
            </a:xfrm>
            <a:custGeom>
              <a:avLst/>
              <a:gdLst>
                <a:gd name="connsiteX0" fmla="*/ 1560677 w 1560677"/>
                <a:gd name="connsiteY0" fmla="*/ 0 h 4490"/>
                <a:gd name="connsiteX1" fmla="*/ 1560677 w 1560677"/>
                <a:gd name="connsiteY1" fmla="*/ 0 h 4490"/>
                <a:gd name="connsiteX2" fmla="*/ 0 w 1560677"/>
                <a:gd name="connsiteY2" fmla="*/ 0 h 4490"/>
                <a:gd name="connsiteX3" fmla="*/ 0 w 1560677"/>
                <a:gd name="connsiteY3" fmla="*/ 0 h 4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0677" h="4490">
                  <a:moveTo>
                    <a:pt x="1560677" y="0"/>
                  </a:moveTo>
                  <a:lnTo>
                    <a:pt x="1560677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243" cap="rnd">
              <a:solidFill>
                <a:srgbClr val="005CA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1" name="Freihandform: Form 70">
              <a:extLst>
                <a:ext uri="{FF2B5EF4-FFF2-40B4-BE49-F238E27FC236}">
                  <a16:creationId xmlns:a16="http://schemas.microsoft.com/office/drawing/2014/main" id="{8D91B62C-46E0-4ADC-96FA-9D9465B07DF5}"/>
                </a:ext>
              </a:extLst>
            </p:cNvPr>
            <p:cNvSpPr/>
            <p:nvPr/>
          </p:nvSpPr>
          <p:spPr>
            <a:xfrm>
              <a:off x="10216900" y="5926675"/>
              <a:ext cx="246380" cy="117599"/>
            </a:xfrm>
            <a:custGeom>
              <a:avLst/>
              <a:gdLst>
                <a:gd name="connsiteX0" fmla="*/ 246335 w 246380"/>
                <a:gd name="connsiteY0" fmla="*/ 17287 h 117599"/>
                <a:gd name="connsiteX1" fmla="*/ 229003 w 246380"/>
                <a:gd name="connsiteY1" fmla="*/ 0 h 117599"/>
                <a:gd name="connsiteX2" fmla="*/ 210638 w 246380"/>
                <a:gd name="connsiteY2" fmla="*/ 0 h 117599"/>
                <a:gd name="connsiteX3" fmla="*/ 208303 w 246380"/>
                <a:gd name="connsiteY3" fmla="*/ 943 h 117599"/>
                <a:gd name="connsiteX4" fmla="*/ 171483 w 246380"/>
                <a:gd name="connsiteY4" fmla="*/ 35428 h 117599"/>
                <a:gd name="connsiteX5" fmla="*/ 123213 w 246380"/>
                <a:gd name="connsiteY5" fmla="*/ 53883 h 117599"/>
                <a:gd name="connsiteX6" fmla="*/ 73371 w 246380"/>
                <a:gd name="connsiteY6" fmla="*/ 33946 h 117599"/>
                <a:gd name="connsiteX7" fmla="*/ 46070 w 246380"/>
                <a:gd name="connsiteY7" fmla="*/ 8352 h 117599"/>
                <a:gd name="connsiteX8" fmla="*/ 25460 w 246380"/>
                <a:gd name="connsiteY8" fmla="*/ 0 h 117599"/>
                <a:gd name="connsiteX9" fmla="*/ 3458 w 246380"/>
                <a:gd name="connsiteY9" fmla="*/ 0 h 117599"/>
                <a:gd name="connsiteX10" fmla="*/ 0 w 246380"/>
                <a:gd name="connsiteY10" fmla="*/ 3457 h 117599"/>
                <a:gd name="connsiteX11" fmla="*/ 0 w 246380"/>
                <a:gd name="connsiteY11" fmla="*/ 100312 h 117599"/>
                <a:gd name="connsiteX12" fmla="*/ 17332 w 246380"/>
                <a:gd name="connsiteY12" fmla="*/ 117600 h 117599"/>
                <a:gd name="connsiteX13" fmla="*/ 24068 w 246380"/>
                <a:gd name="connsiteY13" fmla="*/ 117600 h 117599"/>
                <a:gd name="connsiteX14" fmla="*/ 28603 w 246380"/>
                <a:gd name="connsiteY14" fmla="*/ 117600 h 117599"/>
                <a:gd name="connsiteX15" fmla="*/ 32105 w 246380"/>
                <a:gd name="connsiteY15" fmla="*/ 114142 h 117599"/>
                <a:gd name="connsiteX16" fmla="*/ 32105 w 246380"/>
                <a:gd name="connsiteY16" fmla="*/ 79657 h 117599"/>
                <a:gd name="connsiteX17" fmla="*/ 48360 w 246380"/>
                <a:gd name="connsiteY17" fmla="*/ 63223 h 117599"/>
                <a:gd name="connsiteX18" fmla="*/ 87515 w 246380"/>
                <a:gd name="connsiteY18" fmla="*/ 86797 h 117599"/>
                <a:gd name="connsiteX19" fmla="*/ 123213 w 246380"/>
                <a:gd name="connsiteY19" fmla="*/ 109517 h 117599"/>
                <a:gd name="connsiteX20" fmla="*/ 158910 w 246380"/>
                <a:gd name="connsiteY20" fmla="*/ 86797 h 117599"/>
                <a:gd name="connsiteX21" fmla="*/ 198020 w 246380"/>
                <a:gd name="connsiteY21" fmla="*/ 63223 h 117599"/>
                <a:gd name="connsiteX22" fmla="*/ 214320 w 246380"/>
                <a:gd name="connsiteY22" fmla="*/ 79522 h 117599"/>
                <a:gd name="connsiteX23" fmla="*/ 214320 w 246380"/>
                <a:gd name="connsiteY23" fmla="*/ 100312 h 117599"/>
                <a:gd name="connsiteX24" fmla="*/ 231652 w 246380"/>
                <a:gd name="connsiteY24" fmla="*/ 117600 h 117599"/>
                <a:gd name="connsiteX25" fmla="*/ 239151 w 246380"/>
                <a:gd name="connsiteY25" fmla="*/ 117600 h 117599"/>
                <a:gd name="connsiteX26" fmla="*/ 242923 w 246380"/>
                <a:gd name="connsiteY26" fmla="*/ 117600 h 117599"/>
                <a:gd name="connsiteX27" fmla="*/ 246380 w 246380"/>
                <a:gd name="connsiteY27" fmla="*/ 114142 h 117599"/>
                <a:gd name="connsiteX28" fmla="*/ 246335 w 246380"/>
                <a:gd name="connsiteY28" fmla="*/ 17287 h 11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380" h="117599">
                  <a:moveTo>
                    <a:pt x="246335" y="17287"/>
                  </a:moveTo>
                  <a:cubicBezTo>
                    <a:pt x="246335" y="7723"/>
                    <a:pt x="238567" y="0"/>
                    <a:pt x="229003" y="0"/>
                  </a:cubicBezTo>
                  <a:lnTo>
                    <a:pt x="210638" y="0"/>
                  </a:lnTo>
                  <a:cubicBezTo>
                    <a:pt x="209740" y="0"/>
                    <a:pt x="208887" y="359"/>
                    <a:pt x="208303" y="943"/>
                  </a:cubicBezTo>
                  <a:lnTo>
                    <a:pt x="171483" y="35428"/>
                  </a:lnTo>
                  <a:cubicBezTo>
                    <a:pt x="158865" y="47237"/>
                    <a:pt x="141892" y="53883"/>
                    <a:pt x="123213" y="53883"/>
                  </a:cubicBezTo>
                  <a:cubicBezTo>
                    <a:pt x="103725" y="53883"/>
                    <a:pt x="86123" y="46654"/>
                    <a:pt x="73371" y="33946"/>
                  </a:cubicBezTo>
                  <a:cubicBezTo>
                    <a:pt x="73371" y="33946"/>
                    <a:pt x="46294" y="8576"/>
                    <a:pt x="46070" y="8352"/>
                  </a:cubicBezTo>
                  <a:cubicBezTo>
                    <a:pt x="40861" y="3547"/>
                    <a:pt x="33722" y="180"/>
                    <a:pt x="25460" y="0"/>
                  </a:cubicBezTo>
                  <a:lnTo>
                    <a:pt x="3458" y="0"/>
                  </a:lnTo>
                  <a:cubicBezTo>
                    <a:pt x="1571" y="0"/>
                    <a:pt x="0" y="1527"/>
                    <a:pt x="0" y="3457"/>
                  </a:cubicBezTo>
                  <a:lnTo>
                    <a:pt x="0" y="100312"/>
                  </a:lnTo>
                  <a:cubicBezTo>
                    <a:pt x="0" y="109877"/>
                    <a:pt x="7768" y="117600"/>
                    <a:pt x="17332" y="117600"/>
                  </a:cubicBezTo>
                  <a:lnTo>
                    <a:pt x="24068" y="117600"/>
                  </a:lnTo>
                  <a:lnTo>
                    <a:pt x="28603" y="117600"/>
                  </a:lnTo>
                  <a:cubicBezTo>
                    <a:pt x="30534" y="117600"/>
                    <a:pt x="32105" y="116028"/>
                    <a:pt x="32105" y="114142"/>
                  </a:cubicBezTo>
                  <a:lnTo>
                    <a:pt x="32105" y="79657"/>
                  </a:lnTo>
                  <a:cubicBezTo>
                    <a:pt x="32105" y="70632"/>
                    <a:pt x="39469" y="63223"/>
                    <a:pt x="48360" y="63223"/>
                  </a:cubicBezTo>
                  <a:cubicBezTo>
                    <a:pt x="64929" y="63223"/>
                    <a:pt x="76783" y="77367"/>
                    <a:pt x="87515" y="86797"/>
                  </a:cubicBezTo>
                  <a:cubicBezTo>
                    <a:pt x="100671" y="98381"/>
                    <a:pt x="110774" y="109517"/>
                    <a:pt x="123213" y="109517"/>
                  </a:cubicBezTo>
                  <a:cubicBezTo>
                    <a:pt x="135651" y="109517"/>
                    <a:pt x="145754" y="98381"/>
                    <a:pt x="158910" y="86797"/>
                  </a:cubicBezTo>
                  <a:cubicBezTo>
                    <a:pt x="169642" y="77367"/>
                    <a:pt x="181496" y="63223"/>
                    <a:pt x="198020" y="63223"/>
                  </a:cubicBezTo>
                  <a:cubicBezTo>
                    <a:pt x="206866" y="63223"/>
                    <a:pt x="214230" y="70587"/>
                    <a:pt x="214320" y="79522"/>
                  </a:cubicBezTo>
                  <a:lnTo>
                    <a:pt x="214320" y="100312"/>
                  </a:lnTo>
                  <a:cubicBezTo>
                    <a:pt x="214320" y="109877"/>
                    <a:pt x="222088" y="117600"/>
                    <a:pt x="231652" y="117600"/>
                  </a:cubicBezTo>
                  <a:lnTo>
                    <a:pt x="239151" y="117600"/>
                  </a:lnTo>
                  <a:cubicBezTo>
                    <a:pt x="241127" y="117600"/>
                    <a:pt x="242923" y="117600"/>
                    <a:pt x="242923" y="117600"/>
                  </a:cubicBezTo>
                  <a:cubicBezTo>
                    <a:pt x="244853" y="117600"/>
                    <a:pt x="246380" y="116028"/>
                    <a:pt x="246380" y="114142"/>
                  </a:cubicBezTo>
                  <a:cubicBezTo>
                    <a:pt x="246335" y="114097"/>
                    <a:pt x="246335" y="18096"/>
                    <a:pt x="246335" y="17287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2" name="Freihandform: Form 71">
              <a:extLst>
                <a:ext uri="{FF2B5EF4-FFF2-40B4-BE49-F238E27FC236}">
                  <a16:creationId xmlns:a16="http://schemas.microsoft.com/office/drawing/2014/main" id="{18249FC2-4573-4B10-8662-23A57A40DCEC}"/>
                </a:ext>
              </a:extLst>
            </p:cNvPr>
            <p:cNvSpPr/>
            <p:nvPr/>
          </p:nvSpPr>
          <p:spPr>
            <a:xfrm>
              <a:off x="10216900" y="6046520"/>
              <a:ext cx="246380" cy="117644"/>
            </a:xfrm>
            <a:custGeom>
              <a:avLst/>
              <a:gdLst>
                <a:gd name="connsiteX0" fmla="*/ 246335 w 246380"/>
                <a:gd name="connsiteY0" fmla="*/ 17288 h 117644"/>
                <a:gd name="connsiteX1" fmla="*/ 229003 w 246380"/>
                <a:gd name="connsiteY1" fmla="*/ 0 h 117644"/>
                <a:gd name="connsiteX2" fmla="*/ 210638 w 246380"/>
                <a:gd name="connsiteY2" fmla="*/ 0 h 117644"/>
                <a:gd name="connsiteX3" fmla="*/ 208303 w 246380"/>
                <a:gd name="connsiteY3" fmla="*/ 943 h 117644"/>
                <a:gd name="connsiteX4" fmla="*/ 171483 w 246380"/>
                <a:gd name="connsiteY4" fmla="*/ 35428 h 117644"/>
                <a:gd name="connsiteX5" fmla="*/ 123213 w 246380"/>
                <a:gd name="connsiteY5" fmla="*/ 53883 h 117644"/>
                <a:gd name="connsiteX6" fmla="*/ 73371 w 246380"/>
                <a:gd name="connsiteY6" fmla="*/ 33946 h 117644"/>
                <a:gd name="connsiteX7" fmla="*/ 46070 w 246380"/>
                <a:gd name="connsiteY7" fmla="*/ 8352 h 117644"/>
                <a:gd name="connsiteX8" fmla="*/ 25460 w 246380"/>
                <a:gd name="connsiteY8" fmla="*/ 0 h 117644"/>
                <a:gd name="connsiteX9" fmla="*/ 3458 w 246380"/>
                <a:gd name="connsiteY9" fmla="*/ 0 h 117644"/>
                <a:gd name="connsiteX10" fmla="*/ 0 w 246380"/>
                <a:gd name="connsiteY10" fmla="*/ 3458 h 117644"/>
                <a:gd name="connsiteX11" fmla="*/ 0 w 246380"/>
                <a:gd name="connsiteY11" fmla="*/ 100357 h 117644"/>
                <a:gd name="connsiteX12" fmla="*/ 17332 w 246380"/>
                <a:gd name="connsiteY12" fmla="*/ 117645 h 117644"/>
                <a:gd name="connsiteX13" fmla="*/ 24068 w 246380"/>
                <a:gd name="connsiteY13" fmla="*/ 117645 h 117644"/>
                <a:gd name="connsiteX14" fmla="*/ 28603 w 246380"/>
                <a:gd name="connsiteY14" fmla="*/ 117645 h 117644"/>
                <a:gd name="connsiteX15" fmla="*/ 32105 w 246380"/>
                <a:gd name="connsiteY15" fmla="*/ 114187 h 117644"/>
                <a:gd name="connsiteX16" fmla="*/ 32105 w 246380"/>
                <a:gd name="connsiteY16" fmla="*/ 79702 h 117644"/>
                <a:gd name="connsiteX17" fmla="*/ 48360 w 246380"/>
                <a:gd name="connsiteY17" fmla="*/ 63268 h 117644"/>
                <a:gd name="connsiteX18" fmla="*/ 87515 w 246380"/>
                <a:gd name="connsiteY18" fmla="*/ 86842 h 117644"/>
                <a:gd name="connsiteX19" fmla="*/ 123213 w 246380"/>
                <a:gd name="connsiteY19" fmla="*/ 109562 h 117644"/>
                <a:gd name="connsiteX20" fmla="*/ 158910 w 246380"/>
                <a:gd name="connsiteY20" fmla="*/ 86842 h 117644"/>
                <a:gd name="connsiteX21" fmla="*/ 198020 w 246380"/>
                <a:gd name="connsiteY21" fmla="*/ 63268 h 117644"/>
                <a:gd name="connsiteX22" fmla="*/ 214320 w 246380"/>
                <a:gd name="connsiteY22" fmla="*/ 79567 h 117644"/>
                <a:gd name="connsiteX23" fmla="*/ 214320 w 246380"/>
                <a:gd name="connsiteY23" fmla="*/ 100357 h 117644"/>
                <a:gd name="connsiteX24" fmla="*/ 231652 w 246380"/>
                <a:gd name="connsiteY24" fmla="*/ 117645 h 117644"/>
                <a:gd name="connsiteX25" fmla="*/ 239151 w 246380"/>
                <a:gd name="connsiteY25" fmla="*/ 117645 h 117644"/>
                <a:gd name="connsiteX26" fmla="*/ 242923 w 246380"/>
                <a:gd name="connsiteY26" fmla="*/ 117645 h 117644"/>
                <a:gd name="connsiteX27" fmla="*/ 246380 w 246380"/>
                <a:gd name="connsiteY27" fmla="*/ 114187 h 117644"/>
                <a:gd name="connsiteX28" fmla="*/ 246335 w 246380"/>
                <a:gd name="connsiteY28" fmla="*/ 17288 h 11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380" h="117644">
                  <a:moveTo>
                    <a:pt x="246335" y="17288"/>
                  </a:moveTo>
                  <a:cubicBezTo>
                    <a:pt x="246335" y="7723"/>
                    <a:pt x="238567" y="0"/>
                    <a:pt x="229003" y="0"/>
                  </a:cubicBezTo>
                  <a:lnTo>
                    <a:pt x="210638" y="0"/>
                  </a:lnTo>
                  <a:cubicBezTo>
                    <a:pt x="209740" y="0"/>
                    <a:pt x="208887" y="359"/>
                    <a:pt x="208303" y="943"/>
                  </a:cubicBezTo>
                  <a:lnTo>
                    <a:pt x="171483" y="35428"/>
                  </a:lnTo>
                  <a:cubicBezTo>
                    <a:pt x="158865" y="47237"/>
                    <a:pt x="141892" y="53883"/>
                    <a:pt x="123213" y="53883"/>
                  </a:cubicBezTo>
                  <a:cubicBezTo>
                    <a:pt x="103725" y="53883"/>
                    <a:pt x="86123" y="46654"/>
                    <a:pt x="73371" y="33946"/>
                  </a:cubicBezTo>
                  <a:cubicBezTo>
                    <a:pt x="73371" y="33946"/>
                    <a:pt x="46294" y="8576"/>
                    <a:pt x="46070" y="8352"/>
                  </a:cubicBezTo>
                  <a:cubicBezTo>
                    <a:pt x="40861" y="3547"/>
                    <a:pt x="33722" y="180"/>
                    <a:pt x="25460" y="0"/>
                  </a:cubicBezTo>
                  <a:lnTo>
                    <a:pt x="3458" y="0"/>
                  </a:lnTo>
                  <a:cubicBezTo>
                    <a:pt x="1571" y="0"/>
                    <a:pt x="0" y="1527"/>
                    <a:pt x="0" y="3458"/>
                  </a:cubicBezTo>
                  <a:lnTo>
                    <a:pt x="0" y="100357"/>
                  </a:lnTo>
                  <a:cubicBezTo>
                    <a:pt x="0" y="109921"/>
                    <a:pt x="7768" y="117645"/>
                    <a:pt x="17332" y="117645"/>
                  </a:cubicBezTo>
                  <a:lnTo>
                    <a:pt x="24068" y="117645"/>
                  </a:lnTo>
                  <a:lnTo>
                    <a:pt x="28603" y="117645"/>
                  </a:lnTo>
                  <a:cubicBezTo>
                    <a:pt x="30534" y="117645"/>
                    <a:pt x="32105" y="116073"/>
                    <a:pt x="32105" y="114187"/>
                  </a:cubicBezTo>
                  <a:lnTo>
                    <a:pt x="32105" y="79702"/>
                  </a:lnTo>
                  <a:cubicBezTo>
                    <a:pt x="32105" y="70677"/>
                    <a:pt x="39469" y="63268"/>
                    <a:pt x="48360" y="63268"/>
                  </a:cubicBezTo>
                  <a:cubicBezTo>
                    <a:pt x="64929" y="63268"/>
                    <a:pt x="76783" y="77412"/>
                    <a:pt x="87515" y="86842"/>
                  </a:cubicBezTo>
                  <a:cubicBezTo>
                    <a:pt x="100671" y="98426"/>
                    <a:pt x="110774" y="109562"/>
                    <a:pt x="123213" y="109562"/>
                  </a:cubicBezTo>
                  <a:cubicBezTo>
                    <a:pt x="135651" y="109562"/>
                    <a:pt x="145754" y="98426"/>
                    <a:pt x="158910" y="86842"/>
                  </a:cubicBezTo>
                  <a:cubicBezTo>
                    <a:pt x="169642" y="77412"/>
                    <a:pt x="181496" y="63268"/>
                    <a:pt x="198020" y="63268"/>
                  </a:cubicBezTo>
                  <a:cubicBezTo>
                    <a:pt x="206866" y="63268"/>
                    <a:pt x="214230" y="70632"/>
                    <a:pt x="214320" y="79567"/>
                  </a:cubicBezTo>
                  <a:lnTo>
                    <a:pt x="214320" y="100357"/>
                  </a:lnTo>
                  <a:cubicBezTo>
                    <a:pt x="214320" y="109921"/>
                    <a:pt x="222088" y="117645"/>
                    <a:pt x="231652" y="117645"/>
                  </a:cubicBezTo>
                  <a:lnTo>
                    <a:pt x="239151" y="117645"/>
                  </a:lnTo>
                  <a:cubicBezTo>
                    <a:pt x="241127" y="117645"/>
                    <a:pt x="242923" y="117645"/>
                    <a:pt x="242923" y="117645"/>
                  </a:cubicBezTo>
                  <a:cubicBezTo>
                    <a:pt x="244853" y="117645"/>
                    <a:pt x="246380" y="116073"/>
                    <a:pt x="246380" y="114187"/>
                  </a:cubicBezTo>
                  <a:cubicBezTo>
                    <a:pt x="246335" y="114097"/>
                    <a:pt x="246335" y="18096"/>
                    <a:pt x="246335" y="17288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3" name="Freihandform: Form 72">
              <a:extLst>
                <a:ext uri="{FF2B5EF4-FFF2-40B4-BE49-F238E27FC236}">
                  <a16:creationId xmlns:a16="http://schemas.microsoft.com/office/drawing/2014/main" id="{DF7B006D-4CAB-4976-BC66-DF7A815058C7}"/>
                </a:ext>
              </a:extLst>
            </p:cNvPr>
            <p:cNvSpPr/>
            <p:nvPr/>
          </p:nvSpPr>
          <p:spPr>
            <a:xfrm>
              <a:off x="10216900" y="6528369"/>
              <a:ext cx="246380" cy="117644"/>
            </a:xfrm>
            <a:custGeom>
              <a:avLst/>
              <a:gdLst>
                <a:gd name="connsiteX0" fmla="*/ 246335 w 246380"/>
                <a:gd name="connsiteY0" fmla="*/ 17288 h 117644"/>
                <a:gd name="connsiteX1" fmla="*/ 229003 w 246380"/>
                <a:gd name="connsiteY1" fmla="*/ 0 h 117644"/>
                <a:gd name="connsiteX2" fmla="*/ 210638 w 246380"/>
                <a:gd name="connsiteY2" fmla="*/ 0 h 117644"/>
                <a:gd name="connsiteX3" fmla="*/ 208303 w 246380"/>
                <a:gd name="connsiteY3" fmla="*/ 943 h 117644"/>
                <a:gd name="connsiteX4" fmla="*/ 171483 w 246380"/>
                <a:gd name="connsiteY4" fmla="*/ 35428 h 117644"/>
                <a:gd name="connsiteX5" fmla="*/ 123213 w 246380"/>
                <a:gd name="connsiteY5" fmla="*/ 53883 h 117644"/>
                <a:gd name="connsiteX6" fmla="*/ 73371 w 246380"/>
                <a:gd name="connsiteY6" fmla="*/ 33946 h 117644"/>
                <a:gd name="connsiteX7" fmla="*/ 46070 w 246380"/>
                <a:gd name="connsiteY7" fmla="*/ 8352 h 117644"/>
                <a:gd name="connsiteX8" fmla="*/ 25460 w 246380"/>
                <a:gd name="connsiteY8" fmla="*/ 0 h 117644"/>
                <a:gd name="connsiteX9" fmla="*/ 3458 w 246380"/>
                <a:gd name="connsiteY9" fmla="*/ 0 h 117644"/>
                <a:gd name="connsiteX10" fmla="*/ 0 w 246380"/>
                <a:gd name="connsiteY10" fmla="*/ 3458 h 117644"/>
                <a:gd name="connsiteX11" fmla="*/ 0 w 246380"/>
                <a:gd name="connsiteY11" fmla="*/ 100357 h 117644"/>
                <a:gd name="connsiteX12" fmla="*/ 17332 w 246380"/>
                <a:gd name="connsiteY12" fmla="*/ 117645 h 117644"/>
                <a:gd name="connsiteX13" fmla="*/ 24068 w 246380"/>
                <a:gd name="connsiteY13" fmla="*/ 117645 h 117644"/>
                <a:gd name="connsiteX14" fmla="*/ 28603 w 246380"/>
                <a:gd name="connsiteY14" fmla="*/ 117645 h 117644"/>
                <a:gd name="connsiteX15" fmla="*/ 32105 w 246380"/>
                <a:gd name="connsiteY15" fmla="*/ 114187 h 117644"/>
                <a:gd name="connsiteX16" fmla="*/ 32105 w 246380"/>
                <a:gd name="connsiteY16" fmla="*/ 79702 h 117644"/>
                <a:gd name="connsiteX17" fmla="*/ 48360 w 246380"/>
                <a:gd name="connsiteY17" fmla="*/ 63268 h 117644"/>
                <a:gd name="connsiteX18" fmla="*/ 87515 w 246380"/>
                <a:gd name="connsiteY18" fmla="*/ 86842 h 117644"/>
                <a:gd name="connsiteX19" fmla="*/ 123213 w 246380"/>
                <a:gd name="connsiteY19" fmla="*/ 109562 h 117644"/>
                <a:gd name="connsiteX20" fmla="*/ 158910 w 246380"/>
                <a:gd name="connsiteY20" fmla="*/ 86842 h 117644"/>
                <a:gd name="connsiteX21" fmla="*/ 198020 w 246380"/>
                <a:gd name="connsiteY21" fmla="*/ 63268 h 117644"/>
                <a:gd name="connsiteX22" fmla="*/ 214320 w 246380"/>
                <a:gd name="connsiteY22" fmla="*/ 79567 h 117644"/>
                <a:gd name="connsiteX23" fmla="*/ 214320 w 246380"/>
                <a:gd name="connsiteY23" fmla="*/ 100357 h 117644"/>
                <a:gd name="connsiteX24" fmla="*/ 231652 w 246380"/>
                <a:gd name="connsiteY24" fmla="*/ 117645 h 117644"/>
                <a:gd name="connsiteX25" fmla="*/ 239151 w 246380"/>
                <a:gd name="connsiteY25" fmla="*/ 117645 h 117644"/>
                <a:gd name="connsiteX26" fmla="*/ 242923 w 246380"/>
                <a:gd name="connsiteY26" fmla="*/ 117645 h 117644"/>
                <a:gd name="connsiteX27" fmla="*/ 246380 w 246380"/>
                <a:gd name="connsiteY27" fmla="*/ 114187 h 117644"/>
                <a:gd name="connsiteX28" fmla="*/ 246335 w 246380"/>
                <a:gd name="connsiteY28" fmla="*/ 17288 h 11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380" h="117644">
                  <a:moveTo>
                    <a:pt x="246335" y="17288"/>
                  </a:moveTo>
                  <a:cubicBezTo>
                    <a:pt x="246335" y="7723"/>
                    <a:pt x="238567" y="0"/>
                    <a:pt x="229003" y="0"/>
                  </a:cubicBezTo>
                  <a:lnTo>
                    <a:pt x="210638" y="0"/>
                  </a:lnTo>
                  <a:cubicBezTo>
                    <a:pt x="209740" y="0"/>
                    <a:pt x="208887" y="359"/>
                    <a:pt x="208303" y="943"/>
                  </a:cubicBezTo>
                  <a:lnTo>
                    <a:pt x="171483" y="35428"/>
                  </a:lnTo>
                  <a:cubicBezTo>
                    <a:pt x="158865" y="47237"/>
                    <a:pt x="141892" y="53883"/>
                    <a:pt x="123213" y="53883"/>
                  </a:cubicBezTo>
                  <a:cubicBezTo>
                    <a:pt x="103725" y="53883"/>
                    <a:pt x="86123" y="46654"/>
                    <a:pt x="73371" y="33946"/>
                  </a:cubicBezTo>
                  <a:cubicBezTo>
                    <a:pt x="73371" y="33946"/>
                    <a:pt x="46294" y="8576"/>
                    <a:pt x="46070" y="8352"/>
                  </a:cubicBezTo>
                  <a:cubicBezTo>
                    <a:pt x="40861" y="3547"/>
                    <a:pt x="33722" y="180"/>
                    <a:pt x="25460" y="0"/>
                  </a:cubicBezTo>
                  <a:lnTo>
                    <a:pt x="3458" y="0"/>
                  </a:lnTo>
                  <a:cubicBezTo>
                    <a:pt x="1571" y="0"/>
                    <a:pt x="0" y="1527"/>
                    <a:pt x="0" y="3458"/>
                  </a:cubicBezTo>
                  <a:lnTo>
                    <a:pt x="0" y="100357"/>
                  </a:lnTo>
                  <a:cubicBezTo>
                    <a:pt x="0" y="109921"/>
                    <a:pt x="7768" y="117645"/>
                    <a:pt x="17332" y="117645"/>
                  </a:cubicBezTo>
                  <a:lnTo>
                    <a:pt x="24068" y="117645"/>
                  </a:lnTo>
                  <a:lnTo>
                    <a:pt x="28603" y="117645"/>
                  </a:lnTo>
                  <a:cubicBezTo>
                    <a:pt x="30534" y="117645"/>
                    <a:pt x="32105" y="116073"/>
                    <a:pt x="32105" y="114187"/>
                  </a:cubicBezTo>
                  <a:lnTo>
                    <a:pt x="32105" y="79702"/>
                  </a:lnTo>
                  <a:cubicBezTo>
                    <a:pt x="32105" y="70677"/>
                    <a:pt x="39469" y="63268"/>
                    <a:pt x="48360" y="63268"/>
                  </a:cubicBezTo>
                  <a:cubicBezTo>
                    <a:pt x="64929" y="63268"/>
                    <a:pt x="76783" y="77412"/>
                    <a:pt x="87515" y="86842"/>
                  </a:cubicBezTo>
                  <a:cubicBezTo>
                    <a:pt x="100671" y="98426"/>
                    <a:pt x="110774" y="109562"/>
                    <a:pt x="123213" y="109562"/>
                  </a:cubicBezTo>
                  <a:cubicBezTo>
                    <a:pt x="135651" y="109562"/>
                    <a:pt x="145754" y="98426"/>
                    <a:pt x="158910" y="86842"/>
                  </a:cubicBezTo>
                  <a:cubicBezTo>
                    <a:pt x="169642" y="77412"/>
                    <a:pt x="181496" y="63268"/>
                    <a:pt x="198020" y="63268"/>
                  </a:cubicBezTo>
                  <a:cubicBezTo>
                    <a:pt x="206866" y="63268"/>
                    <a:pt x="214230" y="70632"/>
                    <a:pt x="214320" y="79567"/>
                  </a:cubicBezTo>
                  <a:lnTo>
                    <a:pt x="214320" y="100357"/>
                  </a:lnTo>
                  <a:cubicBezTo>
                    <a:pt x="214320" y="109921"/>
                    <a:pt x="222088" y="117645"/>
                    <a:pt x="231652" y="117645"/>
                  </a:cubicBezTo>
                  <a:lnTo>
                    <a:pt x="239151" y="117645"/>
                  </a:lnTo>
                  <a:cubicBezTo>
                    <a:pt x="241127" y="117645"/>
                    <a:pt x="242923" y="117645"/>
                    <a:pt x="242923" y="117645"/>
                  </a:cubicBezTo>
                  <a:cubicBezTo>
                    <a:pt x="244853" y="117645"/>
                    <a:pt x="246380" y="116073"/>
                    <a:pt x="246380" y="114187"/>
                  </a:cubicBezTo>
                  <a:cubicBezTo>
                    <a:pt x="246335" y="114097"/>
                    <a:pt x="246335" y="18096"/>
                    <a:pt x="246335" y="17288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5" name="Freihandform: Form 74">
              <a:extLst>
                <a:ext uri="{FF2B5EF4-FFF2-40B4-BE49-F238E27FC236}">
                  <a16:creationId xmlns:a16="http://schemas.microsoft.com/office/drawing/2014/main" id="{45CC2512-2739-4081-8A74-CC99E963D183}"/>
                </a:ext>
              </a:extLst>
            </p:cNvPr>
            <p:cNvSpPr/>
            <p:nvPr/>
          </p:nvSpPr>
          <p:spPr>
            <a:xfrm>
              <a:off x="10216900" y="6648214"/>
              <a:ext cx="246380" cy="117644"/>
            </a:xfrm>
            <a:custGeom>
              <a:avLst/>
              <a:gdLst>
                <a:gd name="connsiteX0" fmla="*/ 246335 w 246380"/>
                <a:gd name="connsiteY0" fmla="*/ 17288 h 117644"/>
                <a:gd name="connsiteX1" fmla="*/ 229003 w 246380"/>
                <a:gd name="connsiteY1" fmla="*/ 0 h 117644"/>
                <a:gd name="connsiteX2" fmla="*/ 210638 w 246380"/>
                <a:gd name="connsiteY2" fmla="*/ 0 h 117644"/>
                <a:gd name="connsiteX3" fmla="*/ 208303 w 246380"/>
                <a:gd name="connsiteY3" fmla="*/ 943 h 117644"/>
                <a:gd name="connsiteX4" fmla="*/ 171483 w 246380"/>
                <a:gd name="connsiteY4" fmla="*/ 35428 h 117644"/>
                <a:gd name="connsiteX5" fmla="*/ 123213 w 246380"/>
                <a:gd name="connsiteY5" fmla="*/ 53883 h 117644"/>
                <a:gd name="connsiteX6" fmla="*/ 73371 w 246380"/>
                <a:gd name="connsiteY6" fmla="*/ 33946 h 117644"/>
                <a:gd name="connsiteX7" fmla="*/ 46070 w 246380"/>
                <a:gd name="connsiteY7" fmla="*/ 8352 h 117644"/>
                <a:gd name="connsiteX8" fmla="*/ 25460 w 246380"/>
                <a:gd name="connsiteY8" fmla="*/ 0 h 117644"/>
                <a:gd name="connsiteX9" fmla="*/ 3458 w 246380"/>
                <a:gd name="connsiteY9" fmla="*/ 0 h 117644"/>
                <a:gd name="connsiteX10" fmla="*/ 0 w 246380"/>
                <a:gd name="connsiteY10" fmla="*/ 3458 h 117644"/>
                <a:gd name="connsiteX11" fmla="*/ 0 w 246380"/>
                <a:gd name="connsiteY11" fmla="*/ 100357 h 117644"/>
                <a:gd name="connsiteX12" fmla="*/ 17332 w 246380"/>
                <a:gd name="connsiteY12" fmla="*/ 117645 h 117644"/>
                <a:gd name="connsiteX13" fmla="*/ 24068 w 246380"/>
                <a:gd name="connsiteY13" fmla="*/ 117645 h 117644"/>
                <a:gd name="connsiteX14" fmla="*/ 28603 w 246380"/>
                <a:gd name="connsiteY14" fmla="*/ 117645 h 117644"/>
                <a:gd name="connsiteX15" fmla="*/ 32105 w 246380"/>
                <a:gd name="connsiteY15" fmla="*/ 114187 h 117644"/>
                <a:gd name="connsiteX16" fmla="*/ 32105 w 246380"/>
                <a:gd name="connsiteY16" fmla="*/ 79702 h 117644"/>
                <a:gd name="connsiteX17" fmla="*/ 48360 w 246380"/>
                <a:gd name="connsiteY17" fmla="*/ 63268 h 117644"/>
                <a:gd name="connsiteX18" fmla="*/ 87515 w 246380"/>
                <a:gd name="connsiteY18" fmla="*/ 86841 h 117644"/>
                <a:gd name="connsiteX19" fmla="*/ 123213 w 246380"/>
                <a:gd name="connsiteY19" fmla="*/ 109562 h 117644"/>
                <a:gd name="connsiteX20" fmla="*/ 158910 w 246380"/>
                <a:gd name="connsiteY20" fmla="*/ 86841 h 117644"/>
                <a:gd name="connsiteX21" fmla="*/ 198020 w 246380"/>
                <a:gd name="connsiteY21" fmla="*/ 63268 h 117644"/>
                <a:gd name="connsiteX22" fmla="*/ 214320 w 246380"/>
                <a:gd name="connsiteY22" fmla="*/ 79567 h 117644"/>
                <a:gd name="connsiteX23" fmla="*/ 214320 w 246380"/>
                <a:gd name="connsiteY23" fmla="*/ 100357 h 117644"/>
                <a:gd name="connsiteX24" fmla="*/ 231652 w 246380"/>
                <a:gd name="connsiteY24" fmla="*/ 117645 h 117644"/>
                <a:gd name="connsiteX25" fmla="*/ 239151 w 246380"/>
                <a:gd name="connsiteY25" fmla="*/ 117645 h 117644"/>
                <a:gd name="connsiteX26" fmla="*/ 242923 w 246380"/>
                <a:gd name="connsiteY26" fmla="*/ 117645 h 117644"/>
                <a:gd name="connsiteX27" fmla="*/ 246380 w 246380"/>
                <a:gd name="connsiteY27" fmla="*/ 114187 h 117644"/>
                <a:gd name="connsiteX28" fmla="*/ 246335 w 246380"/>
                <a:gd name="connsiteY28" fmla="*/ 17288 h 11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380" h="117644">
                  <a:moveTo>
                    <a:pt x="246335" y="17288"/>
                  </a:moveTo>
                  <a:cubicBezTo>
                    <a:pt x="246335" y="7723"/>
                    <a:pt x="238567" y="0"/>
                    <a:pt x="229003" y="0"/>
                  </a:cubicBezTo>
                  <a:lnTo>
                    <a:pt x="210638" y="0"/>
                  </a:lnTo>
                  <a:cubicBezTo>
                    <a:pt x="209740" y="0"/>
                    <a:pt x="208887" y="359"/>
                    <a:pt x="208303" y="943"/>
                  </a:cubicBezTo>
                  <a:lnTo>
                    <a:pt x="171483" y="35428"/>
                  </a:lnTo>
                  <a:cubicBezTo>
                    <a:pt x="158865" y="47237"/>
                    <a:pt x="141892" y="53883"/>
                    <a:pt x="123213" y="53883"/>
                  </a:cubicBezTo>
                  <a:cubicBezTo>
                    <a:pt x="103725" y="53883"/>
                    <a:pt x="86123" y="46654"/>
                    <a:pt x="73371" y="33946"/>
                  </a:cubicBezTo>
                  <a:cubicBezTo>
                    <a:pt x="73371" y="33946"/>
                    <a:pt x="46294" y="8576"/>
                    <a:pt x="46070" y="8352"/>
                  </a:cubicBezTo>
                  <a:cubicBezTo>
                    <a:pt x="40861" y="3547"/>
                    <a:pt x="33722" y="180"/>
                    <a:pt x="25460" y="0"/>
                  </a:cubicBezTo>
                  <a:lnTo>
                    <a:pt x="3458" y="0"/>
                  </a:lnTo>
                  <a:cubicBezTo>
                    <a:pt x="1571" y="0"/>
                    <a:pt x="0" y="1527"/>
                    <a:pt x="0" y="3458"/>
                  </a:cubicBezTo>
                  <a:lnTo>
                    <a:pt x="0" y="100357"/>
                  </a:lnTo>
                  <a:cubicBezTo>
                    <a:pt x="0" y="109921"/>
                    <a:pt x="7768" y="117645"/>
                    <a:pt x="17332" y="117645"/>
                  </a:cubicBezTo>
                  <a:lnTo>
                    <a:pt x="24068" y="117645"/>
                  </a:lnTo>
                  <a:lnTo>
                    <a:pt x="28603" y="117645"/>
                  </a:lnTo>
                  <a:cubicBezTo>
                    <a:pt x="30534" y="117645"/>
                    <a:pt x="32105" y="116073"/>
                    <a:pt x="32105" y="114187"/>
                  </a:cubicBezTo>
                  <a:lnTo>
                    <a:pt x="32105" y="79702"/>
                  </a:lnTo>
                  <a:cubicBezTo>
                    <a:pt x="32105" y="70677"/>
                    <a:pt x="39469" y="63268"/>
                    <a:pt x="48360" y="63268"/>
                  </a:cubicBezTo>
                  <a:cubicBezTo>
                    <a:pt x="64929" y="63268"/>
                    <a:pt x="76783" y="77412"/>
                    <a:pt x="87515" y="86841"/>
                  </a:cubicBezTo>
                  <a:cubicBezTo>
                    <a:pt x="100671" y="98426"/>
                    <a:pt x="110774" y="109562"/>
                    <a:pt x="123213" y="109562"/>
                  </a:cubicBezTo>
                  <a:cubicBezTo>
                    <a:pt x="135651" y="109562"/>
                    <a:pt x="145754" y="98426"/>
                    <a:pt x="158910" y="86841"/>
                  </a:cubicBezTo>
                  <a:cubicBezTo>
                    <a:pt x="169642" y="77412"/>
                    <a:pt x="181496" y="63268"/>
                    <a:pt x="198020" y="63268"/>
                  </a:cubicBezTo>
                  <a:cubicBezTo>
                    <a:pt x="206866" y="63268"/>
                    <a:pt x="214230" y="70632"/>
                    <a:pt x="214320" y="79567"/>
                  </a:cubicBezTo>
                  <a:lnTo>
                    <a:pt x="214320" y="100357"/>
                  </a:lnTo>
                  <a:cubicBezTo>
                    <a:pt x="214320" y="109921"/>
                    <a:pt x="222088" y="117645"/>
                    <a:pt x="231652" y="117645"/>
                  </a:cubicBezTo>
                  <a:lnTo>
                    <a:pt x="239151" y="117645"/>
                  </a:lnTo>
                  <a:cubicBezTo>
                    <a:pt x="241127" y="117645"/>
                    <a:pt x="242923" y="117645"/>
                    <a:pt x="242923" y="117645"/>
                  </a:cubicBezTo>
                  <a:cubicBezTo>
                    <a:pt x="244853" y="117645"/>
                    <a:pt x="246380" y="116073"/>
                    <a:pt x="246380" y="114187"/>
                  </a:cubicBezTo>
                  <a:cubicBezTo>
                    <a:pt x="246335" y="114097"/>
                    <a:pt x="246335" y="18096"/>
                    <a:pt x="246335" y="17288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6" name="Freihandform: Form 75">
              <a:extLst>
                <a:ext uri="{FF2B5EF4-FFF2-40B4-BE49-F238E27FC236}">
                  <a16:creationId xmlns:a16="http://schemas.microsoft.com/office/drawing/2014/main" id="{0DA1A262-469F-43DF-A2FD-8B5BFA57BAD0}"/>
                </a:ext>
              </a:extLst>
            </p:cNvPr>
            <p:cNvSpPr/>
            <p:nvPr/>
          </p:nvSpPr>
          <p:spPr>
            <a:xfrm>
              <a:off x="10229024" y="5668441"/>
              <a:ext cx="1560677" cy="4490"/>
            </a:xfrm>
            <a:custGeom>
              <a:avLst/>
              <a:gdLst>
                <a:gd name="connsiteX0" fmla="*/ 1560677 w 1560677"/>
                <a:gd name="connsiteY0" fmla="*/ 0 h 4490"/>
                <a:gd name="connsiteX1" fmla="*/ 1560677 w 1560677"/>
                <a:gd name="connsiteY1" fmla="*/ 0 h 4490"/>
                <a:gd name="connsiteX2" fmla="*/ 0 w 1560677"/>
                <a:gd name="connsiteY2" fmla="*/ 0 h 4490"/>
                <a:gd name="connsiteX3" fmla="*/ 0 w 1560677"/>
                <a:gd name="connsiteY3" fmla="*/ 0 h 4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0677" h="4490">
                  <a:moveTo>
                    <a:pt x="1560677" y="0"/>
                  </a:moveTo>
                  <a:lnTo>
                    <a:pt x="1560677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243" cap="rnd">
              <a:solidFill>
                <a:srgbClr val="005CA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7" name="Freihandform: Form 76">
              <a:extLst>
                <a:ext uri="{FF2B5EF4-FFF2-40B4-BE49-F238E27FC236}">
                  <a16:creationId xmlns:a16="http://schemas.microsoft.com/office/drawing/2014/main" id="{DCFA9C67-8CD0-4246-8BC7-F1B95DF0C94B}"/>
                </a:ext>
              </a:extLst>
            </p:cNvPr>
            <p:cNvSpPr/>
            <p:nvPr/>
          </p:nvSpPr>
          <p:spPr>
            <a:xfrm>
              <a:off x="7851345" y="6169104"/>
              <a:ext cx="117599" cy="240587"/>
            </a:xfrm>
            <a:custGeom>
              <a:avLst/>
              <a:gdLst>
                <a:gd name="connsiteX0" fmla="*/ 100312 w 117599"/>
                <a:gd name="connsiteY0" fmla="*/ 240588 h 240587"/>
                <a:gd name="connsiteX1" fmla="*/ 117600 w 117599"/>
                <a:gd name="connsiteY1" fmla="*/ 223659 h 240587"/>
                <a:gd name="connsiteX2" fmla="*/ 117600 w 117599"/>
                <a:gd name="connsiteY2" fmla="*/ 205698 h 240587"/>
                <a:gd name="connsiteX3" fmla="*/ 116657 w 117599"/>
                <a:gd name="connsiteY3" fmla="*/ 203408 h 240587"/>
                <a:gd name="connsiteX4" fmla="*/ 82172 w 117599"/>
                <a:gd name="connsiteY4" fmla="*/ 167442 h 240587"/>
                <a:gd name="connsiteX5" fmla="*/ 63717 w 117599"/>
                <a:gd name="connsiteY5" fmla="*/ 120294 h 240587"/>
                <a:gd name="connsiteX6" fmla="*/ 83653 w 117599"/>
                <a:gd name="connsiteY6" fmla="*/ 71620 h 240587"/>
                <a:gd name="connsiteX7" fmla="*/ 109248 w 117599"/>
                <a:gd name="connsiteY7" fmla="*/ 44947 h 240587"/>
                <a:gd name="connsiteX8" fmla="*/ 117600 w 117599"/>
                <a:gd name="connsiteY8" fmla="*/ 24831 h 240587"/>
                <a:gd name="connsiteX9" fmla="*/ 117600 w 117599"/>
                <a:gd name="connsiteY9" fmla="*/ 3368 h 240587"/>
                <a:gd name="connsiteX10" fmla="*/ 114142 w 117599"/>
                <a:gd name="connsiteY10" fmla="*/ 0 h 240587"/>
                <a:gd name="connsiteX11" fmla="*/ 17287 w 117599"/>
                <a:gd name="connsiteY11" fmla="*/ 0 h 240587"/>
                <a:gd name="connsiteX12" fmla="*/ 0 w 117599"/>
                <a:gd name="connsiteY12" fmla="*/ 16928 h 240587"/>
                <a:gd name="connsiteX13" fmla="*/ 0 w 117599"/>
                <a:gd name="connsiteY13" fmla="*/ 23484 h 240587"/>
                <a:gd name="connsiteX14" fmla="*/ 0 w 117599"/>
                <a:gd name="connsiteY14" fmla="*/ 27884 h 240587"/>
                <a:gd name="connsiteX15" fmla="*/ 3457 w 117599"/>
                <a:gd name="connsiteY15" fmla="*/ 31297 h 240587"/>
                <a:gd name="connsiteX16" fmla="*/ 37943 w 117599"/>
                <a:gd name="connsiteY16" fmla="*/ 31297 h 240587"/>
                <a:gd name="connsiteX17" fmla="*/ 54377 w 117599"/>
                <a:gd name="connsiteY17" fmla="*/ 47193 h 240587"/>
                <a:gd name="connsiteX18" fmla="*/ 30803 w 117599"/>
                <a:gd name="connsiteY18" fmla="*/ 85405 h 240587"/>
                <a:gd name="connsiteX19" fmla="*/ 8082 w 117599"/>
                <a:gd name="connsiteY19" fmla="*/ 120249 h 240587"/>
                <a:gd name="connsiteX20" fmla="*/ 30803 w 117599"/>
                <a:gd name="connsiteY20" fmla="*/ 155093 h 240587"/>
                <a:gd name="connsiteX21" fmla="*/ 54377 w 117599"/>
                <a:gd name="connsiteY21" fmla="*/ 193305 h 240587"/>
                <a:gd name="connsiteX22" fmla="*/ 38077 w 117599"/>
                <a:gd name="connsiteY22" fmla="*/ 209201 h 240587"/>
                <a:gd name="connsiteX23" fmla="*/ 17287 w 117599"/>
                <a:gd name="connsiteY23" fmla="*/ 209201 h 240587"/>
                <a:gd name="connsiteX24" fmla="*/ 0 w 117599"/>
                <a:gd name="connsiteY24" fmla="*/ 226174 h 240587"/>
                <a:gd name="connsiteX25" fmla="*/ 0 w 117599"/>
                <a:gd name="connsiteY25" fmla="*/ 233493 h 240587"/>
                <a:gd name="connsiteX26" fmla="*/ 0 w 117599"/>
                <a:gd name="connsiteY26" fmla="*/ 237175 h 240587"/>
                <a:gd name="connsiteX27" fmla="*/ 3457 w 117599"/>
                <a:gd name="connsiteY27" fmla="*/ 240588 h 240587"/>
                <a:gd name="connsiteX28" fmla="*/ 100312 w 117599"/>
                <a:gd name="connsiteY28" fmla="*/ 240588 h 24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599" h="240587">
                  <a:moveTo>
                    <a:pt x="100312" y="240588"/>
                  </a:moveTo>
                  <a:cubicBezTo>
                    <a:pt x="109876" y="240588"/>
                    <a:pt x="117600" y="232999"/>
                    <a:pt x="117600" y="223659"/>
                  </a:cubicBezTo>
                  <a:lnTo>
                    <a:pt x="117600" y="205698"/>
                  </a:lnTo>
                  <a:cubicBezTo>
                    <a:pt x="117600" y="204800"/>
                    <a:pt x="117240" y="203992"/>
                    <a:pt x="116657" y="203408"/>
                  </a:cubicBezTo>
                  <a:lnTo>
                    <a:pt x="82172" y="167442"/>
                  </a:lnTo>
                  <a:cubicBezTo>
                    <a:pt x="70362" y="155138"/>
                    <a:pt x="63717" y="138524"/>
                    <a:pt x="63717" y="120294"/>
                  </a:cubicBezTo>
                  <a:cubicBezTo>
                    <a:pt x="63717" y="101300"/>
                    <a:pt x="70946" y="84102"/>
                    <a:pt x="83653" y="71620"/>
                  </a:cubicBezTo>
                  <a:cubicBezTo>
                    <a:pt x="83653" y="71620"/>
                    <a:pt x="109023" y="45172"/>
                    <a:pt x="109248" y="44947"/>
                  </a:cubicBezTo>
                  <a:cubicBezTo>
                    <a:pt x="114052" y="39873"/>
                    <a:pt x="117420" y="32869"/>
                    <a:pt x="117600" y="24831"/>
                  </a:cubicBezTo>
                  <a:lnTo>
                    <a:pt x="117600" y="3368"/>
                  </a:lnTo>
                  <a:cubicBezTo>
                    <a:pt x="117600" y="1482"/>
                    <a:pt x="116073" y="0"/>
                    <a:pt x="114142" y="0"/>
                  </a:cubicBezTo>
                  <a:lnTo>
                    <a:pt x="17287" y="0"/>
                  </a:lnTo>
                  <a:cubicBezTo>
                    <a:pt x="7723" y="0"/>
                    <a:pt x="0" y="7589"/>
                    <a:pt x="0" y="16928"/>
                  </a:cubicBezTo>
                  <a:lnTo>
                    <a:pt x="0" y="23484"/>
                  </a:lnTo>
                  <a:lnTo>
                    <a:pt x="0" y="27884"/>
                  </a:lnTo>
                  <a:cubicBezTo>
                    <a:pt x="0" y="29770"/>
                    <a:pt x="1572" y="31297"/>
                    <a:pt x="3457" y="31297"/>
                  </a:cubicBezTo>
                  <a:lnTo>
                    <a:pt x="37943" y="31297"/>
                  </a:lnTo>
                  <a:cubicBezTo>
                    <a:pt x="46968" y="31297"/>
                    <a:pt x="54377" y="38526"/>
                    <a:pt x="54377" y="47193"/>
                  </a:cubicBezTo>
                  <a:cubicBezTo>
                    <a:pt x="54377" y="63357"/>
                    <a:pt x="40233" y="74942"/>
                    <a:pt x="30803" y="85405"/>
                  </a:cubicBezTo>
                  <a:cubicBezTo>
                    <a:pt x="19218" y="98247"/>
                    <a:pt x="8082" y="108125"/>
                    <a:pt x="8082" y="120249"/>
                  </a:cubicBezTo>
                  <a:cubicBezTo>
                    <a:pt x="8082" y="132373"/>
                    <a:pt x="19218" y="142296"/>
                    <a:pt x="30803" y="155093"/>
                  </a:cubicBezTo>
                  <a:cubicBezTo>
                    <a:pt x="40233" y="165556"/>
                    <a:pt x="54377" y="177140"/>
                    <a:pt x="54377" y="193305"/>
                  </a:cubicBezTo>
                  <a:cubicBezTo>
                    <a:pt x="54377" y="201927"/>
                    <a:pt x="47013" y="209111"/>
                    <a:pt x="38077" y="209201"/>
                  </a:cubicBezTo>
                  <a:lnTo>
                    <a:pt x="17287" y="209201"/>
                  </a:lnTo>
                  <a:cubicBezTo>
                    <a:pt x="7723" y="209201"/>
                    <a:pt x="0" y="216789"/>
                    <a:pt x="0" y="226174"/>
                  </a:cubicBezTo>
                  <a:lnTo>
                    <a:pt x="0" y="233493"/>
                  </a:lnTo>
                  <a:cubicBezTo>
                    <a:pt x="0" y="235379"/>
                    <a:pt x="0" y="237175"/>
                    <a:pt x="0" y="237175"/>
                  </a:cubicBezTo>
                  <a:cubicBezTo>
                    <a:pt x="0" y="239061"/>
                    <a:pt x="1572" y="240588"/>
                    <a:pt x="3457" y="240588"/>
                  </a:cubicBezTo>
                  <a:cubicBezTo>
                    <a:pt x="3502" y="240588"/>
                    <a:pt x="99504" y="240588"/>
                    <a:pt x="100312" y="240588"/>
                  </a:cubicBezTo>
                  <a:close/>
                </a:path>
              </a:pathLst>
            </a:custGeom>
            <a:noFill/>
            <a:ln w="2243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8" name="Freihandform: Form 77">
              <a:extLst>
                <a:ext uri="{FF2B5EF4-FFF2-40B4-BE49-F238E27FC236}">
                  <a16:creationId xmlns:a16="http://schemas.microsoft.com/office/drawing/2014/main" id="{FBB5EAA3-DE57-4FC0-88DD-54046B11841A}"/>
                </a:ext>
              </a:extLst>
            </p:cNvPr>
            <p:cNvSpPr/>
            <p:nvPr/>
          </p:nvSpPr>
          <p:spPr>
            <a:xfrm>
              <a:off x="7731500" y="6169104"/>
              <a:ext cx="117599" cy="240587"/>
            </a:xfrm>
            <a:custGeom>
              <a:avLst/>
              <a:gdLst>
                <a:gd name="connsiteX0" fmla="*/ 100312 w 117599"/>
                <a:gd name="connsiteY0" fmla="*/ 240588 h 240587"/>
                <a:gd name="connsiteX1" fmla="*/ 117600 w 117599"/>
                <a:gd name="connsiteY1" fmla="*/ 223659 h 240587"/>
                <a:gd name="connsiteX2" fmla="*/ 117600 w 117599"/>
                <a:gd name="connsiteY2" fmla="*/ 205698 h 240587"/>
                <a:gd name="connsiteX3" fmla="*/ 116657 w 117599"/>
                <a:gd name="connsiteY3" fmla="*/ 203408 h 240587"/>
                <a:gd name="connsiteX4" fmla="*/ 82172 w 117599"/>
                <a:gd name="connsiteY4" fmla="*/ 167442 h 240587"/>
                <a:gd name="connsiteX5" fmla="*/ 63717 w 117599"/>
                <a:gd name="connsiteY5" fmla="*/ 120294 h 240587"/>
                <a:gd name="connsiteX6" fmla="*/ 83653 w 117599"/>
                <a:gd name="connsiteY6" fmla="*/ 71620 h 240587"/>
                <a:gd name="connsiteX7" fmla="*/ 109248 w 117599"/>
                <a:gd name="connsiteY7" fmla="*/ 44947 h 240587"/>
                <a:gd name="connsiteX8" fmla="*/ 117600 w 117599"/>
                <a:gd name="connsiteY8" fmla="*/ 24831 h 240587"/>
                <a:gd name="connsiteX9" fmla="*/ 117600 w 117599"/>
                <a:gd name="connsiteY9" fmla="*/ 3368 h 240587"/>
                <a:gd name="connsiteX10" fmla="*/ 114142 w 117599"/>
                <a:gd name="connsiteY10" fmla="*/ 0 h 240587"/>
                <a:gd name="connsiteX11" fmla="*/ 17288 w 117599"/>
                <a:gd name="connsiteY11" fmla="*/ 0 h 240587"/>
                <a:gd name="connsiteX12" fmla="*/ 0 w 117599"/>
                <a:gd name="connsiteY12" fmla="*/ 16928 h 240587"/>
                <a:gd name="connsiteX13" fmla="*/ 0 w 117599"/>
                <a:gd name="connsiteY13" fmla="*/ 23484 h 240587"/>
                <a:gd name="connsiteX14" fmla="*/ 0 w 117599"/>
                <a:gd name="connsiteY14" fmla="*/ 27884 h 240587"/>
                <a:gd name="connsiteX15" fmla="*/ 3458 w 117599"/>
                <a:gd name="connsiteY15" fmla="*/ 31297 h 240587"/>
                <a:gd name="connsiteX16" fmla="*/ 37943 w 117599"/>
                <a:gd name="connsiteY16" fmla="*/ 31297 h 240587"/>
                <a:gd name="connsiteX17" fmla="*/ 54377 w 117599"/>
                <a:gd name="connsiteY17" fmla="*/ 47193 h 240587"/>
                <a:gd name="connsiteX18" fmla="*/ 30803 w 117599"/>
                <a:gd name="connsiteY18" fmla="*/ 85405 h 240587"/>
                <a:gd name="connsiteX19" fmla="*/ 8082 w 117599"/>
                <a:gd name="connsiteY19" fmla="*/ 120249 h 240587"/>
                <a:gd name="connsiteX20" fmla="*/ 30803 w 117599"/>
                <a:gd name="connsiteY20" fmla="*/ 155093 h 240587"/>
                <a:gd name="connsiteX21" fmla="*/ 54377 w 117599"/>
                <a:gd name="connsiteY21" fmla="*/ 193305 h 240587"/>
                <a:gd name="connsiteX22" fmla="*/ 38077 w 117599"/>
                <a:gd name="connsiteY22" fmla="*/ 209201 h 240587"/>
                <a:gd name="connsiteX23" fmla="*/ 17288 w 117599"/>
                <a:gd name="connsiteY23" fmla="*/ 209201 h 240587"/>
                <a:gd name="connsiteX24" fmla="*/ 0 w 117599"/>
                <a:gd name="connsiteY24" fmla="*/ 226174 h 240587"/>
                <a:gd name="connsiteX25" fmla="*/ 0 w 117599"/>
                <a:gd name="connsiteY25" fmla="*/ 233493 h 240587"/>
                <a:gd name="connsiteX26" fmla="*/ 0 w 117599"/>
                <a:gd name="connsiteY26" fmla="*/ 237175 h 240587"/>
                <a:gd name="connsiteX27" fmla="*/ 3458 w 117599"/>
                <a:gd name="connsiteY27" fmla="*/ 240588 h 240587"/>
                <a:gd name="connsiteX28" fmla="*/ 100312 w 117599"/>
                <a:gd name="connsiteY28" fmla="*/ 240588 h 24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599" h="240587">
                  <a:moveTo>
                    <a:pt x="100312" y="240588"/>
                  </a:moveTo>
                  <a:cubicBezTo>
                    <a:pt x="109876" y="240588"/>
                    <a:pt x="117600" y="232999"/>
                    <a:pt x="117600" y="223659"/>
                  </a:cubicBezTo>
                  <a:lnTo>
                    <a:pt x="117600" y="205698"/>
                  </a:lnTo>
                  <a:cubicBezTo>
                    <a:pt x="117600" y="204800"/>
                    <a:pt x="117240" y="203992"/>
                    <a:pt x="116657" y="203408"/>
                  </a:cubicBezTo>
                  <a:lnTo>
                    <a:pt x="82172" y="167442"/>
                  </a:lnTo>
                  <a:cubicBezTo>
                    <a:pt x="70362" y="155138"/>
                    <a:pt x="63717" y="138524"/>
                    <a:pt x="63717" y="120294"/>
                  </a:cubicBezTo>
                  <a:cubicBezTo>
                    <a:pt x="63717" y="101300"/>
                    <a:pt x="70946" y="84102"/>
                    <a:pt x="83653" y="71620"/>
                  </a:cubicBezTo>
                  <a:cubicBezTo>
                    <a:pt x="83653" y="71620"/>
                    <a:pt x="109023" y="45172"/>
                    <a:pt x="109248" y="44947"/>
                  </a:cubicBezTo>
                  <a:cubicBezTo>
                    <a:pt x="114052" y="39873"/>
                    <a:pt x="117420" y="32869"/>
                    <a:pt x="117600" y="24831"/>
                  </a:cubicBezTo>
                  <a:lnTo>
                    <a:pt x="117600" y="3368"/>
                  </a:lnTo>
                  <a:cubicBezTo>
                    <a:pt x="117600" y="1482"/>
                    <a:pt x="116073" y="0"/>
                    <a:pt x="114142" y="0"/>
                  </a:cubicBezTo>
                  <a:lnTo>
                    <a:pt x="17288" y="0"/>
                  </a:lnTo>
                  <a:cubicBezTo>
                    <a:pt x="7723" y="0"/>
                    <a:pt x="0" y="7589"/>
                    <a:pt x="0" y="16928"/>
                  </a:cubicBezTo>
                  <a:lnTo>
                    <a:pt x="0" y="23484"/>
                  </a:lnTo>
                  <a:lnTo>
                    <a:pt x="0" y="27884"/>
                  </a:lnTo>
                  <a:cubicBezTo>
                    <a:pt x="0" y="29770"/>
                    <a:pt x="1572" y="31297"/>
                    <a:pt x="3458" y="31297"/>
                  </a:cubicBezTo>
                  <a:lnTo>
                    <a:pt x="37943" y="31297"/>
                  </a:lnTo>
                  <a:cubicBezTo>
                    <a:pt x="46968" y="31297"/>
                    <a:pt x="54377" y="38526"/>
                    <a:pt x="54377" y="47193"/>
                  </a:cubicBezTo>
                  <a:cubicBezTo>
                    <a:pt x="54377" y="63357"/>
                    <a:pt x="40233" y="74942"/>
                    <a:pt x="30803" y="85405"/>
                  </a:cubicBezTo>
                  <a:cubicBezTo>
                    <a:pt x="19218" y="98247"/>
                    <a:pt x="8082" y="108125"/>
                    <a:pt x="8082" y="120249"/>
                  </a:cubicBezTo>
                  <a:cubicBezTo>
                    <a:pt x="8082" y="132373"/>
                    <a:pt x="19218" y="142296"/>
                    <a:pt x="30803" y="155093"/>
                  </a:cubicBezTo>
                  <a:cubicBezTo>
                    <a:pt x="40233" y="165556"/>
                    <a:pt x="54377" y="177140"/>
                    <a:pt x="54377" y="193305"/>
                  </a:cubicBezTo>
                  <a:cubicBezTo>
                    <a:pt x="54377" y="201927"/>
                    <a:pt x="47013" y="209111"/>
                    <a:pt x="38077" y="209201"/>
                  </a:cubicBezTo>
                  <a:lnTo>
                    <a:pt x="17288" y="209201"/>
                  </a:lnTo>
                  <a:cubicBezTo>
                    <a:pt x="7723" y="209201"/>
                    <a:pt x="0" y="216789"/>
                    <a:pt x="0" y="226174"/>
                  </a:cubicBezTo>
                  <a:lnTo>
                    <a:pt x="0" y="233493"/>
                  </a:lnTo>
                  <a:cubicBezTo>
                    <a:pt x="0" y="235379"/>
                    <a:pt x="0" y="237175"/>
                    <a:pt x="0" y="237175"/>
                  </a:cubicBezTo>
                  <a:cubicBezTo>
                    <a:pt x="0" y="239061"/>
                    <a:pt x="1572" y="240588"/>
                    <a:pt x="3458" y="240588"/>
                  </a:cubicBezTo>
                  <a:cubicBezTo>
                    <a:pt x="3502" y="240588"/>
                    <a:pt x="99504" y="240588"/>
                    <a:pt x="100312" y="240588"/>
                  </a:cubicBezTo>
                  <a:close/>
                </a:path>
              </a:pathLst>
            </a:custGeom>
            <a:noFill/>
            <a:ln w="2243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9" name="Freihandform: Form 78">
              <a:extLst>
                <a:ext uri="{FF2B5EF4-FFF2-40B4-BE49-F238E27FC236}">
                  <a16:creationId xmlns:a16="http://schemas.microsoft.com/office/drawing/2014/main" id="{181A14A2-213A-45DF-9EDC-80E737348E9B}"/>
                </a:ext>
              </a:extLst>
            </p:cNvPr>
            <p:cNvSpPr/>
            <p:nvPr/>
          </p:nvSpPr>
          <p:spPr>
            <a:xfrm>
              <a:off x="7965083" y="5923712"/>
              <a:ext cx="246380" cy="117644"/>
            </a:xfrm>
            <a:custGeom>
              <a:avLst/>
              <a:gdLst>
                <a:gd name="connsiteX0" fmla="*/ 246290 w 246380"/>
                <a:gd name="connsiteY0" fmla="*/ 17287 h 117644"/>
                <a:gd name="connsiteX1" fmla="*/ 228958 w 246380"/>
                <a:gd name="connsiteY1" fmla="*/ 0 h 117644"/>
                <a:gd name="connsiteX2" fmla="*/ 210593 w 246380"/>
                <a:gd name="connsiteY2" fmla="*/ 0 h 117644"/>
                <a:gd name="connsiteX3" fmla="*/ 208258 w 246380"/>
                <a:gd name="connsiteY3" fmla="*/ 943 h 117644"/>
                <a:gd name="connsiteX4" fmla="*/ 171438 w 246380"/>
                <a:gd name="connsiteY4" fmla="*/ 35428 h 117644"/>
                <a:gd name="connsiteX5" fmla="*/ 123168 w 246380"/>
                <a:gd name="connsiteY5" fmla="*/ 53883 h 117644"/>
                <a:gd name="connsiteX6" fmla="*/ 73326 w 246380"/>
                <a:gd name="connsiteY6" fmla="*/ 33946 h 117644"/>
                <a:gd name="connsiteX7" fmla="*/ 46025 w 246380"/>
                <a:gd name="connsiteY7" fmla="*/ 8352 h 117644"/>
                <a:gd name="connsiteX8" fmla="*/ 25460 w 246380"/>
                <a:gd name="connsiteY8" fmla="*/ 0 h 117644"/>
                <a:gd name="connsiteX9" fmla="*/ 3457 w 246380"/>
                <a:gd name="connsiteY9" fmla="*/ 0 h 117644"/>
                <a:gd name="connsiteX10" fmla="*/ 0 w 246380"/>
                <a:gd name="connsiteY10" fmla="*/ 3457 h 117644"/>
                <a:gd name="connsiteX11" fmla="*/ 0 w 246380"/>
                <a:gd name="connsiteY11" fmla="*/ 100357 h 117644"/>
                <a:gd name="connsiteX12" fmla="*/ 17332 w 246380"/>
                <a:gd name="connsiteY12" fmla="*/ 117645 h 117644"/>
                <a:gd name="connsiteX13" fmla="*/ 24068 w 246380"/>
                <a:gd name="connsiteY13" fmla="*/ 117645 h 117644"/>
                <a:gd name="connsiteX14" fmla="*/ 28603 w 246380"/>
                <a:gd name="connsiteY14" fmla="*/ 117645 h 117644"/>
                <a:gd name="connsiteX15" fmla="*/ 32105 w 246380"/>
                <a:gd name="connsiteY15" fmla="*/ 114187 h 117644"/>
                <a:gd name="connsiteX16" fmla="*/ 32105 w 246380"/>
                <a:gd name="connsiteY16" fmla="*/ 79702 h 117644"/>
                <a:gd name="connsiteX17" fmla="*/ 48360 w 246380"/>
                <a:gd name="connsiteY17" fmla="*/ 63268 h 117644"/>
                <a:gd name="connsiteX18" fmla="*/ 87515 w 246380"/>
                <a:gd name="connsiteY18" fmla="*/ 86842 h 117644"/>
                <a:gd name="connsiteX19" fmla="*/ 123213 w 246380"/>
                <a:gd name="connsiteY19" fmla="*/ 109562 h 117644"/>
                <a:gd name="connsiteX20" fmla="*/ 158910 w 246380"/>
                <a:gd name="connsiteY20" fmla="*/ 86842 h 117644"/>
                <a:gd name="connsiteX21" fmla="*/ 198020 w 246380"/>
                <a:gd name="connsiteY21" fmla="*/ 63268 h 117644"/>
                <a:gd name="connsiteX22" fmla="*/ 214320 w 246380"/>
                <a:gd name="connsiteY22" fmla="*/ 79567 h 117644"/>
                <a:gd name="connsiteX23" fmla="*/ 214320 w 246380"/>
                <a:gd name="connsiteY23" fmla="*/ 100357 h 117644"/>
                <a:gd name="connsiteX24" fmla="*/ 231652 w 246380"/>
                <a:gd name="connsiteY24" fmla="*/ 117645 h 117644"/>
                <a:gd name="connsiteX25" fmla="*/ 239151 w 246380"/>
                <a:gd name="connsiteY25" fmla="*/ 117645 h 117644"/>
                <a:gd name="connsiteX26" fmla="*/ 242923 w 246380"/>
                <a:gd name="connsiteY26" fmla="*/ 117645 h 117644"/>
                <a:gd name="connsiteX27" fmla="*/ 246380 w 246380"/>
                <a:gd name="connsiteY27" fmla="*/ 114187 h 117644"/>
                <a:gd name="connsiteX28" fmla="*/ 246290 w 246380"/>
                <a:gd name="connsiteY28" fmla="*/ 17287 h 11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380" h="117644">
                  <a:moveTo>
                    <a:pt x="246290" y="17287"/>
                  </a:moveTo>
                  <a:cubicBezTo>
                    <a:pt x="246290" y="7723"/>
                    <a:pt x="238522" y="0"/>
                    <a:pt x="228958" y="0"/>
                  </a:cubicBezTo>
                  <a:lnTo>
                    <a:pt x="210593" y="0"/>
                  </a:lnTo>
                  <a:cubicBezTo>
                    <a:pt x="209695" y="0"/>
                    <a:pt x="208842" y="359"/>
                    <a:pt x="208258" y="943"/>
                  </a:cubicBezTo>
                  <a:lnTo>
                    <a:pt x="171438" y="35428"/>
                  </a:lnTo>
                  <a:cubicBezTo>
                    <a:pt x="158820" y="47237"/>
                    <a:pt x="141847" y="53883"/>
                    <a:pt x="123168" y="53883"/>
                  </a:cubicBezTo>
                  <a:cubicBezTo>
                    <a:pt x="103680" y="53883"/>
                    <a:pt x="86078" y="46654"/>
                    <a:pt x="73326" y="33946"/>
                  </a:cubicBezTo>
                  <a:cubicBezTo>
                    <a:pt x="73326" y="33946"/>
                    <a:pt x="46250" y="8576"/>
                    <a:pt x="46025" y="8352"/>
                  </a:cubicBezTo>
                  <a:cubicBezTo>
                    <a:pt x="40816" y="3547"/>
                    <a:pt x="33677" y="180"/>
                    <a:pt x="25460" y="0"/>
                  </a:cubicBezTo>
                  <a:lnTo>
                    <a:pt x="3457" y="0"/>
                  </a:lnTo>
                  <a:cubicBezTo>
                    <a:pt x="1572" y="0"/>
                    <a:pt x="0" y="1527"/>
                    <a:pt x="0" y="3457"/>
                  </a:cubicBezTo>
                  <a:lnTo>
                    <a:pt x="0" y="100357"/>
                  </a:lnTo>
                  <a:cubicBezTo>
                    <a:pt x="0" y="109921"/>
                    <a:pt x="7768" y="117645"/>
                    <a:pt x="17332" y="117645"/>
                  </a:cubicBezTo>
                  <a:lnTo>
                    <a:pt x="24068" y="117645"/>
                  </a:lnTo>
                  <a:lnTo>
                    <a:pt x="28603" y="117645"/>
                  </a:lnTo>
                  <a:cubicBezTo>
                    <a:pt x="30534" y="117645"/>
                    <a:pt x="32105" y="116073"/>
                    <a:pt x="32105" y="114187"/>
                  </a:cubicBezTo>
                  <a:lnTo>
                    <a:pt x="32105" y="79702"/>
                  </a:lnTo>
                  <a:cubicBezTo>
                    <a:pt x="32105" y="70677"/>
                    <a:pt x="39469" y="63268"/>
                    <a:pt x="48360" y="63268"/>
                  </a:cubicBezTo>
                  <a:cubicBezTo>
                    <a:pt x="64929" y="63268"/>
                    <a:pt x="76783" y="77412"/>
                    <a:pt x="87515" y="86842"/>
                  </a:cubicBezTo>
                  <a:cubicBezTo>
                    <a:pt x="100671" y="98426"/>
                    <a:pt x="110775" y="109562"/>
                    <a:pt x="123213" y="109562"/>
                  </a:cubicBezTo>
                  <a:cubicBezTo>
                    <a:pt x="135650" y="109562"/>
                    <a:pt x="145754" y="98426"/>
                    <a:pt x="158910" y="86842"/>
                  </a:cubicBezTo>
                  <a:cubicBezTo>
                    <a:pt x="169642" y="77412"/>
                    <a:pt x="181496" y="63268"/>
                    <a:pt x="198020" y="63268"/>
                  </a:cubicBezTo>
                  <a:cubicBezTo>
                    <a:pt x="206866" y="63268"/>
                    <a:pt x="214230" y="70632"/>
                    <a:pt x="214320" y="79567"/>
                  </a:cubicBezTo>
                  <a:lnTo>
                    <a:pt x="214320" y="100357"/>
                  </a:lnTo>
                  <a:cubicBezTo>
                    <a:pt x="214320" y="109921"/>
                    <a:pt x="222088" y="117645"/>
                    <a:pt x="231652" y="117645"/>
                  </a:cubicBezTo>
                  <a:lnTo>
                    <a:pt x="239151" y="117645"/>
                  </a:lnTo>
                  <a:cubicBezTo>
                    <a:pt x="241127" y="117645"/>
                    <a:pt x="242923" y="117645"/>
                    <a:pt x="242923" y="117645"/>
                  </a:cubicBezTo>
                  <a:cubicBezTo>
                    <a:pt x="244853" y="117645"/>
                    <a:pt x="246380" y="116073"/>
                    <a:pt x="246380" y="114187"/>
                  </a:cubicBezTo>
                  <a:cubicBezTo>
                    <a:pt x="246290" y="114097"/>
                    <a:pt x="246290" y="18096"/>
                    <a:pt x="246290" y="17287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0" name="Freihandform: Form 79">
              <a:extLst>
                <a:ext uri="{FF2B5EF4-FFF2-40B4-BE49-F238E27FC236}">
                  <a16:creationId xmlns:a16="http://schemas.microsoft.com/office/drawing/2014/main" id="{F5871EDC-D573-414B-B793-A405172BBFAC}"/>
                </a:ext>
              </a:extLst>
            </p:cNvPr>
            <p:cNvSpPr/>
            <p:nvPr/>
          </p:nvSpPr>
          <p:spPr>
            <a:xfrm>
              <a:off x="7965083" y="6042344"/>
              <a:ext cx="246380" cy="118876"/>
            </a:xfrm>
            <a:custGeom>
              <a:avLst/>
              <a:gdLst>
                <a:gd name="connsiteX0" fmla="*/ 246290 w 246380"/>
                <a:gd name="connsiteY0" fmla="*/ 17288 h 118876"/>
                <a:gd name="connsiteX1" fmla="*/ 228958 w 246380"/>
                <a:gd name="connsiteY1" fmla="*/ 0 h 118876"/>
                <a:gd name="connsiteX2" fmla="*/ 210593 w 246380"/>
                <a:gd name="connsiteY2" fmla="*/ 0 h 118876"/>
                <a:gd name="connsiteX3" fmla="*/ 208258 w 246380"/>
                <a:gd name="connsiteY3" fmla="*/ 943 h 118876"/>
                <a:gd name="connsiteX4" fmla="*/ 171438 w 246380"/>
                <a:gd name="connsiteY4" fmla="*/ 35428 h 118876"/>
                <a:gd name="connsiteX5" fmla="*/ 123168 w 246380"/>
                <a:gd name="connsiteY5" fmla="*/ 53883 h 118876"/>
                <a:gd name="connsiteX6" fmla="*/ 73326 w 246380"/>
                <a:gd name="connsiteY6" fmla="*/ 33946 h 118876"/>
                <a:gd name="connsiteX7" fmla="*/ 46025 w 246380"/>
                <a:gd name="connsiteY7" fmla="*/ 8352 h 118876"/>
                <a:gd name="connsiteX8" fmla="*/ 25460 w 246380"/>
                <a:gd name="connsiteY8" fmla="*/ 0 h 118876"/>
                <a:gd name="connsiteX9" fmla="*/ 3457 w 246380"/>
                <a:gd name="connsiteY9" fmla="*/ 0 h 118876"/>
                <a:gd name="connsiteX10" fmla="*/ 0 w 246380"/>
                <a:gd name="connsiteY10" fmla="*/ 3458 h 118876"/>
                <a:gd name="connsiteX11" fmla="*/ 0 w 246380"/>
                <a:gd name="connsiteY11" fmla="*/ 100357 h 118876"/>
                <a:gd name="connsiteX12" fmla="*/ 17332 w 246380"/>
                <a:gd name="connsiteY12" fmla="*/ 117645 h 118876"/>
                <a:gd name="connsiteX13" fmla="*/ 24068 w 246380"/>
                <a:gd name="connsiteY13" fmla="*/ 117645 h 118876"/>
                <a:gd name="connsiteX14" fmla="*/ 28603 w 246380"/>
                <a:gd name="connsiteY14" fmla="*/ 117645 h 118876"/>
                <a:gd name="connsiteX15" fmla="*/ 32105 w 246380"/>
                <a:gd name="connsiteY15" fmla="*/ 114187 h 118876"/>
                <a:gd name="connsiteX16" fmla="*/ 32105 w 246380"/>
                <a:gd name="connsiteY16" fmla="*/ 79702 h 118876"/>
                <a:gd name="connsiteX17" fmla="*/ 48360 w 246380"/>
                <a:gd name="connsiteY17" fmla="*/ 63268 h 118876"/>
                <a:gd name="connsiteX18" fmla="*/ 87515 w 246380"/>
                <a:gd name="connsiteY18" fmla="*/ 86842 h 118876"/>
                <a:gd name="connsiteX19" fmla="*/ 123213 w 246380"/>
                <a:gd name="connsiteY19" fmla="*/ 109562 h 118876"/>
                <a:gd name="connsiteX20" fmla="*/ 158910 w 246380"/>
                <a:gd name="connsiteY20" fmla="*/ 86842 h 118876"/>
                <a:gd name="connsiteX21" fmla="*/ 198020 w 246380"/>
                <a:gd name="connsiteY21" fmla="*/ 63268 h 118876"/>
                <a:gd name="connsiteX22" fmla="*/ 214320 w 246380"/>
                <a:gd name="connsiteY22" fmla="*/ 79567 h 118876"/>
                <a:gd name="connsiteX23" fmla="*/ 214320 w 246380"/>
                <a:gd name="connsiteY23" fmla="*/ 100357 h 118876"/>
                <a:gd name="connsiteX24" fmla="*/ 231652 w 246380"/>
                <a:gd name="connsiteY24" fmla="*/ 117645 h 118876"/>
                <a:gd name="connsiteX25" fmla="*/ 239151 w 246380"/>
                <a:gd name="connsiteY25" fmla="*/ 117645 h 118876"/>
                <a:gd name="connsiteX26" fmla="*/ 242923 w 246380"/>
                <a:gd name="connsiteY26" fmla="*/ 117645 h 118876"/>
                <a:gd name="connsiteX27" fmla="*/ 246380 w 246380"/>
                <a:gd name="connsiteY27" fmla="*/ 114187 h 118876"/>
                <a:gd name="connsiteX28" fmla="*/ 246290 w 246380"/>
                <a:gd name="connsiteY28" fmla="*/ 17288 h 118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380" h="118876">
                  <a:moveTo>
                    <a:pt x="246290" y="17288"/>
                  </a:moveTo>
                  <a:cubicBezTo>
                    <a:pt x="246290" y="7723"/>
                    <a:pt x="238522" y="0"/>
                    <a:pt x="228958" y="0"/>
                  </a:cubicBezTo>
                  <a:lnTo>
                    <a:pt x="210593" y="0"/>
                  </a:lnTo>
                  <a:cubicBezTo>
                    <a:pt x="209695" y="0"/>
                    <a:pt x="208842" y="359"/>
                    <a:pt x="208258" y="943"/>
                  </a:cubicBezTo>
                  <a:lnTo>
                    <a:pt x="171438" y="35428"/>
                  </a:lnTo>
                  <a:cubicBezTo>
                    <a:pt x="158820" y="47237"/>
                    <a:pt x="141847" y="53883"/>
                    <a:pt x="123168" y="53883"/>
                  </a:cubicBezTo>
                  <a:cubicBezTo>
                    <a:pt x="103680" y="53883"/>
                    <a:pt x="86078" y="46654"/>
                    <a:pt x="73326" y="33946"/>
                  </a:cubicBezTo>
                  <a:cubicBezTo>
                    <a:pt x="73326" y="33946"/>
                    <a:pt x="46250" y="8576"/>
                    <a:pt x="46025" y="8352"/>
                  </a:cubicBezTo>
                  <a:cubicBezTo>
                    <a:pt x="40816" y="3547"/>
                    <a:pt x="33677" y="180"/>
                    <a:pt x="25460" y="0"/>
                  </a:cubicBezTo>
                  <a:lnTo>
                    <a:pt x="3457" y="0"/>
                  </a:lnTo>
                  <a:cubicBezTo>
                    <a:pt x="1572" y="0"/>
                    <a:pt x="0" y="1527"/>
                    <a:pt x="0" y="3458"/>
                  </a:cubicBezTo>
                  <a:lnTo>
                    <a:pt x="0" y="100357"/>
                  </a:lnTo>
                  <a:cubicBezTo>
                    <a:pt x="0" y="109921"/>
                    <a:pt x="7768" y="117645"/>
                    <a:pt x="17332" y="117645"/>
                  </a:cubicBezTo>
                  <a:lnTo>
                    <a:pt x="24068" y="117645"/>
                  </a:lnTo>
                  <a:lnTo>
                    <a:pt x="28603" y="117645"/>
                  </a:lnTo>
                  <a:cubicBezTo>
                    <a:pt x="30534" y="117645"/>
                    <a:pt x="32105" y="116073"/>
                    <a:pt x="32105" y="114187"/>
                  </a:cubicBezTo>
                  <a:lnTo>
                    <a:pt x="32105" y="79702"/>
                  </a:lnTo>
                  <a:cubicBezTo>
                    <a:pt x="32105" y="70677"/>
                    <a:pt x="39469" y="63268"/>
                    <a:pt x="48360" y="63268"/>
                  </a:cubicBezTo>
                  <a:cubicBezTo>
                    <a:pt x="64929" y="63268"/>
                    <a:pt x="76783" y="77412"/>
                    <a:pt x="87515" y="86842"/>
                  </a:cubicBezTo>
                  <a:cubicBezTo>
                    <a:pt x="100671" y="98426"/>
                    <a:pt x="110775" y="109562"/>
                    <a:pt x="123213" y="109562"/>
                  </a:cubicBezTo>
                  <a:cubicBezTo>
                    <a:pt x="135650" y="109562"/>
                    <a:pt x="145754" y="98426"/>
                    <a:pt x="158910" y="86842"/>
                  </a:cubicBezTo>
                  <a:cubicBezTo>
                    <a:pt x="169642" y="77412"/>
                    <a:pt x="181496" y="63268"/>
                    <a:pt x="198020" y="63268"/>
                  </a:cubicBezTo>
                  <a:cubicBezTo>
                    <a:pt x="206866" y="63268"/>
                    <a:pt x="214230" y="70632"/>
                    <a:pt x="214320" y="79567"/>
                  </a:cubicBezTo>
                  <a:lnTo>
                    <a:pt x="214320" y="100357"/>
                  </a:lnTo>
                  <a:cubicBezTo>
                    <a:pt x="214320" y="109921"/>
                    <a:pt x="222088" y="117645"/>
                    <a:pt x="231652" y="117645"/>
                  </a:cubicBezTo>
                  <a:lnTo>
                    <a:pt x="239151" y="117645"/>
                  </a:lnTo>
                  <a:cubicBezTo>
                    <a:pt x="241127" y="117645"/>
                    <a:pt x="242923" y="117645"/>
                    <a:pt x="242923" y="117645"/>
                  </a:cubicBezTo>
                  <a:cubicBezTo>
                    <a:pt x="244853" y="117645"/>
                    <a:pt x="246380" y="116073"/>
                    <a:pt x="246380" y="114187"/>
                  </a:cubicBezTo>
                  <a:cubicBezTo>
                    <a:pt x="246290" y="141039"/>
                    <a:pt x="246290" y="45037"/>
                    <a:pt x="246290" y="17288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1" name="Freihandform: Form 80">
              <a:extLst>
                <a:ext uri="{FF2B5EF4-FFF2-40B4-BE49-F238E27FC236}">
                  <a16:creationId xmlns:a16="http://schemas.microsoft.com/office/drawing/2014/main" id="{B0D1EB12-19CE-4F22-8524-F2C1430E0730}"/>
                </a:ext>
              </a:extLst>
            </p:cNvPr>
            <p:cNvSpPr/>
            <p:nvPr/>
          </p:nvSpPr>
          <p:spPr>
            <a:xfrm>
              <a:off x="11906043" y="6222987"/>
              <a:ext cx="117599" cy="240587"/>
            </a:xfrm>
            <a:custGeom>
              <a:avLst/>
              <a:gdLst>
                <a:gd name="connsiteX0" fmla="*/ 100312 w 117599"/>
                <a:gd name="connsiteY0" fmla="*/ 240588 h 240587"/>
                <a:gd name="connsiteX1" fmla="*/ 117600 w 117599"/>
                <a:gd name="connsiteY1" fmla="*/ 223659 h 240587"/>
                <a:gd name="connsiteX2" fmla="*/ 117600 w 117599"/>
                <a:gd name="connsiteY2" fmla="*/ 205698 h 240587"/>
                <a:gd name="connsiteX3" fmla="*/ 116657 w 117599"/>
                <a:gd name="connsiteY3" fmla="*/ 203408 h 240587"/>
                <a:gd name="connsiteX4" fmla="*/ 82172 w 117599"/>
                <a:gd name="connsiteY4" fmla="*/ 167442 h 240587"/>
                <a:gd name="connsiteX5" fmla="*/ 63717 w 117599"/>
                <a:gd name="connsiteY5" fmla="*/ 120294 h 240587"/>
                <a:gd name="connsiteX6" fmla="*/ 83653 w 117599"/>
                <a:gd name="connsiteY6" fmla="*/ 71620 h 240587"/>
                <a:gd name="connsiteX7" fmla="*/ 109248 w 117599"/>
                <a:gd name="connsiteY7" fmla="*/ 44947 h 240587"/>
                <a:gd name="connsiteX8" fmla="*/ 117600 w 117599"/>
                <a:gd name="connsiteY8" fmla="*/ 24831 h 240587"/>
                <a:gd name="connsiteX9" fmla="*/ 117600 w 117599"/>
                <a:gd name="connsiteY9" fmla="*/ 3368 h 240587"/>
                <a:gd name="connsiteX10" fmla="*/ 114142 w 117599"/>
                <a:gd name="connsiteY10" fmla="*/ 0 h 240587"/>
                <a:gd name="connsiteX11" fmla="*/ 17287 w 117599"/>
                <a:gd name="connsiteY11" fmla="*/ 0 h 240587"/>
                <a:gd name="connsiteX12" fmla="*/ 0 w 117599"/>
                <a:gd name="connsiteY12" fmla="*/ 16928 h 240587"/>
                <a:gd name="connsiteX13" fmla="*/ 0 w 117599"/>
                <a:gd name="connsiteY13" fmla="*/ 23484 h 240587"/>
                <a:gd name="connsiteX14" fmla="*/ 0 w 117599"/>
                <a:gd name="connsiteY14" fmla="*/ 27885 h 240587"/>
                <a:gd name="connsiteX15" fmla="*/ 3458 w 117599"/>
                <a:gd name="connsiteY15" fmla="*/ 31297 h 240587"/>
                <a:gd name="connsiteX16" fmla="*/ 37943 w 117599"/>
                <a:gd name="connsiteY16" fmla="*/ 31297 h 240587"/>
                <a:gd name="connsiteX17" fmla="*/ 54377 w 117599"/>
                <a:gd name="connsiteY17" fmla="*/ 47193 h 240587"/>
                <a:gd name="connsiteX18" fmla="*/ 30803 w 117599"/>
                <a:gd name="connsiteY18" fmla="*/ 85405 h 240587"/>
                <a:gd name="connsiteX19" fmla="*/ 8082 w 117599"/>
                <a:gd name="connsiteY19" fmla="*/ 120249 h 240587"/>
                <a:gd name="connsiteX20" fmla="*/ 30803 w 117599"/>
                <a:gd name="connsiteY20" fmla="*/ 155093 h 240587"/>
                <a:gd name="connsiteX21" fmla="*/ 54377 w 117599"/>
                <a:gd name="connsiteY21" fmla="*/ 193305 h 240587"/>
                <a:gd name="connsiteX22" fmla="*/ 38077 w 117599"/>
                <a:gd name="connsiteY22" fmla="*/ 209201 h 240587"/>
                <a:gd name="connsiteX23" fmla="*/ 17287 w 117599"/>
                <a:gd name="connsiteY23" fmla="*/ 209201 h 240587"/>
                <a:gd name="connsiteX24" fmla="*/ 0 w 117599"/>
                <a:gd name="connsiteY24" fmla="*/ 226174 h 240587"/>
                <a:gd name="connsiteX25" fmla="*/ 0 w 117599"/>
                <a:gd name="connsiteY25" fmla="*/ 233493 h 240587"/>
                <a:gd name="connsiteX26" fmla="*/ 0 w 117599"/>
                <a:gd name="connsiteY26" fmla="*/ 237175 h 240587"/>
                <a:gd name="connsiteX27" fmla="*/ 3458 w 117599"/>
                <a:gd name="connsiteY27" fmla="*/ 240588 h 240587"/>
                <a:gd name="connsiteX28" fmla="*/ 100312 w 117599"/>
                <a:gd name="connsiteY28" fmla="*/ 240588 h 24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599" h="240587">
                  <a:moveTo>
                    <a:pt x="100312" y="240588"/>
                  </a:moveTo>
                  <a:cubicBezTo>
                    <a:pt x="109876" y="240588"/>
                    <a:pt x="117600" y="232999"/>
                    <a:pt x="117600" y="223659"/>
                  </a:cubicBezTo>
                  <a:lnTo>
                    <a:pt x="117600" y="205698"/>
                  </a:lnTo>
                  <a:cubicBezTo>
                    <a:pt x="117600" y="204800"/>
                    <a:pt x="117240" y="203992"/>
                    <a:pt x="116657" y="203408"/>
                  </a:cubicBezTo>
                  <a:lnTo>
                    <a:pt x="82172" y="167442"/>
                  </a:lnTo>
                  <a:cubicBezTo>
                    <a:pt x="70362" y="155138"/>
                    <a:pt x="63717" y="138524"/>
                    <a:pt x="63717" y="120294"/>
                  </a:cubicBezTo>
                  <a:cubicBezTo>
                    <a:pt x="63717" y="101300"/>
                    <a:pt x="70946" y="84102"/>
                    <a:pt x="83653" y="71620"/>
                  </a:cubicBezTo>
                  <a:cubicBezTo>
                    <a:pt x="83653" y="71620"/>
                    <a:pt x="109023" y="45172"/>
                    <a:pt x="109248" y="44947"/>
                  </a:cubicBezTo>
                  <a:cubicBezTo>
                    <a:pt x="114053" y="39873"/>
                    <a:pt x="117420" y="32869"/>
                    <a:pt x="117600" y="24831"/>
                  </a:cubicBezTo>
                  <a:lnTo>
                    <a:pt x="117600" y="3368"/>
                  </a:lnTo>
                  <a:cubicBezTo>
                    <a:pt x="117600" y="1482"/>
                    <a:pt x="116073" y="0"/>
                    <a:pt x="114142" y="0"/>
                  </a:cubicBezTo>
                  <a:lnTo>
                    <a:pt x="17287" y="0"/>
                  </a:lnTo>
                  <a:cubicBezTo>
                    <a:pt x="7723" y="0"/>
                    <a:pt x="0" y="7589"/>
                    <a:pt x="0" y="16928"/>
                  </a:cubicBezTo>
                  <a:lnTo>
                    <a:pt x="0" y="23484"/>
                  </a:lnTo>
                  <a:lnTo>
                    <a:pt x="0" y="27885"/>
                  </a:lnTo>
                  <a:cubicBezTo>
                    <a:pt x="0" y="29770"/>
                    <a:pt x="1571" y="31297"/>
                    <a:pt x="3458" y="31297"/>
                  </a:cubicBezTo>
                  <a:lnTo>
                    <a:pt x="37943" y="31297"/>
                  </a:lnTo>
                  <a:cubicBezTo>
                    <a:pt x="46968" y="31297"/>
                    <a:pt x="54377" y="38526"/>
                    <a:pt x="54377" y="47193"/>
                  </a:cubicBezTo>
                  <a:cubicBezTo>
                    <a:pt x="54377" y="63357"/>
                    <a:pt x="40233" y="74942"/>
                    <a:pt x="30803" y="85405"/>
                  </a:cubicBezTo>
                  <a:cubicBezTo>
                    <a:pt x="19218" y="98247"/>
                    <a:pt x="8082" y="108125"/>
                    <a:pt x="8082" y="120249"/>
                  </a:cubicBezTo>
                  <a:cubicBezTo>
                    <a:pt x="8082" y="132373"/>
                    <a:pt x="19218" y="142296"/>
                    <a:pt x="30803" y="155093"/>
                  </a:cubicBezTo>
                  <a:cubicBezTo>
                    <a:pt x="40233" y="165556"/>
                    <a:pt x="54377" y="177140"/>
                    <a:pt x="54377" y="193305"/>
                  </a:cubicBezTo>
                  <a:cubicBezTo>
                    <a:pt x="54377" y="201927"/>
                    <a:pt x="47013" y="209111"/>
                    <a:pt x="38077" y="209201"/>
                  </a:cubicBezTo>
                  <a:lnTo>
                    <a:pt x="17287" y="209201"/>
                  </a:lnTo>
                  <a:cubicBezTo>
                    <a:pt x="7723" y="209201"/>
                    <a:pt x="0" y="216789"/>
                    <a:pt x="0" y="226174"/>
                  </a:cubicBezTo>
                  <a:lnTo>
                    <a:pt x="0" y="233493"/>
                  </a:lnTo>
                  <a:cubicBezTo>
                    <a:pt x="0" y="235379"/>
                    <a:pt x="0" y="237175"/>
                    <a:pt x="0" y="237175"/>
                  </a:cubicBezTo>
                  <a:cubicBezTo>
                    <a:pt x="0" y="239061"/>
                    <a:pt x="1571" y="240588"/>
                    <a:pt x="3458" y="240588"/>
                  </a:cubicBezTo>
                  <a:cubicBezTo>
                    <a:pt x="3503" y="240588"/>
                    <a:pt x="99504" y="240588"/>
                    <a:pt x="100312" y="240588"/>
                  </a:cubicBezTo>
                  <a:close/>
                </a:path>
              </a:pathLst>
            </a:custGeom>
            <a:noFill/>
            <a:ln w="2243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2" name="Freihandform: Form 81">
              <a:extLst>
                <a:ext uri="{FF2B5EF4-FFF2-40B4-BE49-F238E27FC236}">
                  <a16:creationId xmlns:a16="http://schemas.microsoft.com/office/drawing/2014/main" id="{3BD6861A-2CB5-4C7B-8645-81034D7E2290}"/>
                </a:ext>
              </a:extLst>
            </p:cNvPr>
            <p:cNvSpPr/>
            <p:nvPr/>
          </p:nvSpPr>
          <p:spPr>
            <a:xfrm>
              <a:off x="11786153" y="6222987"/>
              <a:ext cx="117644" cy="240587"/>
            </a:xfrm>
            <a:custGeom>
              <a:avLst/>
              <a:gdLst>
                <a:gd name="connsiteX0" fmla="*/ 100357 w 117644"/>
                <a:gd name="connsiteY0" fmla="*/ 240588 h 240587"/>
                <a:gd name="connsiteX1" fmla="*/ 117645 w 117644"/>
                <a:gd name="connsiteY1" fmla="*/ 223659 h 240587"/>
                <a:gd name="connsiteX2" fmla="*/ 117645 w 117644"/>
                <a:gd name="connsiteY2" fmla="*/ 205698 h 240587"/>
                <a:gd name="connsiteX3" fmla="*/ 116702 w 117644"/>
                <a:gd name="connsiteY3" fmla="*/ 203408 h 240587"/>
                <a:gd name="connsiteX4" fmla="*/ 82217 w 117644"/>
                <a:gd name="connsiteY4" fmla="*/ 167442 h 240587"/>
                <a:gd name="connsiteX5" fmla="*/ 63762 w 117644"/>
                <a:gd name="connsiteY5" fmla="*/ 120294 h 240587"/>
                <a:gd name="connsiteX6" fmla="*/ 83698 w 117644"/>
                <a:gd name="connsiteY6" fmla="*/ 71620 h 240587"/>
                <a:gd name="connsiteX7" fmla="*/ 109293 w 117644"/>
                <a:gd name="connsiteY7" fmla="*/ 44947 h 240587"/>
                <a:gd name="connsiteX8" fmla="*/ 117645 w 117644"/>
                <a:gd name="connsiteY8" fmla="*/ 24831 h 240587"/>
                <a:gd name="connsiteX9" fmla="*/ 117645 w 117644"/>
                <a:gd name="connsiteY9" fmla="*/ 3368 h 240587"/>
                <a:gd name="connsiteX10" fmla="*/ 114187 w 117644"/>
                <a:gd name="connsiteY10" fmla="*/ 0 h 240587"/>
                <a:gd name="connsiteX11" fmla="*/ 17288 w 117644"/>
                <a:gd name="connsiteY11" fmla="*/ 0 h 240587"/>
                <a:gd name="connsiteX12" fmla="*/ 0 w 117644"/>
                <a:gd name="connsiteY12" fmla="*/ 16928 h 240587"/>
                <a:gd name="connsiteX13" fmla="*/ 0 w 117644"/>
                <a:gd name="connsiteY13" fmla="*/ 23484 h 240587"/>
                <a:gd name="connsiteX14" fmla="*/ 0 w 117644"/>
                <a:gd name="connsiteY14" fmla="*/ 27885 h 240587"/>
                <a:gd name="connsiteX15" fmla="*/ 3458 w 117644"/>
                <a:gd name="connsiteY15" fmla="*/ 31297 h 240587"/>
                <a:gd name="connsiteX16" fmla="*/ 37943 w 117644"/>
                <a:gd name="connsiteY16" fmla="*/ 31297 h 240587"/>
                <a:gd name="connsiteX17" fmla="*/ 54377 w 117644"/>
                <a:gd name="connsiteY17" fmla="*/ 47193 h 240587"/>
                <a:gd name="connsiteX18" fmla="*/ 30803 w 117644"/>
                <a:gd name="connsiteY18" fmla="*/ 85405 h 240587"/>
                <a:gd name="connsiteX19" fmla="*/ 8082 w 117644"/>
                <a:gd name="connsiteY19" fmla="*/ 120249 h 240587"/>
                <a:gd name="connsiteX20" fmla="*/ 30803 w 117644"/>
                <a:gd name="connsiteY20" fmla="*/ 155093 h 240587"/>
                <a:gd name="connsiteX21" fmla="*/ 54377 w 117644"/>
                <a:gd name="connsiteY21" fmla="*/ 193305 h 240587"/>
                <a:gd name="connsiteX22" fmla="*/ 38078 w 117644"/>
                <a:gd name="connsiteY22" fmla="*/ 209201 h 240587"/>
                <a:gd name="connsiteX23" fmla="*/ 17288 w 117644"/>
                <a:gd name="connsiteY23" fmla="*/ 209201 h 240587"/>
                <a:gd name="connsiteX24" fmla="*/ 0 w 117644"/>
                <a:gd name="connsiteY24" fmla="*/ 226174 h 240587"/>
                <a:gd name="connsiteX25" fmla="*/ 0 w 117644"/>
                <a:gd name="connsiteY25" fmla="*/ 233493 h 240587"/>
                <a:gd name="connsiteX26" fmla="*/ 0 w 117644"/>
                <a:gd name="connsiteY26" fmla="*/ 237175 h 240587"/>
                <a:gd name="connsiteX27" fmla="*/ 3458 w 117644"/>
                <a:gd name="connsiteY27" fmla="*/ 240588 h 240587"/>
                <a:gd name="connsiteX28" fmla="*/ 100357 w 117644"/>
                <a:gd name="connsiteY28" fmla="*/ 240588 h 24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644" h="240587">
                  <a:moveTo>
                    <a:pt x="100357" y="240588"/>
                  </a:moveTo>
                  <a:cubicBezTo>
                    <a:pt x="109922" y="240588"/>
                    <a:pt x="117645" y="232999"/>
                    <a:pt x="117645" y="223659"/>
                  </a:cubicBezTo>
                  <a:lnTo>
                    <a:pt x="117645" y="205698"/>
                  </a:lnTo>
                  <a:cubicBezTo>
                    <a:pt x="117645" y="204800"/>
                    <a:pt x="117285" y="203992"/>
                    <a:pt x="116702" y="203408"/>
                  </a:cubicBezTo>
                  <a:lnTo>
                    <a:pt x="82217" y="167442"/>
                  </a:lnTo>
                  <a:cubicBezTo>
                    <a:pt x="70407" y="155138"/>
                    <a:pt x="63762" y="138524"/>
                    <a:pt x="63762" y="120294"/>
                  </a:cubicBezTo>
                  <a:cubicBezTo>
                    <a:pt x="63762" y="101300"/>
                    <a:pt x="70991" y="84102"/>
                    <a:pt x="83698" y="71620"/>
                  </a:cubicBezTo>
                  <a:cubicBezTo>
                    <a:pt x="83698" y="71620"/>
                    <a:pt x="109068" y="45172"/>
                    <a:pt x="109293" y="44947"/>
                  </a:cubicBezTo>
                  <a:cubicBezTo>
                    <a:pt x="114097" y="39873"/>
                    <a:pt x="117465" y="32869"/>
                    <a:pt x="117645" y="24831"/>
                  </a:cubicBezTo>
                  <a:lnTo>
                    <a:pt x="117645" y="3368"/>
                  </a:lnTo>
                  <a:cubicBezTo>
                    <a:pt x="117645" y="1482"/>
                    <a:pt x="116118" y="0"/>
                    <a:pt x="114187" y="0"/>
                  </a:cubicBezTo>
                  <a:lnTo>
                    <a:pt x="17288" y="0"/>
                  </a:lnTo>
                  <a:cubicBezTo>
                    <a:pt x="7723" y="0"/>
                    <a:pt x="0" y="7589"/>
                    <a:pt x="0" y="16928"/>
                  </a:cubicBezTo>
                  <a:lnTo>
                    <a:pt x="0" y="23484"/>
                  </a:lnTo>
                  <a:lnTo>
                    <a:pt x="0" y="27885"/>
                  </a:lnTo>
                  <a:cubicBezTo>
                    <a:pt x="0" y="29770"/>
                    <a:pt x="1572" y="31297"/>
                    <a:pt x="3458" y="31297"/>
                  </a:cubicBezTo>
                  <a:lnTo>
                    <a:pt x="37943" y="31297"/>
                  </a:lnTo>
                  <a:cubicBezTo>
                    <a:pt x="46968" y="31297"/>
                    <a:pt x="54377" y="38526"/>
                    <a:pt x="54377" y="47193"/>
                  </a:cubicBezTo>
                  <a:cubicBezTo>
                    <a:pt x="54377" y="63357"/>
                    <a:pt x="40233" y="74942"/>
                    <a:pt x="30803" y="85405"/>
                  </a:cubicBezTo>
                  <a:cubicBezTo>
                    <a:pt x="19218" y="98247"/>
                    <a:pt x="8082" y="108125"/>
                    <a:pt x="8082" y="120249"/>
                  </a:cubicBezTo>
                  <a:cubicBezTo>
                    <a:pt x="8082" y="132373"/>
                    <a:pt x="19218" y="142296"/>
                    <a:pt x="30803" y="155093"/>
                  </a:cubicBezTo>
                  <a:cubicBezTo>
                    <a:pt x="40233" y="165556"/>
                    <a:pt x="54377" y="177140"/>
                    <a:pt x="54377" y="193305"/>
                  </a:cubicBezTo>
                  <a:cubicBezTo>
                    <a:pt x="54377" y="201927"/>
                    <a:pt x="47013" y="209111"/>
                    <a:pt x="38078" y="209201"/>
                  </a:cubicBezTo>
                  <a:lnTo>
                    <a:pt x="17288" y="209201"/>
                  </a:lnTo>
                  <a:cubicBezTo>
                    <a:pt x="7723" y="209201"/>
                    <a:pt x="0" y="216789"/>
                    <a:pt x="0" y="226174"/>
                  </a:cubicBezTo>
                  <a:lnTo>
                    <a:pt x="0" y="233493"/>
                  </a:lnTo>
                  <a:cubicBezTo>
                    <a:pt x="0" y="235379"/>
                    <a:pt x="0" y="237175"/>
                    <a:pt x="0" y="237175"/>
                  </a:cubicBezTo>
                  <a:cubicBezTo>
                    <a:pt x="0" y="239061"/>
                    <a:pt x="1572" y="240588"/>
                    <a:pt x="3458" y="240588"/>
                  </a:cubicBezTo>
                  <a:cubicBezTo>
                    <a:pt x="3547" y="240588"/>
                    <a:pt x="99549" y="240588"/>
                    <a:pt x="100357" y="240588"/>
                  </a:cubicBezTo>
                  <a:close/>
                </a:path>
              </a:pathLst>
            </a:custGeom>
            <a:noFill/>
            <a:ln w="2243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3" name="Freihandform: Form 82">
              <a:extLst>
                <a:ext uri="{FF2B5EF4-FFF2-40B4-BE49-F238E27FC236}">
                  <a16:creationId xmlns:a16="http://schemas.microsoft.com/office/drawing/2014/main" id="{F2A443BD-D8F7-416B-8FA8-78405A69B604}"/>
                </a:ext>
              </a:extLst>
            </p:cNvPr>
            <p:cNvSpPr/>
            <p:nvPr/>
          </p:nvSpPr>
          <p:spPr>
            <a:xfrm>
              <a:off x="11530299" y="5923712"/>
              <a:ext cx="246380" cy="117644"/>
            </a:xfrm>
            <a:custGeom>
              <a:avLst/>
              <a:gdLst>
                <a:gd name="connsiteX0" fmla="*/ 246335 w 246380"/>
                <a:gd name="connsiteY0" fmla="*/ 17287 h 117644"/>
                <a:gd name="connsiteX1" fmla="*/ 229003 w 246380"/>
                <a:gd name="connsiteY1" fmla="*/ 0 h 117644"/>
                <a:gd name="connsiteX2" fmla="*/ 210638 w 246380"/>
                <a:gd name="connsiteY2" fmla="*/ 0 h 117644"/>
                <a:gd name="connsiteX3" fmla="*/ 208303 w 246380"/>
                <a:gd name="connsiteY3" fmla="*/ 943 h 117644"/>
                <a:gd name="connsiteX4" fmla="*/ 171483 w 246380"/>
                <a:gd name="connsiteY4" fmla="*/ 35428 h 117644"/>
                <a:gd name="connsiteX5" fmla="*/ 123213 w 246380"/>
                <a:gd name="connsiteY5" fmla="*/ 53883 h 117644"/>
                <a:gd name="connsiteX6" fmla="*/ 73371 w 246380"/>
                <a:gd name="connsiteY6" fmla="*/ 33946 h 117644"/>
                <a:gd name="connsiteX7" fmla="*/ 46070 w 246380"/>
                <a:gd name="connsiteY7" fmla="*/ 8352 h 117644"/>
                <a:gd name="connsiteX8" fmla="*/ 25460 w 246380"/>
                <a:gd name="connsiteY8" fmla="*/ 0 h 117644"/>
                <a:gd name="connsiteX9" fmla="*/ 3458 w 246380"/>
                <a:gd name="connsiteY9" fmla="*/ 0 h 117644"/>
                <a:gd name="connsiteX10" fmla="*/ 0 w 246380"/>
                <a:gd name="connsiteY10" fmla="*/ 3457 h 117644"/>
                <a:gd name="connsiteX11" fmla="*/ 0 w 246380"/>
                <a:gd name="connsiteY11" fmla="*/ 100357 h 117644"/>
                <a:gd name="connsiteX12" fmla="*/ 17332 w 246380"/>
                <a:gd name="connsiteY12" fmla="*/ 117645 h 117644"/>
                <a:gd name="connsiteX13" fmla="*/ 24068 w 246380"/>
                <a:gd name="connsiteY13" fmla="*/ 117645 h 117644"/>
                <a:gd name="connsiteX14" fmla="*/ 28603 w 246380"/>
                <a:gd name="connsiteY14" fmla="*/ 117645 h 117644"/>
                <a:gd name="connsiteX15" fmla="*/ 32105 w 246380"/>
                <a:gd name="connsiteY15" fmla="*/ 114187 h 117644"/>
                <a:gd name="connsiteX16" fmla="*/ 32105 w 246380"/>
                <a:gd name="connsiteY16" fmla="*/ 79702 h 117644"/>
                <a:gd name="connsiteX17" fmla="*/ 48360 w 246380"/>
                <a:gd name="connsiteY17" fmla="*/ 63268 h 117644"/>
                <a:gd name="connsiteX18" fmla="*/ 87515 w 246380"/>
                <a:gd name="connsiteY18" fmla="*/ 86842 h 117644"/>
                <a:gd name="connsiteX19" fmla="*/ 123213 w 246380"/>
                <a:gd name="connsiteY19" fmla="*/ 109562 h 117644"/>
                <a:gd name="connsiteX20" fmla="*/ 158910 w 246380"/>
                <a:gd name="connsiteY20" fmla="*/ 86842 h 117644"/>
                <a:gd name="connsiteX21" fmla="*/ 198020 w 246380"/>
                <a:gd name="connsiteY21" fmla="*/ 63268 h 117644"/>
                <a:gd name="connsiteX22" fmla="*/ 214320 w 246380"/>
                <a:gd name="connsiteY22" fmla="*/ 79567 h 117644"/>
                <a:gd name="connsiteX23" fmla="*/ 214320 w 246380"/>
                <a:gd name="connsiteY23" fmla="*/ 100357 h 117644"/>
                <a:gd name="connsiteX24" fmla="*/ 231652 w 246380"/>
                <a:gd name="connsiteY24" fmla="*/ 117645 h 117644"/>
                <a:gd name="connsiteX25" fmla="*/ 239151 w 246380"/>
                <a:gd name="connsiteY25" fmla="*/ 117645 h 117644"/>
                <a:gd name="connsiteX26" fmla="*/ 242923 w 246380"/>
                <a:gd name="connsiteY26" fmla="*/ 117645 h 117644"/>
                <a:gd name="connsiteX27" fmla="*/ 246380 w 246380"/>
                <a:gd name="connsiteY27" fmla="*/ 114187 h 117644"/>
                <a:gd name="connsiteX28" fmla="*/ 246335 w 246380"/>
                <a:gd name="connsiteY28" fmla="*/ 17287 h 11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380" h="117644">
                  <a:moveTo>
                    <a:pt x="246335" y="17287"/>
                  </a:moveTo>
                  <a:cubicBezTo>
                    <a:pt x="246335" y="7723"/>
                    <a:pt x="238567" y="0"/>
                    <a:pt x="229003" y="0"/>
                  </a:cubicBezTo>
                  <a:lnTo>
                    <a:pt x="210638" y="0"/>
                  </a:lnTo>
                  <a:cubicBezTo>
                    <a:pt x="209740" y="0"/>
                    <a:pt x="208887" y="359"/>
                    <a:pt x="208303" y="943"/>
                  </a:cubicBezTo>
                  <a:lnTo>
                    <a:pt x="171483" y="35428"/>
                  </a:lnTo>
                  <a:cubicBezTo>
                    <a:pt x="158865" y="47237"/>
                    <a:pt x="141892" y="53883"/>
                    <a:pt x="123213" y="53883"/>
                  </a:cubicBezTo>
                  <a:cubicBezTo>
                    <a:pt x="103725" y="53883"/>
                    <a:pt x="86123" y="46654"/>
                    <a:pt x="73371" y="33946"/>
                  </a:cubicBezTo>
                  <a:cubicBezTo>
                    <a:pt x="73371" y="33946"/>
                    <a:pt x="46294" y="8576"/>
                    <a:pt x="46070" y="8352"/>
                  </a:cubicBezTo>
                  <a:cubicBezTo>
                    <a:pt x="40861" y="3547"/>
                    <a:pt x="33722" y="180"/>
                    <a:pt x="25460" y="0"/>
                  </a:cubicBezTo>
                  <a:lnTo>
                    <a:pt x="3458" y="0"/>
                  </a:lnTo>
                  <a:cubicBezTo>
                    <a:pt x="1571" y="0"/>
                    <a:pt x="0" y="1527"/>
                    <a:pt x="0" y="3457"/>
                  </a:cubicBezTo>
                  <a:lnTo>
                    <a:pt x="0" y="100357"/>
                  </a:lnTo>
                  <a:cubicBezTo>
                    <a:pt x="0" y="109921"/>
                    <a:pt x="7768" y="117645"/>
                    <a:pt x="17332" y="117645"/>
                  </a:cubicBezTo>
                  <a:lnTo>
                    <a:pt x="24068" y="117645"/>
                  </a:lnTo>
                  <a:lnTo>
                    <a:pt x="28603" y="117645"/>
                  </a:lnTo>
                  <a:cubicBezTo>
                    <a:pt x="30534" y="117645"/>
                    <a:pt x="32105" y="116073"/>
                    <a:pt x="32105" y="114187"/>
                  </a:cubicBezTo>
                  <a:lnTo>
                    <a:pt x="32105" y="79702"/>
                  </a:lnTo>
                  <a:cubicBezTo>
                    <a:pt x="32105" y="70677"/>
                    <a:pt x="39469" y="63268"/>
                    <a:pt x="48360" y="63268"/>
                  </a:cubicBezTo>
                  <a:cubicBezTo>
                    <a:pt x="64929" y="63268"/>
                    <a:pt x="76783" y="77412"/>
                    <a:pt x="87515" y="86842"/>
                  </a:cubicBezTo>
                  <a:cubicBezTo>
                    <a:pt x="100671" y="98426"/>
                    <a:pt x="110774" y="109562"/>
                    <a:pt x="123213" y="109562"/>
                  </a:cubicBezTo>
                  <a:cubicBezTo>
                    <a:pt x="135651" y="109562"/>
                    <a:pt x="145754" y="98426"/>
                    <a:pt x="158910" y="86842"/>
                  </a:cubicBezTo>
                  <a:cubicBezTo>
                    <a:pt x="169642" y="77412"/>
                    <a:pt x="181496" y="63268"/>
                    <a:pt x="198020" y="63268"/>
                  </a:cubicBezTo>
                  <a:cubicBezTo>
                    <a:pt x="206866" y="63268"/>
                    <a:pt x="214230" y="70632"/>
                    <a:pt x="214320" y="79567"/>
                  </a:cubicBezTo>
                  <a:lnTo>
                    <a:pt x="214320" y="100357"/>
                  </a:lnTo>
                  <a:cubicBezTo>
                    <a:pt x="214320" y="109921"/>
                    <a:pt x="222088" y="117645"/>
                    <a:pt x="231652" y="117645"/>
                  </a:cubicBezTo>
                  <a:lnTo>
                    <a:pt x="239151" y="117645"/>
                  </a:lnTo>
                  <a:cubicBezTo>
                    <a:pt x="241127" y="117645"/>
                    <a:pt x="242923" y="117645"/>
                    <a:pt x="242923" y="117645"/>
                  </a:cubicBezTo>
                  <a:cubicBezTo>
                    <a:pt x="244853" y="117645"/>
                    <a:pt x="246380" y="116073"/>
                    <a:pt x="246380" y="114187"/>
                  </a:cubicBezTo>
                  <a:cubicBezTo>
                    <a:pt x="246335" y="114097"/>
                    <a:pt x="246335" y="18096"/>
                    <a:pt x="246335" y="17287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4" name="Freihandform: Form 83">
              <a:extLst>
                <a:ext uri="{FF2B5EF4-FFF2-40B4-BE49-F238E27FC236}">
                  <a16:creationId xmlns:a16="http://schemas.microsoft.com/office/drawing/2014/main" id="{22B2F62A-3E4C-4F81-A152-63E5C67CBB41}"/>
                </a:ext>
              </a:extLst>
            </p:cNvPr>
            <p:cNvSpPr/>
            <p:nvPr/>
          </p:nvSpPr>
          <p:spPr>
            <a:xfrm>
              <a:off x="11530299" y="6043557"/>
              <a:ext cx="246380" cy="117644"/>
            </a:xfrm>
            <a:custGeom>
              <a:avLst/>
              <a:gdLst>
                <a:gd name="connsiteX0" fmla="*/ 246335 w 246380"/>
                <a:gd name="connsiteY0" fmla="*/ 17287 h 117644"/>
                <a:gd name="connsiteX1" fmla="*/ 229003 w 246380"/>
                <a:gd name="connsiteY1" fmla="*/ 0 h 117644"/>
                <a:gd name="connsiteX2" fmla="*/ 210638 w 246380"/>
                <a:gd name="connsiteY2" fmla="*/ 0 h 117644"/>
                <a:gd name="connsiteX3" fmla="*/ 208303 w 246380"/>
                <a:gd name="connsiteY3" fmla="*/ 943 h 117644"/>
                <a:gd name="connsiteX4" fmla="*/ 171483 w 246380"/>
                <a:gd name="connsiteY4" fmla="*/ 35428 h 117644"/>
                <a:gd name="connsiteX5" fmla="*/ 123213 w 246380"/>
                <a:gd name="connsiteY5" fmla="*/ 53883 h 117644"/>
                <a:gd name="connsiteX6" fmla="*/ 73371 w 246380"/>
                <a:gd name="connsiteY6" fmla="*/ 33946 h 117644"/>
                <a:gd name="connsiteX7" fmla="*/ 46070 w 246380"/>
                <a:gd name="connsiteY7" fmla="*/ 8352 h 117644"/>
                <a:gd name="connsiteX8" fmla="*/ 25460 w 246380"/>
                <a:gd name="connsiteY8" fmla="*/ 0 h 117644"/>
                <a:gd name="connsiteX9" fmla="*/ 3458 w 246380"/>
                <a:gd name="connsiteY9" fmla="*/ 0 h 117644"/>
                <a:gd name="connsiteX10" fmla="*/ 0 w 246380"/>
                <a:gd name="connsiteY10" fmla="*/ 3457 h 117644"/>
                <a:gd name="connsiteX11" fmla="*/ 0 w 246380"/>
                <a:gd name="connsiteY11" fmla="*/ 100357 h 117644"/>
                <a:gd name="connsiteX12" fmla="*/ 17332 w 246380"/>
                <a:gd name="connsiteY12" fmla="*/ 117645 h 117644"/>
                <a:gd name="connsiteX13" fmla="*/ 24068 w 246380"/>
                <a:gd name="connsiteY13" fmla="*/ 117645 h 117644"/>
                <a:gd name="connsiteX14" fmla="*/ 28603 w 246380"/>
                <a:gd name="connsiteY14" fmla="*/ 117645 h 117644"/>
                <a:gd name="connsiteX15" fmla="*/ 32105 w 246380"/>
                <a:gd name="connsiteY15" fmla="*/ 114187 h 117644"/>
                <a:gd name="connsiteX16" fmla="*/ 32105 w 246380"/>
                <a:gd name="connsiteY16" fmla="*/ 79702 h 117644"/>
                <a:gd name="connsiteX17" fmla="*/ 48360 w 246380"/>
                <a:gd name="connsiteY17" fmla="*/ 63268 h 117644"/>
                <a:gd name="connsiteX18" fmla="*/ 87515 w 246380"/>
                <a:gd name="connsiteY18" fmla="*/ 86841 h 117644"/>
                <a:gd name="connsiteX19" fmla="*/ 123213 w 246380"/>
                <a:gd name="connsiteY19" fmla="*/ 109562 h 117644"/>
                <a:gd name="connsiteX20" fmla="*/ 158910 w 246380"/>
                <a:gd name="connsiteY20" fmla="*/ 86841 h 117644"/>
                <a:gd name="connsiteX21" fmla="*/ 198020 w 246380"/>
                <a:gd name="connsiteY21" fmla="*/ 63268 h 117644"/>
                <a:gd name="connsiteX22" fmla="*/ 214320 w 246380"/>
                <a:gd name="connsiteY22" fmla="*/ 79567 h 117644"/>
                <a:gd name="connsiteX23" fmla="*/ 214320 w 246380"/>
                <a:gd name="connsiteY23" fmla="*/ 100357 h 117644"/>
                <a:gd name="connsiteX24" fmla="*/ 231652 w 246380"/>
                <a:gd name="connsiteY24" fmla="*/ 117645 h 117644"/>
                <a:gd name="connsiteX25" fmla="*/ 239151 w 246380"/>
                <a:gd name="connsiteY25" fmla="*/ 117645 h 117644"/>
                <a:gd name="connsiteX26" fmla="*/ 242923 w 246380"/>
                <a:gd name="connsiteY26" fmla="*/ 117645 h 117644"/>
                <a:gd name="connsiteX27" fmla="*/ 246380 w 246380"/>
                <a:gd name="connsiteY27" fmla="*/ 114187 h 117644"/>
                <a:gd name="connsiteX28" fmla="*/ 246335 w 246380"/>
                <a:gd name="connsiteY28" fmla="*/ 17287 h 11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380" h="117644">
                  <a:moveTo>
                    <a:pt x="246335" y="17287"/>
                  </a:moveTo>
                  <a:cubicBezTo>
                    <a:pt x="246335" y="7723"/>
                    <a:pt x="238567" y="0"/>
                    <a:pt x="229003" y="0"/>
                  </a:cubicBezTo>
                  <a:lnTo>
                    <a:pt x="210638" y="0"/>
                  </a:lnTo>
                  <a:cubicBezTo>
                    <a:pt x="209740" y="0"/>
                    <a:pt x="208887" y="359"/>
                    <a:pt x="208303" y="943"/>
                  </a:cubicBezTo>
                  <a:lnTo>
                    <a:pt x="171483" y="35428"/>
                  </a:lnTo>
                  <a:cubicBezTo>
                    <a:pt x="158865" y="47237"/>
                    <a:pt x="141892" y="53883"/>
                    <a:pt x="123213" y="53883"/>
                  </a:cubicBezTo>
                  <a:cubicBezTo>
                    <a:pt x="103725" y="53883"/>
                    <a:pt x="86123" y="46654"/>
                    <a:pt x="73371" y="33946"/>
                  </a:cubicBezTo>
                  <a:cubicBezTo>
                    <a:pt x="73371" y="33946"/>
                    <a:pt x="46294" y="8576"/>
                    <a:pt x="46070" y="8352"/>
                  </a:cubicBezTo>
                  <a:cubicBezTo>
                    <a:pt x="40861" y="3547"/>
                    <a:pt x="33722" y="180"/>
                    <a:pt x="25460" y="0"/>
                  </a:cubicBezTo>
                  <a:lnTo>
                    <a:pt x="3458" y="0"/>
                  </a:lnTo>
                  <a:cubicBezTo>
                    <a:pt x="1571" y="0"/>
                    <a:pt x="0" y="1527"/>
                    <a:pt x="0" y="3457"/>
                  </a:cubicBezTo>
                  <a:lnTo>
                    <a:pt x="0" y="100357"/>
                  </a:lnTo>
                  <a:cubicBezTo>
                    <a:pt x="0" y="109921"/>
                    <a:pt x="7768" y="117645"/>
                    <a:pt x="17332" y="117645"/>
                  </a:cubicBezTo>
                  <a:lnTo>
                    <a:pt x="24068" y="117645"/>
                  </a:lnTo>
                  <a:lnTo>
                    <a:pt x="28603" y="117645"/>
                  </a:lnTo>
                  <a:cubicBezTo>
                    <a:pt x="30534" y="117645"/>
                    <a:pt x="32105" y="116073"/>
                    <a:pt x="32105" y="114187"/>
                  </a:cubicBezTo>
                  <a:lnTo>
                    <a:pt x="32105" y="79702"/>
                  </a:lnTo>
                  <a:cubicBezTo>
                    <a:pt x="32105" y="70677"/>
                    <a:pt x="39469" y="63268"/>
                    <a:pt x="48360" y="63268"/>
                  </a:cubicBezTo>
                  <a:cubicBezTo>
                    <a:pt x="64929" y="63268"/>
                    <a:pt x="76783" y="77412"/>
                    <a:pt x="87515" y="86841"/>
                  </a:cubicBezTo>
                  <a:cubicBezTo>
                    <a:pt x="100671" y="98426"/>
                    <a:pt x="110774" y="109562"/>
                    <a:pt x="123213" y="109562"/>
                  </a:cubicBezTo>
                  <a:cubicBezTo>
                    <a:pt x="135651" y="109562"/>
                    <a:pt x="145754" y="98426"/>
                    <a:pt x="158910" y="86841"/>
                  </a:cubicBezTo>
                  <a:cubicBezTo>
                    <a:pt x="169642" y="77412"/>
                    <a:pt x="181496" y="63268"/>
                    <a:pt x="198020" y="63268"/>
                  </a:cubicBezTo>
                  <a:cubicBezTo>
                    <a:pt x="206866" y="63268"/>
                    <a:pt x="214230" y="70632"/>
                    <a:pt x="214320" y="79567"/>
                  </a:cubicBezTo>
                  <a:lnTo>
                    <a:pt x="214320" y="100357"/>
                  </a:lnTo>
                  <a:cubicBezTo>
                    <a:pt x="214320" y="109921"/>
                    <a:pt x="222088" y="117645"/>
                    <a:pt x="231652" y="117645"/>
                  </a:cubicBezTo>
                  <a:lnTo>
                    <a:pt x="239151" y="117645"/>
                  </a:lnTo>
                  <a:cubicBezTo>
                    <a:pt x="241127" y="117645"/>
                    <a:pt x="242923" y="117645"/>
                    <a:pt x="242923" y="117645"/>
                  </a:cubicBezTo>
                  <a:cubicBezTo>
                    <a:pt x="244853" y="117645"/>
                    <a:pt x="246380" y="116073"/>
                    <a:pt x="246380" y="114187"/>
                  </a:cubicBezTo>
                  <a:cubicBezTo>
                    <a:pt x="246335" y="114097"/>
                    <a:pt x="246335" y="18096"/>
                    <a:pt x="246335" y="17287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5" name="Freihandform: Form 84">
              <a:extLst>
                <a:ext uri="{FF2B5EF4-FFF2-40B4-BE49-F238E27FC236}">
                  <a16:creationId xmlns:a16="http://schemas.microsoft.com/office/drawing/2014/main" id="{7326B89F-FB06-4F2E-9C92-CE15B9795EA5}"/>
                </a:ext>
              </a:extLst>
            </p:cNvPr>
            <p:cNvSpPr/>
            <p:nvPr/>
          </p:nvSpPr>
          <p:spPr>
            <a:xfrm>
              <a:off x="7437120" y="6767610"/>
              <a:ext cx="4624960" cy="4490"/>
            </a:xfrm>
            <a:custGeom>
              <a:avLst/>
              <a:gdLst>
                <a:gd name="connsiteX0" fmla="*/ 0 w 4624960"/>
                <a:gd name="connsiteY0" fmla="*/ 0 h 4490"/>
                <a:gd name="connsiteX1" fmla="*/ 4624960 w 4624960"/>
                <a:gd name="connsiteY1" fmla="*/ 0 h 4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24960" h="4490">
                  <a:moveTo>
                    <a:pt x="0" y="0"/>
                  </a:moveTo>
                  <a:lnTo>
                    <a:pt x="4624960" y="0"/>
                  </a:lnTo>
                </a:path>
              </a:pathLst>
            </a:custGeom>
            <a:ln w="1121" cap="flat">
              <a:solidFill>
                <a:srgbClr val="FF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9" name="Freihandform: Form 88">
              <a:extLst>
                <a:ext uri="{FF2B5EF4-FFF2-40B4-BE49-F238E27FC236}">
                  <a16:creationId xmlns:a16="http://schemas.microsoft.com/office/drawing/2014/main" id="{C0EDC6BA-70A8-4502-9261-9E113BF536CC}"/>
                </a:ext>
              </a:extLst>
            </p:cNvPr>
            <p:cNvSpPr/>
            <p:nvPr/>
          </p:nvSpPr>
          <p:spPr>
            <a:xfrm>
              <a:off x="7437120" y="5923443"/>
              <a:ext cx="4624960" cy="4490"/>
            </a:xfrm>
            <a:custGeom>
              <a:avLst/>
              <a:gdLst>
                <a:gd name="connsiteX0" fmla="*/ 0 w 4624960"/>
                <a:gd name="connsiteY0" fmla="*/ 0 h 4490"/>
                <a:gd name="connsiteX1" fmla="*/ 4624960 w 4624960"/>
                <a:gd name="connsiteY1" fmla="*/ 0 h 4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24960" h="4490">
                  <a:moveTo>
                    <a:pt x="0" y="0"/>
                  </a:moveTo>
                  <a:lnTo>
                    <a:pt x="4624960" y="0"/>
                  </a:lnTo>
                </a:path>
              </a:pathLst>
            </a:custGeom>
            <a:ln w="1121" cap="flat">
              <a:solidFill>
                <a:srgbClr val="FF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0" name="Freihandform: Form 89">
              <a:extLst>
                <a:ext uri="{FF2B5EF4-FFF2-40B4-BE49-F238E27FC236}">
                  <a16:creationId xmlns:a16="http://schemas.microsoft.com/office/drawing/2014/main" id="{246427C0-622D-4275-88DA-D0F1FD4D9021}"/>
                </a:ext>
              </a:extLst>
            </p:cNvPr>
            <p:cNvSpPr/>
            <p:nvPr/>
          </p:nvSpPr>
          <p:spPr>
            <a:xfrm>
              <a:off x="7728986" y="5779754"/>
              <a:ext cx="4490" cy="987855"/>
            </a:xfrm>
            <a:custGeom>
              <a:avLst/>
              <a:gdLst>
                <a:gd name="connsiteX0" fmla="*/ 0 w 4490"/>
                <a:gd name="connsiteY0" fmla="*/ 0 h 987855"/>
                <a:gd name="connsiteX1" fmla="*/ 0 w 4490"/>
                <a:gd name="connsiteY1" fmla="*/ 987856 h 987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90" h="987855">
                  <a:moveTo>
                    <a:pt x="0" y="0"/>
                  </a:moveTo>
                  <a:lnTo>
                    <a:pt x="0" y="987856"/>
                  </a:lnTo>
                </a:path>
              </a:pathLst>
            </a:custGeom>
            <a:ln w="1121" cap="flat">
              <a:solidFill>
                <a:srgbClr val="FF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1" name="Freihandform: Form 90">
              <a:extLst>
                <a:ext uri="{FF2B5EF4-FFF2-40B4-BE49-F238E27FC236}">
                  <a16:creationId xmlns:a16="http://schemas.microsoft.com/office/drawing/2014/main" id="{9637E9AF-94D2-4F7E-BF59-22B6237D8B21}"/>
                </a:ext>
              </a:extLst>
            </p:cNvPr>
            <p:cNvSpPr/>
            <p:nvPr/>
          </p:nvSpPr>
          <p:spPr>
            <a:xfrm>
              <a:off x="12026157" y="5887520"/>
              <a:ext cx="4490" cy="987855"/>
            </a:xfrm>
            <a:custGeom>
              <a:avLst/>
              <a:gdLst>
                <a:gd name="connsiteX0" fmla="*/ 0 w 4490"/>
                <a:gd name="connsiteY0" fmla="*/ 0 h 987855"/>
                <a:gd name="connsiteX1" fmla="*/ 0 w 4490"/>
                <a:gd name="connsiteY1" fmla="*/ 987856 h 987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90" h="987855">
                  <a:moveTo>
                    <a:pt x="0" y="0"/>
                  </a:moveTo>
                  <a:lnTo>
                    <a:pt x="0" y="987856"/>
                  </a:lnTo>
                </a:path>
              </a:pathLst>
            </a:custGeom>
            <a:ln w="1121" cap="flat">
              <a:solidFill>
                <a:srgbClr val="FF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54" name="Cells - aus Illustrator reinkopiert (Original)" hidden="1">
            <a:extLst>
              <a:ext uri="{FF2B5EF4-FFF2-40B4-BE49-F238E27FC236}">
                <a16:creationId xmlns:a16="http://schemas.microsoft.com/office/drawing/2014/main" id="{C0AA4EBC-B36E-4E9A-B921-6C78FB87BEBB}"/>
              </a:ext>
            </a:extLst>
          </p:cNvPr>
          <p:cNvGrpSpPr/>
          <p:nvPr/>
        </p:nvGrpSpPr>
        <p:grpSpPr>
          <a:xfrm>
            <a:off x="-3482895" y="-5945597"/>
            <a:ext cx="22712192" cy="20427826"/>
            <a:chOff x="-3482895" y="-5945597"/>
            <a:chExt cx="22712192" cy="20427826"/>
          </a:xfrm>
        </p:grpSpPr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28E12642-DB4C-4803-B9B5-16AA98A19E18}"/>
                </a:ext>
              </a:extLst>
            </p:cNvPr>
            <p:cNvSpPr/>
            <p:nvPr/>
          </p:nvSpPr>
          <p:spPr>
            <a:xfrm>
              <a:off x="7039958" y="5793213"/>
              <a:ext cx="12189339" cy="8689016"/>
            </a:xfrm>
            <a:custGeom>
              <a:avLst/>
              <a:gdLst>
                <a:gd name="connsiteX0" fmla="*/ 9127316 w 12189339"/>
                <a:gd name="connsiteY0" fmla="*/ 8675879 h 8689016"/>
                <a:gd name="connsiteX1" fmla="*/ 12009306 w 12189339"/>
                <a:gd name="connsiteY1" fmla="*/ 7354129 h 8689016"/>
                <a:gd name="connsiteX2" fmla="*/ 12189256 w 12189339"/>
                <a:gd name="connsiteY2" fmla="*/ 2374594 h 8689016"/>
                <a:gd name="connsiteX3" fmla="*/ 9420020 w 12189339"/>
                <a:gd name="connsiteY3" fmla="*/ 574846 h 8689016"/>
                <a:gd name="connsiteX4" fmla="*/ 2867518 w 12189339"/>
                <a:gd name="connsiteY4" fmla="*/ 20489 h 8689016"/>
                <a:gd name="connsiteX5" fmla="*/ 289 w 12189339"/>
                <a:gd name="connsiteY5" fmla="*/ 936017 h 8689016"/>
                <a:gd name="connsiteX6" fmla="*/ 167003 w 12189339"/>
                <a:gd name="connsiteY6" fmla="*/ 1748208 h 8689016"/>
                <a:gd name="connsiteX7" fmla="*/ 2195571 w 12189339"/>
                <a:gd name="connsiteY7" fmla="*/ 6292503 h 8689016"/>
                <a:gd name="connsiteX8" fmla="*/ 5448405 w 12189339"/>
                <a:gd name="connsiteY8" fmla="*/ 8155374 h 8689016"/>
                <a:gd name="connsiteX9" fmla="*/ 9127316 w 12189339"/>
                <a:gd name="connsiteY9" fmla="*/ 8675879 h 86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89339" h="8689016">
                  <a:moveTo>
                    <a:pt x="9127316" y="8675879"/>
                  </a:moveTo>
                  <a:cubicBezTo>
                    <a:pt x="9127316" y="8675879"/>
                    <a:pt x="11952801" y="8914879"/>
                    <a:pt x="12009306" y="7354129"/>
                  </a:cubicBezTo>
                  <a:lnTo>
                    <a:pt x="12189256" y="2374594"/>
                  </a:lnTo>
                  <a:cubicBezTo>
                    <a:pt x="12189256" y="2374594"/>
                    <a:pt x="12245760" y="813845"/>
                    <a:pt x="9420020" y="574846"/>
                  </a:cubicBezTo>
                  <a:lnTo>
                    <a:pt x="2867518" y="20489"/>
                  </a:lnTo>
                  <a:cubicBezTo>
                    <a:pt x="2867518" y="20489"/>
                    <a:pt x="42031" y="-218510"/>
                    <a:pt x="289" y="936017"/>
                  </a:cubicBezTo>
                  <a:cubicBezTo>
                    <a:pt x="289" y="936017"/>
                    <a:pt x="-14474" y="1342240"/>
                    <a:pt x="167003" y="1748208"/>
                  </a:cubicBezTo>
                  <a:lnTo>
                    <a:pt x="2195571" y="6292503"/>
                  </a:lnTo>
                  <a:cubicBezTo>
                    <a:pt x="2195571" y="6292503"/>
                    <a:pt x="2622663" y="7916630"/>
                    <a:pt x="5448405" y="8155374"/>
                  </a:cubicBezTo>
                  <a:lnTo>
                    <a:pt x="9127316" y="8675879"/>
                  </a:lnTo>
                  <a:close/>
                </a:path>
              </a:pathLst>
            </a:custGeom>
            <a:noFill/>
            <a:ln w="25450" cap="flat">
              <a:solidFill>
                <a:srgbClr val="E8308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CF34E2B1-37EE-4085-B24C-61BD97E4767B}"/>
                </a:ext>
              </a:extLst>
            </p:cNvPr>
            <p:cNvSpPr/>
            <p:nvPr/>
          </p:nvSpPr>
          <p:spPr>
            <a:xfrm>
              <a:off x="-3482895" y="-5945597"/>
              <a:ext cx="15132961" cy="11262033"/>
            </a:xfrm>
            <a:custGeom>
              <a:avLst/>
              <a:gdLst>
                <a:gd name="connsiteX0" fmla="*/ 5682071 w 15132961"/>
                <a:gd name="connsiteY0" fmla="*/ 155743 h 11262033"/>
                <a:gd name="connsiteX1" fmla="*/ 1619591 w 15132961"/>
                <a:gd name="connsiteY1" fmla="*/ 1419462 h 11262033"/>
                <a:gd name="connsiteX2" fmla="*/ 97020 w 15132961"/>
                <a:gd name="connsiteY2" fmla="*/ 6726315 h 11262033"/>
                <a:gd name="connsiteX3" fmla="*/ 3119509 w 15132961"/>
                <a:gd name="connsiteY3" fmla="*/ 9782146 h 11262033"/>
                <a:gd name="connsiteX4" fmla="*/ 11395656 w 15132961"/>
                <a:gd name="connsiteY4" fmla="*/ 11152766 h 11262033"/>
                <a:gd name="connsiteX5" fmla="*/ 15083219 w 15132961"/>
                <a:gd name="connsiteY5" fmla="*/ 9175613 h 11262033"/>
                <a:gd name="connsiteX6" fmla="*/ 13952363 w 15132961"/>
                <a:gd name="connsiteY6" fmla="*/ 3747605 h 11262033"/>
                <a:gd name="connsiteX7" fmla="*/ 10235530 w 15132961"/>
                <a:gd name="connsiteY7" fmla="*/ 934082 h 11262033"/>
                <a:gd name="connsiteX8" fmla="*/ 5682071 w 15132961"/>
                <a:gd name="connsiteY8" fmla="*/ 155743 h 112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132961" h="11262033">
                  <a:moveTo>
                    <a:pt x="5682071" y="155743"/>
                  </a:moveTo>
                  <a:cubicBezTo>
                    <a:pt x="3836252" y="-146633"/>
                    <a:pt x="2069846" y="-143070"/>
                    <a:pt x="1619591" y="1419462"/>
                  </a:cubicBezTo>
                  <a:cubicBezTo>
                    <a:pt x="1619591" y="1419462"/>
                    <a:pt x="608107" y="5067574"/>
                    <a:pt x="97020" y="6726315"/>
                  </a:cubicBezTo>
                  <a:cubicBezTo>
                    <a:pt x="-276623" y="7938620"/>
                    <a:pt x="366817" y="9224227"/>
                    <a:pt x="3119509" y="9782146"/>
                  </a:cubicBezTo>
                  <a:cubicBezTo>
                    <a:pt x="3119509" y="9782146"/>
                    <a:pt x="9084820" y="10790577"/>
                    <a:pt x="11395656" y="11152766"/>
                  </a:cubicBezTo>
                  <a:cubicBezTo>
                    <a:pt x="14416109" y="11625928"/>
                    <a:pt x="15374651" y="10487691"/>
                    <a:pt x="15083219" y="9175613"/>
                  </a:cubicBezTo>
                  <a:cubicBezTo>
                    <a:pt x="15083219" y="9175613"/>
                    <a:pt x="14241505" y="5103207"/>
                    <a:pt x="13952363" y="3747605"/>
                  </a:cubicBezTo>
                  <a:cubicBezTo>
                    <a:pt x="13523998" y="1739145"/>
                    <a:pt x="12816671" y="1373902"/>
                    <a:pt x="10235530" y="934082"/>
                  </a:cubicBezTo>
                  <a:cubicBezTo>
                    <a:pt x="10235530" y="934082"/>
                    <a:pt x="6821835" y="342310"/>
                    <a:pt x="5682071" y="155743"/>
                  </a:cubicBezTo>
                </a:path>
              </a:pathLst>
            </a:custGeom>
            <a:noFill/>
            <a:ln w="25450" cap="flat">
              <a:solidFill>
                <a:srgbClr val="E8308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181F8DE-4DA9-4D21-B5D3-508A81314040}"/>
              </a:ext>
            </a:extLst>
          </p:cNvPr>
          <p:cNvGrpSpPr>
            <a:grpSpLocks noChangeAspect="1"/>
          </p:cNvGrpSpPr>
          <p:nvPr/>
        </p:nvGrpSpPr>
        <p:grpSpPr>
          <a:xfrm>
            <a:off x="7751396" y="6244167"/>
            <a:ext cx="4036573" cy="288000"/>
            <a:chOff x="7966969" y="6166994"/>
            <a:chExt cx="3486578" cy="248759"/>
          </a:xfrm>
        </p:grpSpPr>
        <p:sp>
          <p:nvSpPr>
            <p:cNvPr id="87" name="Freihandform: Form 86">
              <a:extLst>
                <a:ext uri="{FF2B5EF4-FFF2-40B4-BE49-F238E27FC236}">
                  <a16:creationId xmlns:a16="http://schemas.microsoft.com/office/drawing/2014/main" id="{7F7C790D-1CAF-46DA-8A8A-26FC8E4D7498}"/>
                </a:ext>
              </a:extLst>
            </p:cNvPr>
            <p:cNvSpPr/>
            <p:nvPr/>
          </p:nvSpPr>
          <p:spPr>
            <a:xfrm>
              <a:off x="7966969" y="6166994"/>
              <a:ext cx="769000" cy="248759"/>
            </a:xfrm>
            <a:custGeom>
              <a:avLst/>
              <a:gdLst>
                <a:gd name="connsiteX0" fmla="*/ 385623 w 769000"/>
                <a:gd name="connsiteY0" fmla="*/ 234975 h 248759"/>
                <a:gd name="connsiteX1" fmla="*/ 385623 w 769000"/>
                <a:gd name="connsiteY1" fmla="*/ 243147 h 248759"/>
                <a:gd name="connsiteX2" fmla="*/ 382929 w 769000"/>
                <a:gd name="connsiteY2" fmla="*/ 246470 h 248759"/>
                <a:gd name="connsiteX3" fmla="*/ 357379 w 769000"/>
                <a:gd name="connsiteY3" fmla="*/ 246425 h 248759"/>
                <a:gd name="connsiteX4" fmla="*/ 345211 w 769000"/>
                <a:gd name="connsiteY4" fmla="*/ 242159 h 248759"/>
                <a:gd name="connsiteX5" fmla="*/ 306460 w 769000"/>
                <a:gd name="connsiteY5" fmla="*/ 211581 h 248759"/>
                <a:gd name="connsiteX6" fmla="*/ 302104 w 769000"/>
                <a:gd name="connsiteY6" fmla="*/ 201118 h 248759"/>
                <a:gd name="connsiteX7" fmla="*/ 302104 w 769000"/>
                <a:gd name="connsiteY7" fmla="*/ 188546 h 248759"/>
                <a:gd name="connsiteX8" fmla="*/ 304125 w 769000"/>
                <a:gd name="connsiteY8" fmla="*/ 185313 h 248759"/>
                <a:gd name="connsiteX9" fmla="*/ 308256 w 769000"/>
                <a:gd name="connsiteY9" fmla="*/ 186480 h 248759"/>
                <a:gd name="connsiteX10" fmla="*/ 312881 w 769000"/>
                <a:gd name="connsiteY10" fmla="*/ 187917 h 248759"/>
                <a:gd name="connsiteX11" fmla="*/ 324645 w 769000"/>
                <a:gd name="connsiteY11" fmla="*/ 189893 h 248759"/>
                <a:gd name="connsiteX12" fmla="*/ 341035 w 769000"/>
                <a:gd name="connsiteY12" fmla="*/ 180643 h 248759"/>
                <a:gd name="connsiteX13" fmla="*/ 319931 w 769000"/>
                <a:gd name="connsiteY13" fmla="*/ 158686 h 248759"/>
                <a:gd name="connsiteX14" fmla="*/ 290699 w 769000"/>
                <a:gd name="connsiteY14" fmla="*/ 164568 h 248759"/>
                <a:gd name="connsiteX15" fmla="*/ 289801 w 769000"/>
                <a:gd name="connsiteY15" fmla="*/ 166678 h 248759"/>
                <a:gd name="connsiteX16" fmla="*/ 289397 w 769000"/>
                <a:gd name="connsiteY16" fmla="*/ 169866 h 248759"/>
                <a:gd name="connsiteX17" fmla="*/ 289397 w 769000"/>
                <a:gd name="connsiteY17" fmla="*/ 217957 h 248759"/>
                <a:gd name="connsiteX18" fmla="*/ 283784 w 769000"/>
                <a:gd name="connsiteY18" fmla="*/ 237759 h 248759"/>
                <a:gd name="connsiteX19" fmla="*/ 273726 w 769000"/>
                <a:gd name="connsiteY19" fmla="*/ 245303 h 248759"/>
                <a:gd name="connsiteX20" fmla="*/ 265554 w 769000"/>
                <a:gd name="connsiteY20" fmla="*/ 246425 h 248759"/>
                <a:gd name="connsiteX21" fmla="*/ 258908 w 769000"/>
                <a:gd name="connsiteY21" fmla="*/ 245527 h 248759"/>
                <a:gd name="connsiteX22" fmla="*/ 257785 w 769000"/>
                <a:gd name="connsiteY22" fmla="*/ 242608 h 248759"/>
                <a:gd name="connsiteX23" fmla="*/ 257785 w 769000"/>
                <a:gd name="connsiteY23" fmla="*/ 234706 h 248759"/>
                <a:gd name="connsiteX24" fmla="*/ 257785 w 769000"/>
                <a:gd name="connsiteY24" fmla="*/ 228644 h 248759"/>
                <a:gd name="connsiteX25" fmla="*/ 257785 w 769000"/>
                <a:gd name="connsiteY25" fmla="*/ 211042 h 248759"/>
                <a:gd name="connsiteX26" fmla="*/ 257785 w 769000"/>
                <a:gd name="connsiteY26" fmla="*/ 131564 h 248759"/>
                <a:gd name="connsiteX27" fmla="*/ 260345 w 769000"/>
                <a:gd name="connsiteY27" fmla="*/ 129005 h 248759"/>
                <a:gd name="connsiteX28" fmla="*/ 307762 w 769000"/>
                <a:gd name="connsiteY28" fmla="*/ 129005 h 248759"/>
                <a:gd name="connsiteX29" fmla="*/ 331426 w 769000"/>
                <a:gd name="connsiteY29" fmla="*/ 133001 h 248759"/>
                <a:gd name="connsiteX30" fmla="*/ 353203 w 769000"/>
                <a:gd name="connsiteY30" fmla="*/ 143913 h 248759"/>
                <a:gd name="connsiteX31" fmla="*/ 369009 w 769000"/>
                <a:gd name="connsiteY31" fmla="*/ 160122 h 248759"/>
                <a:gd name="connsiteX32" fmla="*/ 375116 w 769000"/>
                <a:gd name="connsiteY32" fmla="*/ 180014 h 248759"/>
                <a:gd name="connsiteX33" fmla="*/ 368695 w 769000"/>
                <a:gd name="connsiteY33" fmla="*/ 198290 h 248759"/>
                <a:gd name="connsiteX34" fmla="*/ 352305 w 769000"/>
                <a:gd name="connsiteY34" fmla="*/ 210368 h 248759"/>
                <a:gd name="connsiteX35" fmla="*/ 365327 w 769000"/>
                <a:gd name="connsiteY35" fmla="*/ 220606 h 248759"/>
                <a:gd name="connsiteX36" fmla="*/ 383737 w 769000"/>
                <a:gd name="connsiteY36" fmla="*/ 232011 h 248759"/>
                <a:gd name="connsiteX37" fmla="*/ 385623 w 769000"/>
                <a:gd name="connsiteY37" fmla="*/ 234975 h 248759"/>
                <a:gd name="connsiteX38" fmla="*/ 229227 w 769000"/>
                <a:gd name="connsiteY38" fmla="*/ 215981 h 248759"/>
                <a:gd name="connsiteX39" fmla="*/ 195191 w 769000"/>
                <a:gd name="connsiteY39" fmla="*/ 215981 h 248759"/>
                <a:gd name="connsiteX40" fmla="*/ 181631 w 769000"/>
                <a:gd name="connsiteY40" fmla="*/ 212883 h 248759"/>
                <a:gd name="connsiteX41" fmla="*/ 170719 w 769000"/>
                <a:gd name="connsiteY41" fmla="*/ 204576 h 248759"/>
                <a:gd name="connsiteX42" fmla="*/ 163445 w 769000"/>
                <a:gd name="connsiteY42" fmla="*/ 192632 h 248759"/>
                <a:gd name="connsiteX43" fmla="*/ 160796 w 769000"/>
                <a:gd name="connsiteY43" fmla="*/ 178712 h 248759"/>
                <a:gd name="connsiteX44" fmla="*/ 166050 w 769000"/>
                <a:gd name="connsiteY44" fmla="*/ 164433 h 248759"/>
                <a:gd name="connsiteX45" fmla="*/ 169732 w 769000"/>
                <a:gd name="connsiteY45" fmla="*/ 161739 h 248759"/>
                <a:gd name="connsiteX46" fmla="*/ 174626 w 769000"/>
                <a:gd name="connsiteY46" fmla="*/ 159943 h 248759"/>
                <a:gd name="connsiteX47" fmla="*/ 181271 w 769000"/>
                <a:gd name="connsiteY47" fmla="*/ 159179 h 248759"/>
                <a:gd name="connsiteX48" fmla="*/ 187872 w 769000"/>
                <a:gd name="connsiteY48" fmla="*/ 159943 h 248759"/>
                <a:gd name="connsiteX49" fmla="*/ 199143 w 769000"/>
                <a:gd name="connsiteY49" fmla="*/ 164568 h 248759"/>
                <a:gd name="connsiteX50" fmla="*/ 213871 w 769000"/>
                <a:gd name="connsiteY50" fmla="*/ 177949 h 248759"/>
                <a:gd name="connsiteX51" fmla="*/ 178443 w 769000"/>
                <a:gd name="connsiteY51" fmla="*/ 177949 h 248759"/>
                <a:gd name="connsiteX52" fmla="*/ 175255 w 769000"/>
                <a:gd name="connsiteY52" fmla="*/ 180733 h 248759"/>
                <a:gd name="connsiteX53" fmla="*/ 177275 w 769000"/>
                <a:gd name="connsiteY53" fmla="*/ 189758 h 248759"/>
                <a:gd name="connsiteX54" fmla="*/ 199502 w 769000"/>
                <a:gd name="connsiteY54" fmla="*/ 203139 h 248759"/>
                <a:gd name="connsiteX55" fmla="*/ 232505 w 769000"/>
                <a:gd name="connsiteY55" fmla="*/ 203139 h 248759"/>
                <a:gd name="connsiteX56" fmla="*/ 244494 w 769000"/>
                <a:gd name="connsiteY56" fmla="*/ 198559 h 248759"/>
                <a:gd name="connsiteX57" fmla="*/ 247323 w 769000"/>
                <a:gd name="connsiteY57" fmla="*/ 188725 h 248759"/>
                <a:gd name="connsiteX58" fmla="*/ 241980 w 769000"/>
                <a:gd name="connsiteY58" fmla="*/ 168250 h 248759"/>
                <a:gd name="connsiteX59" fmla="*/ 227521 w 769000"/>
                <a:gd name="connsiteY59" fmla="*/ 148807 h 248759"/>
                <a:gd name="connsiteX60" fmla="*/ 206327 w 769000"/>
                <a:gd name="connsiteY60" fmla="*/ 134573 h 248759"/>
                <a:gd name="connsiteX61" fmla="*/ 181047 w 769000"/>
                <a:gd name="connsiteY61" fmla="*/ 129050 h 248759"/>
                <a:gd name="connsiteX62" fmla="*/ 132462 w 769000"/>
                <a:gd name="connsiteY62" fmla="*/ 129050 h 248759"/>
                <a:gd name="connsiteX63" fmla="*/ 129903 w 769000"/>
                <a:gd name="connsiteY63" fmla="*/ 131609 h 248759"/>
                <a:gd name="connsiteX64" fmla="*/ 129903 w 769000"/>
                <a:gd name="connsiteY64" fmla="*/ 179880 h 248759"/>
                <a:gd name="connsiteX65" fmla="*/ 135157 w 769000"/>
                <a:gd name="connsiteY65" fmla="*/ 205519 h 248759"/>
                <a:gd name="connsiteX66" fmla="*/ 149391 w 769000"/>
                <a:gd name="connsiteY66" fmla="*/ 226668 h 248759"/>
                <a:gd name="connsiteX67" fmla="*/ 170315 w 769000"/>
                <a:gd name="connsiteY67" fmla="*/ 241037 h 248759"/>
                <a:gd name="connsiteX68" fmla="*/ 195999 w 769000"/>
                <a:gd name="connsiteY68" fmla="*/ 246470 h 248759"/>
                <a:gd name="connsiteX69" fmla="*/ 244674 w 769000"/>
                <a:gd name="connsiteY69" fmla="*/ 246470 h 248759"/>
                <a:gd name="connsiteX70" fmla="*/ 247233 w 769000"/>
                <a:gd name="connsiteY70" fmla="*/ 243911 h 248759"/>
                <a:gd name="connsiteX71" fmla="*/ 247233 w 769000"/>
                <a:gd name="connsiteY71" fmla="*/ 234122 h 248759"/>
                <a:gd name="connsiteX72" fmla="*/ 242429 w 769000"/>
                <a:gd name="connsiteY72" fmla="*/ 220786 h 248759"/>
                <a:gd name="connsiteX73" fmla="*/ 229227 w 769000"/>
                <a:gd name="connsiteY73" fmla="*/ 215981 h 248759"/>
                <a:gd name="connsiteX74" fmla="*/ 108170 w 769000"/>
                <a:gd name="connsiteY74" fmla="*/ 73505 h 248759"/>
                <a:gd name="connsiteX75" fmla="*/ 111403 w 769000"/>
                <a:gd name="connsiteY75" fmla="*/ 70721 h 248759"/>
                <a:gd name="connsiteX76" fmla="*/ 111403 w 769000"/>
                <a:gd name="connsiteY76" fmla="*/ 61292 h 248759"/>
                <a:gd name="connsiteX77" fmla="*/ 106554 w 769000"/>
                <a:gd name="connsiteY77" fmla="*/ 47911 h 248759"/>
                <a:gd name="connsiteX78" fmla="*/ 93173 w 769000"/>
                <a:gd name="connsiteY78" fmla="*/ 43106 h 248759"/>
                <a:gd name="connsiteX79" fmla="*/ 35832 w 769000"/>
                <a:gd name="connsiteY79" fmla="*/ 43106 h 248759"/>
                <a:gd name="connsiteX80" fmla="*/ 41714 w 769000"/>
                <a:gd name="connsiteY80" fmla="*/ 33901 h 248759"/>
                <a:gd name="connsiteX81" fmla="*/ 53569 w 769000"/>
                <a:gd name="connsiteY81" fmla="*/ 30444 h 248759"/>
                <a:gd name="connsiteX82" fmla="*/ 115040 w 769000"/>
                <a:gd name="connsiteY82" fmla="*/ 30444 h 248759"/>
                <a:gd name="connsiteX83" fmla="*/ 118273 w 769000"/>
                <a:gd name="connsiteY83" fmla="*/ 27660 h 248759"/>
                <a:gd name="connsiteX84" fmla="*/ 118273 w 769000"/>
                <a:gd name="connsiteY84" fmla="*/ 18230 h 248759"/>
                <a:gd name="connsiteX85" fmla="*/ 113424 w 769000"/>
                <a:gd name="connsiteY85" fmla="*/ 4894 h 248759"/>
                <a:gd name="connsiteX86" fmla="*/ 100043 w 769000"/>
                <a:gd name="connsiteY86" fmla="*/ 45 h 248759"/>
                <a:gd name="connsiteX87" fmla="*/ 5882 w 769000"/>
                <a:gd name="connsiteY87" fmla="*/ 45 h 248759"/>
                <a:gd name="connsiteX88" fmla="*/ 3098 w 769000"/>
                <a:gd name="connsiteY88" fmla="*/ 3278 h 248759"/>
                <a:gd name="connsiteX89" fmla="*/ 3098 w 769000"/>
                <a:gd name="connsiteY89" fmla="*/ 67039 h 248759"/>
                <a:gd name="connsiteX90" fmla="*/ 7005 w 769000"/>
                <a:gd name="connsiteY90" fmla="*/ 87201 h 248759"/>
                <a:gd name="connsiteX91" fmla="*/ 17961 w 769000"/>
                <a:gd name="connsiteY91" fmla="*/ 103231 h 248759"/>
                <a:gd name="connsiteX92" fmla="*/ 34755 w 769000"/>
                <a:gd name="connsiteY92" fmla="*/ 113693 h 248759"/>
                <a:gd name="connsiteX93" fmla="*/ 56038 w 769000"/>
                <a:gd name="connsiteY93" fmla="*/ 117510 h 248759"/>
                <a:gd name="connsiteX94" fmla="*/ 117285 w 769000"/>
                <a:gd name="connsiteY94" fmla="*/ 117510 h 248759"/>
                <a:gd name="connsiteX95" fmla="*/ 120473 w 769000"/>
                <a:gd name="connsiteY95" fmla="*/ 114771 h 248759"/>
                <a:gd name="connsiteX96" fmla="*/ 120473 w 769000"/>
                <a:gd name="connsiteY96" fmla="*/ 105341 h 248759"/>
                <a:gd name="connsiteX97" fmla="*/ 115669 w 769000"/>
                <a:gd name="connsiteY97" fmla="*/ 91960 h 248759"/>
                <a:gd name="connsiteX98" fmla="*/ 102288 w 769000"/>
                <a:gd name="connsiteY98" fmla="*/ 87111 h 248759"/>
                <a:gd name="connsiteX99" fmla="*/ 53928 w 769000"/>
                <a:gd name="connsiteY99" fmla="*/ 87111 h 248759"/>
                <a:gd name="connsiteX100" fmla="*/ 42163 w 769000"/>
                <a:gd name="connsiteY100" fmla="*/ 83294 h 248759"/>
                <a:gd name="connsiteX101" fmla="*/ 35742 w 769000"/>
                <a:gd name="connsiteY101" fmla="*/ 73505 h 248759"/>
                <a:gd name="connsiteX102" fmla="*/ 108170 w 769000"/>
                <a:gd name="connsiteY102" fmla="*/ 73505 h 248759"/>
                <a:gd name="connsiteX103" fmla="*/ 461059 w 769000"/>
                <a:gd name="connsiteY103" fmla="*/ 117465 h 248759"/>
                <a:gd name="connsiteX104" fmla="*/ 499136 w 769000"/>
                <a:gd name="connsiteY104" fmla="*/ 104937 h 248759"/>
                <a:gd name="connsiteX105" fmla="*/ 512877 w 769000"/>
                <a:gd name="connsiteY105" fmla="*/ 67982 h 248759"/>
                <a:gd name="connsiteX106" fmla="*/ 506994 w 769000"/>
                <a:gd name="connsiteY106" fmla="*/ 41490 h 248759"/>
                <a:gd name="connsiteX107" fmla="*/ 491323 w 769000"/>
                <a:gd name="connsiteY107" fmla="*/ 19847 h 248759"/>
                <a:gd name="connsiteX108" fmla="*/ 468872 w 769000"/>
                <a:gd name="connsiteY108" fmla="*/ 5343 h 248759"/>
                <a:gd name="connsiteX109" fmla="*/ 442649 w 769000"/>
                <a:gd name="connsiteY109" fmla="*/ 45 h 248759"/>
                <a:gd name="connsiteX110" fmla="*/ 395906 w 769000"/>
                <a:gd name="connsiteY110" fmla="*/ 45 h 248759"/>
                <a:gd name="connsiteX111" fmla="*/ 393122 w 769000"/>
                <a:gd name="connsiteY111" fmla="*/ 3233 h 248759"/>
                <a:gd name="connsiteX112" fmla="*/ 393122 w 769000"/>
                <a:gd name="connsiteY112" fmla="*/ 99279 h 248759"/>
                <a:gd name="connsiteX113" fmla="*/ 397971 w 769000"/>
                <a:gd name="connsiteY113" fmla="*/ 112616 h 248759"/>
                <a:gd name="connsiteX114" fmla="*/ 411352 w 769000"/>
                <a:gd name="connsiteY114" fmla="*/ 117465 h 248759"/>
                <a:gd name="connsiteX115" fmla="*/ 461059 w 769000"/>
                <a:gd name="connsiteY115" fmla="*/ 117465 h 248759"/>
                <a:gd name="connsiteX116" fmla="*/ 456120 w 769000"/>
                <a:gd name="connsiteY116" fmla="*/ 33767 h 248759"/>
                <a:gd name="connsiteX117" fmla="*/ 468333 w 769000"/>
                <a:gd name="connsiteY117" fmla="*/ 42612 h 248759"/>
                <a:gd name="connsiteX118" fmla="*/ 477179 w 769000"/>
                <a:gd name="connsiteY118" fmla="*/ 55051 h 248759"/>
                <a:gd name="connsiteX119" fmla="*/ 480637 w 769000"/>
                <a:gd name="connsiteY119" fmla="*/ 69105 h 248759"/>
                <a:gd name="connsiteX120" fmla="*/ 474979 w 769000"/>
                <a:gd name="connsiteY120" fmla="*/ 82351 h 248759"/>
                <a:gd name="connsiteX121" fmla="*/ 461284 w 769000"/>
                <a:gd name="connsiteY121" fmla="*/ 87066 h 248759"/>
                <a:gd name="connsiteX122" fmla="*/ 425362 w 769000"/>
                <a:gd name="connsiteY122" fmla="*/ 87066 h 248759"/>
                <a:gd name="connsiteX123" fmla="*/ 425362 w 769000"/>
                <a:gd name="connsiteY123" fmla="*/ 49752 h 248759"/>
                <a:gd name="connsiteX124" fmla="*/ 429852 w 769000"/>
                <a:gd name="connsiteY124" fmla="*/ 35832 h 248759"/>
                <a:gd name="connsiteX125" fmla="*/ 442380 w 769000"/>
                <a:gd name="connsiteY125" fmla="*/ 30399 h 248759"/>
                <a:gd name="connsiteX126" fmla="*/ 456120 w 769000"/>
                <a:gd name="connsiteY126" fmla="*/ 33767 h 248759"/>
                <a:gd name="connsiteX127" fmla="*/ 74942 w 769000"/>
                <a:gd name="connsiteY127" fmla="*/ 158371 h 248759"/>
                <a:gd name="connsiteX128" fmla="*/ 89132 w 769000"/>
                <a:gd name="connsiteY128" fmla="*/ 164029 h 248759"/>
                <a:gd name="connsiteX129" fmla="*/ 93622 w 769000"/>
                <a:gd name="connsiteY129" fmla="*/ 166319 h 248759"/>
                <a:gd name="connsiteX130" fmla="*/ 96989 w 769000"/>
                <a:gd name="connsiteY130" fmla="*/ 166768 h 248759"/>
                <a:gd name="connsiteX131" fmla="*/ 105745 w 769000"/>
                <a:gd name="connsiteY131" fmla="*/ 162143 h 248759"/>
                <a:gd name="connsiteX132" fmla="*/ 117510 w 769000"/>
                <a:gd name="connsiteY132" fmla="*/ 149930 h 248759"/>
                <a:gd name="connsiteX133" fmla="*/ 118183 w 769000"/>
                <a:gd name="connsiteY133" fmla="*/ 148313 h 248759"/>
                <a:gd name="connsiteX134" fmla="*/ 116791 w 769000"/>
                <a:gd name="connsiteY134" fmla="*/ 145799 h 248759"/>
                <a:gd name="connsiteX135" fmla="*/ 91107 w 769000"/>
                <a:gd name="connsiteY135" fmla="*/ 131744 h 248759"/>
                <a:gd name="connsiteX136" fmla="*/ 57834 w 769000"/>
                <a:gd name="connsiteY136" fmla="*/ 126670 h 248759"/>
                <a:gd name="connsiteX137" fmla="*/ 37224 w 769000"/>
                <a:gd name="connsiteY137" fmla="*/ 128736 h 248759"/>
                <a:gd name="connsiteX138" fmla="*/ 19847 w 769000"/>
                <a:gd name="connsiteY138" fmla="*/ 135202 h 248759"/>
                <a:gd name="connsiteX139" fmla="*/ 7768 w 769000"/>
                <a:gd name="connsiteY139" fmla="*/ 146607 h 248759"/>
                <a:gd name="connsiteX140" fmla="*/ 3278 w 769000"/>
                <a:gd name="connsiteY140" fmla="*/ 163535 h 248759"/>
                <a:gd name="connsiteX141" fmla="*/ 7184 w 769000"/>
                <a:gd name="connsiteY141" fmla="*/ 178488 h 248759"/>
                <a:gd name="connsiteX142" fmla="*/ 17961 w 769000"/>
                <a:gd name="connsiteY142" fmla="*/ 189085 h 248759"/>
                <a:gd name="connsiteX143" fmla="*/ 34306 w 769000"/>
                <a:gd name="connsiteY143" fmla="*/ 196089 h 248759"/>
                <a:gd name="connsiteX144" fmla="*/ 54826 w 769000"/>
                <a:gd name="connsiteY144" fmla="*/ 200355 h 248759"/>
                <a:gd name="connsiteX145" fmla="*/ 67938 w 769000"/>
                <a:gd name="connsiteY145" fmla="*/ 202555 h 248759"/>
                <a:gd name="connsiteX146" fmla="*/ 75975 w 769000"/>
                <a:gd name="connsiteY146" fmla="*/ 204621 h 248759"/>
                <a:gd name="connsiteX147" fmla="*/ 80016 w 769000"/>
                <a:gd name="connsiteY147" fmla="*/ 206911 h 248759"/>
                <a:gd name="connsiteX148" fmla="*/ 81049 w 769000"/>
                <a:gd name="connsiteY148" fmla="*/ 210009 h 248759"/>
                <a:gd name="connsiteX149" fmla="*/ 76559 w 769000"/>
                <a:gd name="connsiteY149" fmla="*/ 215173 h 248759"/>
                <a:gd name="connsiteX150" fmla="*/ 64705 w 769000"/>
                <a:gd name="connsiteY150" fmla="*/ 216700 h 248759"/>
                <a:gd name="connsiteX151" fmla="*/ 43960 w 769000"/>
                <a:gd name="connsiteY151" fmla="*/ 214634 h 248759"/>
                <a:gd name="connsiteX152" fmla="*/ 29232 w 769000"/>
                <a:gd name="connsiteY152" fmla="*/ 208887 h 248759"/>
                <a:gd name="connsiteX153" fmla="*/ 24741 w 769000"/>
                <a:gd name="connsiteY153" fmla="*/ 206597 h 248759"/>
                <a:gd name="connsiteX154" fmla="*/ 21374 w 769000"/>
                <a:gd name="connsiteY154" fmla="*/ 206148 h 248759"/>
                <a:gd name="connsiteX155" fmla="*/ 12663 w 769000"/>
                <a:gd name="connsiteY155" fmla="*/ 210772 h 248759"/>
                <a:gd name="connsiteX156" fmla="*/ 674 w 769000"/>
                <a:gd name="connsiteY156" fmla="*/ 223211 h 248759"/>
                <a:gd name="connsiteX157" fmla="*/ 0 w 769000"/>
                <a:gd name="connsiteY157" fmla="*/ 224827 h 248759"/>
                <a:gd name="connsiteX158" fmla="*/ 1392 w 769000"/>
                <a:gd name="connsiteY158" fmla="*/ 227386 h 248759"/>
                <a:gd name="connsiteX159" fmla="*/ 12573 w 769000"/>
                <a:gd name="connsiteY159" fmla="*/ 235334 h 248759"/>
                <a:gd name="connsiteX160" fmla="*/ 27974 w 769000"/>
                <a:gd name="connsiteY160" fmla="*/ 241306 h 248759"/>
                <a:gd name="connsiteX161" fmla="*/ 46744 w 769000"/>
                <a:gd name="connsiteY161" fmla="*/ 245123 h 248759"/>
                <a:gd name="connsiteX162" fmla="*/ 67938 w 769000"/>
                <a:gd name="connsiteY162" fmla="*/ 246515 h 248759"/>
                <a:gd name="connsiteX163" fmla="*/ 116522 w 769000"/>
                <a:gd name="connsiteY163" fmla="*/ 246515 h 248759"/>
                <a:gd name="connsiteX164" fmla="*/ 118139 w 769000"/>
                <a:gd name="connsiteY164" fmla="*/ 245572 h 248759"/>
                <a:gd name="connsiteX165" fmla="*/ 118363 w 769000"/>
                <a:gd name="connsiteY165" fmla="*/ 244405 h 248759"/>
                <a:gd name="connsiteX166" fmla="*/ 118363 w 769000"/>
                <a:gd name="connsiteY166" fmla="*/ 217463 h 248759"/>
                <a:gd name="connsiteX167" fmla="*/ 115624 w 769000"/>
                <a:gd name="connsiteY167" fmla="*/ 197975 h 248759"/>
                <a:gd name="connsiteX168" fmla="*/ 107811 w 769000"/>
                <a:gd name="connsiteY168" fmla="*/ 185447 h 248759"/>
                <a:gd name="connsiteX169" fmla="*/ 95508 w 769000"/>
                <a:gd name="connsiteY169" fmla="*/ 178083 h 248759"/>
                <a:gd name="connsiteX170" fmla="*/ 79253 w 769000"/>
                <a:gd name="connsiteY170" fmla="*/ 174177 h 248759"/>
                <a:gd name="connsiteX171" fmla="*/ 49752 w 769000"/>
                <a:gd name="connsiteY171" fmla="*/ 169103 h 248759"/>
                <a:gd name="connsiteX172" fmla="*/ 38930 w 769000"/>
                <a:gd name="connsiteY172" fmla="*/ 162412 h 248759"/>
                <a:gd name="connsiteX173" fmla="*/ 56443 w 769000"/>
                <a:gd name="connsiteY173" fmla="*/ 156216 h 248759"/>
                <a:gd name="connsiteX174" fmla="*/ 74942 w 769000"/>
                <a:gd name="connsiteY174" fmla="*/ 158371 h 248759"/>
                <a:gd name="connsiteX175" fmla="*/ 388362 w 769000"/>
                <a:gd name="connsiteY175" fmla="*/ 129005 h 248759"/>
                <a:gd name="connsiteX176" fmla="*/ 385578 w 769000"/>
                <a:gd name="connsiteY176" fmla="*/ 132238 h 248759"/>
                <a:gd name="connsiteX177" fmla="*/ 385578 w 769000"/>
                <a:gd name="connsiteY177" fmla="*/ 179924 h 248759"/>
                <a:gd name="connsiteX178" fmla="*/ 391325 w 769000"/>
                <a:gd name="connsiteY178" fmla="*/ 206148 h 248759"/>
                <a:gd name="connsiteX179" fmla="*/ 406637 w 769000"/>
                <a:gd name="connsiteY179" fmla="*/ 228150 h 248759"/>
                <a:gd name="connsiteX180" fmla="*/ 428640 w 769000"/>
                <a:gd name="connsiteY180" fmla="*/ 243237 h 248759"/>
                <a:gd name="connsiteX181" fmla="*/ 454414 w 769000"/>
                <a:gd name="connsiteY181" fmla="*/ 248760 h 248759"/>
                <a:gd name="connsiteX182" fmla="*/ 475248 w 769000"/>
                <a:gd name="connsiteY182" fmla="*/ 245078 h 248759"/>
                <a:gd name="connsiteX183" fmla="*/ 491234 w 769000"/>
                <a:gd name="connsiteY183" fmla="*/ 234706 h 248759"/>
                <a:gd name="connsiteX184" fmla="*/ 501606 w 769000"/>
                <a:gd name="connsiteY184" fmla="*/ 218720 h 248759"/>
                <a:gd name="connsiteX185" fmla="*/ 505288 w 769000"/>
                <a:gd name="connsiteY185" fmla="*/ 197885 h 248759"/>
                <a:gd name="connsiteX186" fmla="*/ 499496 w 769000"/>
                <a:gd name="connsiteY186" fmla="*/ 171617 h 248759"/>
                <a:gd name="connsiteX187" fmla="*/ 484184 w 769000"/>
                <a:gd name="connsiteY187" fmla="*/ 149615 h 248759"/>
                <a:gd name="connsiteX188" fmla="*/ 462182 w 769000"/>
                <a:gd name="connsiteY188" fmla="*/ 134528 h 248759"/>
                <a:gd name="connsiteX189" fmla="*/ 436408 w 769000"/>
                <a:gd name="connsiteY189" fmla="*/ 129005 h 248759"/>
                <a:gd name="connsiteX190" fmla="*/ 388362 w 769000"/>
                <a:gd name="connsiteY190" fmla="*/ 129005 h 248759"/>
                <a:gd name="connsiteX191" fmla="*/ 423116 w 769000"/>
                <a:gd name="connsiteY191" fmla="*/ 164972 h 248759"/>
                <a:gd name="connsiteX192" fmla="*/ 436722 w 769000"/>
                <a:gd name="connsiteY192" fmla="*/ 159449 h 248759"/>
                <a:gd name="connsiteX193" fmla="*/ 449609 w 769000"/>
                <a:gd name="connsiteY193" fmla="*/ 163041 h 248759"/>
                <a:gd name="connsiteX194" fmla="*/ 461239 w 769000"/>
                <a:gd name="connsiteY194" fmla="*/ 172246 h 248759"/>
                <a:gd name="connsiteX195" fmla="*/ 469725 w 769000"/>
                <a:gd name="connsiteY195" fmla="*/ 184774 h 248759"/>
                <a:gd name="connsiteX196" fmla="*/ 473093 w 769000"/>
                <a:gd name="connsiteY196" fmla="*/ 198604 h 248759"/>
                <a:gd name="connsiteX197" fmla="*/ 467884 w 769000"/>
                <a:gd name="connsiteY197" fmla="*/ 212883 h 248759"/>
                <a:gd name="connsiteX198" fmla="*/ 454189 w 769000"/>
                <a:gd name="connsiteY198" fmla="*/ 218406 h 248759"/>
                <a:gd name="connsiteX199" fmla="*/ 441302 w 769000"/>
                <a:gd name="connsiteY199" fmla="*/ 214814 h 248759"/>
                <a:gd name="connsiteX200" fmla="*/ 429672 w 769000"/>
                <a:gd name="connsiteY200" fmla="*/ 205609 h 248759"/>
                <a:gd name="connsiteX201" fmla="*/ 421186 w 769000"/>
                <a:gd name="connsiteY201" fmla="*/ 193036 h 248759"/>
                <a:gd name="connsiteX202" fmla="*/ 417818 w 769000"/>
                <a:gd name="connsiteY202" fmla="*/ 179206 h 248759"/>
                <a:gd name="connsiteX203" fmla="*/ 423116 w 769000"/>
                <a:gd name="connsiteY203" fmla="*/ 164972 h 248759"/>
                <a:gd name="connsiteX204" fmla="*/ 546868 w 769000"/>
                <a:gd name="connsiteY204" fmla="*/ 134348 h 248759"/>
                <a:gd name="connsiteX205" fmla="*/ 534205 w 769000"/>
                <a:gd name="connsiteY205" fmla="*/ 129050 h 248759"/>
                <a:gd name="connsiteX206" fmla="*/ 519702 w 769000"/>
                <a:gd name="connsiteY206" fmla="*/ 129050 h 248759"/>
                <a:gd name="connsiteX207" fmla="*/ 516963 w 769000"/>
                <a:gd name="connsiteY207" fmla="*/ 132283 h 248759"/>
                <a:gd name="connsiteX208" fmla="*/ 516963 w 769000"/>
                <a:gd name="connsiteY208" fmla="*/ 228284 h 248759"/>
                <a:gd name="connsiteX209" fmla="*/ 521767 w 769000"/>
                <a:gd name="connsiteY209" fmla="*/ 241620 h 248759"/>
                <a:gd name="connsiteX210" fmla="*/ 535148 w 769000"/>
                <a:gd name="connsiteY210" fmla="*/ 246470 h 248759"/>
                <a:gd name="connsiteX211" fmla="*/ 546419 w 769000"/>
                <a:gd name="connsiteY211" fmla="*/ 246470 h 248759"/>
                <a:gd name="connsiteX212" fmla="*/ 549158 w 769000"/>
                <a:gd name="connsiteY212" fmla="*/ 243237 h 248759"/>
                <a:gd name="connsiteX213" fmla="*/ 549158 w 769000"/>
                <a:gd name="connsiteY213" fmla="*/ 180823 h 248759"/>
                <a:gd name="connsiteX214" fmla="*/ 605331 w 769000"/>
                <a:gd name="connsiteY214" fmla="*/ 241172 h 248759"/>
                <a:gd name="connsiteX215" fmla="*/ 617993 w 769000"/>
                <a:gd name="connsiteY215" fmla="*/ 246470 h 248759"/>
                <a:gd name="connsiteX216" fmla="*/ 631599 w 769000"/>
                <a:gd name="connsiteY216" fmla="*/ 246470 h 248759"/>
                <a:gd name="connsiteX217" fmla="*/ 634383 w 769000"/>
                <a:gd name="connsiteY217" fmla="*/ 243237 h 248759"/>
                <a:gd name="connsiteX218" fmla="*/ 634383 w 769000"/>
                <a:gd name="connsiteY218" fmla="*/ 147235 h 248759"/>
                <a:gd name="connsiteX219" fmla="*/ 629533 w 769000"/>
                <a:gd name="connsiteY219" fmla="*/ 133854 h 248759"/>
                <a:gd name="connsiteX220" fmla="*/ 616152 w 769000"/>
                <a:gd name="connsiteY220" fmla="*/ 129005 h 248759"/>
                <a:gd name="connsiteX221" fmla="*/ 604837 w 769000"/>
                <a:gd name="connsiteY221" fmla="*/ 129005 h 248759"/>
                <a:gd name="connsiteX222" fmla="*/ 602098 w 769000"/>
                <a:gd name="connsiteY222" fmla="*/ 132238 h 248759"/>
                <a:gd name="connsiteX223" fmla="*/ 602098 w 769000"/>
                <a:gd name="connsiteY223" fmla="*/ 168384 h 248759"/>
                <a:gd name="connsiteX224" fmla="*/ 599898 w 769000"/>
                <a:gd name="connsiteY224" fmla="*/ 175883 h 248759"/>
                <a:gd name="connsiteX225" fmla="*/ 593342 w 769000"/>
                <a:gd name="connsiteY225" fmla="*/ 178757 h 248759"/>
                <a:gd name="connsiteX226" fmla="*/ 583643 w 769000"/>
                <a:gd name="connsiteY226" fmla="*/ 173907 h 248759"/>
                <a:gd name="connsiteX227" fmla="*/ 546868 w 769000"/>
                <a:gd name="connsiteY227" fmla="*/ 134348 h 248759"/>
                <a:gd name="connsiteX228" fmla="*/ 652074 w 769000"/>
                <a:gd name="connsiteY228" fmla="*/ 129005 h 248759"/>
                <a:gd name="connsiteX229" fmla="*/ 649291 w 769000"/>
                <a:gd name="connsiteY229" fmla="*/ 132238 h 248759"/>
                <a:gd name="connsiteX230" fmla="*/ 649291 w 769000"/>
                <a:gd name="connsiteY230" fmla="*/ 179924 h 248759"/>
                <a:gd name="connsiteX231" fmla="*/ 655038 w 769000"/>
                <a:gd name="connsiteY231" fmla="*/ 206148 h 248759"/>
                <a:gd name="connsiteX232" fmla="*/ 670350 w 769000"/>
                <a:gd name="connsiteY232" fmla="*/ 228150 h 248759"/>
                <a:gd name="connsiteX233" fmla="*/ 692352 w 769000"/>
                <a:gd name="connsiteY233" fmla="*/ 243237 h 248759"/>
                <a:gd name="connsiteX234" fmla="*/ 718126 w 769000"/>
                <a:gd name="connsiteY234" fmla="*/ 248760 h 248759"/>
                <a:gd name="connsiteX235" fmla="*/ 738961 w 769000"/>
                <a:gd name="connsiteY235" fmla="*/ 245078 h 248759"/>
                <a:gd name="connsiteX236" fmla="*/ 754946 w 769000"/>
                <a:gd name="connsiteY236" fmla="*/ 234706 h 248759"/>
                <a:gd name="connsiteX237" fmla="*/ 765319 w 769000"/>
                <a:gd name="connsiteY237" fmla="*/ 218720 h 248759"/>
                <a:gd name="connsiteX238" fmla="*/ 769001 w 769000"/>
                <a:gd name="connsiteY238" fmla="*/ 197885 h 248759"/>
                <a:gd name="connsiteX239" fmla="*/ 763253 w 769000"/>
                <a:gd name="connsiteY239" fmla="*/ 171617 h 248759"/>
                <a:gd name="connsiteX240" fmla="*/ 747941 w 769000"/>
                <a:gd name="connsiteY240" fmla="*/ 149615 h 248759"/>
                <a:gd name="connsiteX241" fmla="*/ 725939 w 769000"/>
                <a:gd name="connsiteY241" fmla="*/ 134528 h 248759"/>
                <a:gd name="connsiteX242" fmla="*/ 700165 w 769000"/>
                <a:gd name="connsiteY242" fmla="*/ 129005 h 248759"/>
                <a:gd name="connsiteX243" fmla="*/ 652074 w 769000"/>
                <a:gd name="connsiteY243" fmla="*/ 129005 h 248759"/>
                <a:gd name="connsiteX244" fmla="*/ 686829 w 769000"/>
                <a:gd name="connsiteY244" fmla="*/ 164972 h 248759"/>
                <a:gd name="connsiteX245" fmla="*/ 700434 w 769000"/>
                <a:gd name="connsiteY245" fmla="*/ 159449 h 248759"/>
                <a:gd name="connsiteX246" fmla="*/ 713321 w 769000"/>
                <a:gd name="connsiteY246" fmla="*/ 163041 h 248759"/>
                <a:gd name="connsiteX247" fmla="*/ 724951 w 769000"/>
                <a:gd name="connsiteY247" fmla="*/ 172246 h 248759"/>
                <a:gd name="connsiteX248" fmla="*/ 733483 w 769000"/>
                <a:gd name="connsiteY248" fmla="*/ 184774 h 248759"/>
                <a:gd name="connsiteX249" fmla="*/ 736806 w 769000"/>
                <a:gd name="connsiteY249" fmla="*/ 198604 h 248759"/>
                <a:gd name="connsiteX250" fmla="*/ 731597 w 769000"/>
                <a:gd name="connsiteY250" fmla="*/ 212883 h 248759"/>
                <a:gd name="connsiteX251" fmla="*/ 717902 w 769000"/>
                <a:gd name="connsiteY251" fmla="*/ 218406 h 248759"/>
                <a:gd name="connsiteX252" fmla="*/ 705015 w 769000"/>
                <a:gd name="connsiteY252" fmla="*/ 214814 h 248759"/>
                <a:gd name="connsiteX253" fmla="*/ 693385 w 769000"/>
                <a:gd name="connsiteY253" fmla="*/ 205609 h 248759"/>
                <a:gd name="connsiteX254" fmla="*/ 684898 w 769000"/>
                <a:gd name="connsiteY254" fmla="*/ 193036 h 248759"/>
                <a:gd name="connsiteX255" fmla="*/ 681531 w 769000"/>
                <a:gd name="connsiteY255" fmla="*/ 179206 h 248759"/>
                <a:gd name="connsiteX256" fmla="*/ 686829 w 769000"/>
                <a:gd name="connsiteY256" fmla="*/ 164972 h 248759"/>
                <a:gd name="connsiteX257" fmla="*/ 378304 w 769000"/>
                <a:gd name="connsiteY257" fmla="*/ 17332 h 248759"/>
                <a:gd name="connsiteX258" fmla="*/ 361016 w 769000"/>
                <a:gd name="connsiteY258" fmla="*/ 45 h 248759"/>
                <a:gd name="connsiteX259" fmla="*/ 342741 w 769000"/>
                <a:gd name="connsiteY259" fmla="*/ 45 h 248759"/>
                <a:gd name="connsiteX260" fmla="*/ 340406 w 769000"/>
                <a:gd name="connsiteY260" fmla="*/ 988 h 248759"/>
                <a:gd name="connsiteX261" fmla="*/ 303721 w 769000"/>
                <a:gd name="connsiteY261" fmla="*/ 35383 h 248759"/>
                <a:gd name="connsiteX262" fmla="*/ 255675 w 769000"/>
                <a:gd name="connsiteY262" fmla="*/ 53793 h 248759"/>
                <a:gd name="connsiteX263" fmla="*/ 206103 w 769000"/>
                <a:gd name="connsiteY263" fmla="*/ 33901 h 248759"/>
                <a:gd name="connsiteX264" fmla="*/ 178892 w 769000"/>
                <a:gd name="connsiteY264" fmla="*/ 8352 h 248759"/>
                <a:gd name="connsiteX265" fmla="*/ 158416 w 769000"/>
                <a:gd name="connsiteY265" fmla="*/ 0 h 248759"/>
                <a:gd name="connsiteX266" fmla="*/ 136549 w 769000"/>
                <a:gd name="connsiteY266" fmla="*/ 0 h 248759"/>
                <a:gd name="connsiteX267" fmla="*/ 133091 w 769000"/>
                <a:gd name="connsiteY267" fmla="*/ 3458 h 248759"/>
                <a:gd name="connsiteX268" fmla="*/ 133091 w 769000"/>
                <a:gd name="connsiteY268" fmla="*/ 100178 h 248759"/>
                <a:gd name="connsiteX269" fmla="*/ 150379 w 769000"/>
                <a:gd name="connsiteY269" fmla="*/ 117465 h 248759"/>
                <a:gd name="connsiteX270" fmla="*/ 157069 w 769000"/>
                <a:gd name="connsiteY270" fmla="*/ 117465 h 248759"/>
                <a:gd name="connsiteX271" fmla="*/ 161604 w 769000"/>
                <a:gd name="connsiteY271" fmla="*/ 117465 h 248759"/>
                <a:gd name="connsiteX272" fmla="*/ 165062 w 769000"/>
                <a:gd name="connsiteY272" fmla="*/ 114008 h 248759"/>
                <a:gd name="connsiteX273" fmla="*/ 165062 w 769000"/>
                <a:gd name="connsiteY273" fmla="*/ 79612 h 248759"/>
                <a:gd name="connsiteX274" fmla="*/ 181271 w 769000"/>
                <a:gd name="connsiteY274" fmla="*/ 63223 h 248759"/>
                <a:gd name="connsiteX275" fmla="*/ 220202 w 769000"/>
                <a:gd name="connsiteY275" fmla="*/ 86752 h 248759"/>
                <a:gd name="connsiteX276" fmla="*/ 255720 w 769000"/>
                <a:gd name="connsiteY276" fmla="*/ 109427 h 248759"/>
                <a:gd name="connsiteX277" fmla="*/ 291238 w 769000"/>
                <a:gd name="connsiteY277" fmla="*/ 86752 h 248759"/>
                <a:gd name="connsiteX278" fmla="*/ 330168 w 769000"/>
                <a:gd name="connsiteY278" fmla="*/ 63223 h 248759"/>
                <a:gd name="connsiteX279" fmla="*/ 346378 w 769000"/>
                <a:gd name="connsiteY279" fmla="*/ 79477 h 248759"/>
                <a:gd name="connsiteX280" fmla="*/ 346378 w 769000"/>
                <a:gd name="connsiteY280" fmla="*/ 100222 h 248759"/>
                <a:gd name="connsiteX281" fmla="*/ 363666 w 769000"/>
                <a:gd name="connsiteY281" fmla="*/ 117465 h 248759"/>
                <a:gd name="connsiteX282" fmla="*/ 371119 w 769000"/>
                <a:gd name="connsiteY282" fmla="*/ 117465 h 248759"/>
                <a:gd name="connsiteX283" fmla="*/ 374846 w 769000"/>
                <a:gd name="connsiteY283" fmla="*/ 117510 h 248759"/>
                <a:gd name="connsiteX284" fmla="*/ 374846 w 769000"/>
                <a:gd name="connsiteY284" fmla="*/ 117510 h 248759"/>
                <a:gd name="connsiteX285" fmla="*/ 378304 w 769000"/>
                <a:gd name="connsiteY285" fmla="*/ 114052 h 248759"/>
                <a:gd name="connsiteX286" fmla="*/ 378304 w 769000"/>
                <a:gd name="connsiteY286" fmla="*/ 17332 h 248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</a:cxnLst>
              <a:rect l="l" t="t" r="r" b="b"/>
              <a:pathLst>
                <a:path w="769000" h="248759">
                  <a:moveTo>
                    <a:pt x="385623" y="234975"/>
                  </a:moveTo>
                  <a:lnTo>
                    <a:pt x="385623" y="243147"/>
                  </a:lnTo>
                  <a:cubicBezTo>
                    <a:pt x="385623" y="245303"/>
                    <a:pt x="384725" y="246470"/>
                    <a:pt x="382929" y="246470"/>
                  </a:cubicBezTo>
                  <a:lnTo>
                    <a:pt x="357379" y="246425"/>
                  </a:lnTo>
                  <a:cubicBezTo>
                    <a:pt x="353024" y="246425"/>
                    <a:pt x="348982" y="244898"/>
                    <a:pt x="345211" y="242159"/>
                  </a:cubicBezTo>
                  <a:cubicBezTo>
                    <a:pt x="345211" y="242159"/>
                    <a:pt x="306550" y="211671"/>
                    <a:pt x="306460" y="211581"/>
                  </a:cubicBezTo>
                  <a:cubicBezTo>
                    <a:pt x="303855" y="209291"/>
                    <a:pt x="302149" y="205474"/>
                    <a:pt x="302104" y="201118"/>
                  </a:cubicBezTo>
                  <a:lnTo>
                    <a:pt x="302104" y="188546"/>
                  </a:lnTo>
                  <a:cubicBezTo>
                    <a:pt x="302104" y="186435"/>
                    <a:pt x="302778" y="185313"/>
                    <a:pt x="304125" y="185313"/>
                  </a:cubicBezTo>
                  <a:cubicBezTo>
                    <a:pt x="305472" y="185313"/>
                    <a:pt x="307313" y="186211"/>
                    <a:pt x="308256" y="186480"/>
                  </a:cubicBezTo>
                  <a:cubicBezTo>
                    <a:pt x="310232" y="187199"/>
                    <a:pt x="312746" y="187872"/>
                    <a:pt x="312881" y="187917"/>
                  </a:cubicBezTo>
                  <a:cubicBezTo>
                    <a:pt x="316922" y="189219"/>
                    <a:pt x="320829" y="189893"/>
                    <a:pt x="324645" y="189893"/>
                  </a:cubicBezTo>
                  <a:cubicBezTo>
                    <a:pt x="332638" y="189893"/>
                    <a:pt x="339014" y="186345"/>
                    <a:pt x="341035" y="180643"/>
                  </a:cubicBezTo>
                  <a:cubicBezTo>
                    <a:pt x="342876" y="175389"/>
                    <a:pt x="337667" y="163176"/>
                    <a:pt x="319931" y="158686"/>
                  </a:cubicBezTo>
                  <a:cubicBezTo>
                    <a:pt x="306639" y="155318"/>
                    <a:pt x="294291" y="157922"/>
                    <a:pt x="290699" y="164568"/>
                  </a:cubicBezTo>
                  <a:cubicBezTo>
                    <a:pt x="290699" y="164568"/>
                    <a:pt x="290160" y="165601"/>
                    <a:pt x="289801" y="166678"/>
                  </a:cubicBezTo>
                  <a:cubicBezTo>
                    <a:pt x="289487" y="167711"/>
                    <a:pt x="289397" y="169238"/>
                    <a:pt x="289397" y="169866"/>
                  </a:cubicBezTo>
                  <a:lnTo>
                    <a:pt x="289397" y="217957"/>
                  </a:lnTo>
                  <a:cubicBezTo>
                    <a:pt x="289397" y="225186"/>
                    <a:pt x="288274" y="231877"/>
                    <a:pt x="283784" y="237759"/>
                  </a:cubicBezTo>
                  <a:cubicBezTo>
                    <a:pt x="281225" y="241172"/>
                    <a:pt x="277767" y="243955"/>
                    <a:pt x="273726" y="245303"/>
                  </a:cubicBezTo>
                  <a:cubicBezTo>
                    <a:pt x="271121" y="246111"/>
                    <a:pt x="268203" y="246425"/>
                    <a:pt x="265554" y="246425"/>
                  </a:cubicBezTo>
                  <a:cubicBezTo>
                    <a:pt x="263668" y="246425"/>
                    <a:pt x="260390" y="246335"/>
                    <a:pt x="258908" y="245527"/>
                  </a:cubicBezTo>
                  <a:cubicBezTo>
                    <a:pt x="257785" y="244898"/>
                    <a:pt x="257785" y="243731"/>
                    <a:pt x="257785" y="242608"/>
                  </a:cubicBezTo>
                  <a:lnTo>
                    <a:pt x="257785" y="234706"/>
                  </a:lnTo>
                  <a:lnTo>
                    <a:pt x="257785" y="228644"/>
                  </a:lnTo>
                  <a:lnTo>
                    <a:pt x="257785" y="211042"/>
                  </a:lnTo>
                  <a:lnTo>
                    <a:pt x="257785" y="131564"/>
                  </a:lnTo>
                  <a:cubicBezTo>
                    <a:pt x="257785" y="130172"/>
                    <a:pt x="258908" y="129005"/>
                    <a:pt x="260345" y="129005"/>
                  </a:cubicBezTo>
                  <a:cubicBezTo>
                    <a:pt x="260435" y="129005"/>
                    <a:pt x="307762" y="129005"/>
                    <a:pt x="307762" y="129005"/>
                  </a:cubicBezTo>
                  <a:cubicBezTo>
                    <a:pt x="315575" y="129005"/>
                    <a:pt x="323388" y="130352"/>
                    <a:pt x="331426" y="133001"/>
                  </a:cubicBezTo>
                  <a:cubicBezTo>
                    <a:pt x="339463" y="135695"/>
                    <a:pt x="346737" y="139333"/>
                    <a:pt x="353203" y="143913"/>
                  </a:cubicBezTo>
                  <a:cubicBezTo>
                    <a:pt x="359669" y="148493"/>
                    <a:pt x="364923" y="153926"/>
                    <a:pt x="369009" y="160122"/>
                  </a:cubicBezTo>
                  <a:cubicBezTo>
                    <a:pt x="373050" y="166319"/>
                    <a:pt x="375116" y="172965"/>
                    <a:pt x="375116" y="180014"/>
                  </a:cubicBezTo>
                  <a:cubicBezTo>
                    <a:pt x="375116" y="187513"/>
                    <a:pt x="372871" y="193530"/>
                    <a:pt x="368695" y="198290"/>
                  </a:cubicBezTo>
                  <a:cubicBezTo>
                    <a:pt x="361959" y="205968"/>
                    <a:pt x="354550" y="208931"/>
                    <a:pt x="352305" y="210368"/>
                  </a:cubicBezTo>
                  <a:cubicBezTo>
                    <a:pt x="354326" y="211940"/>
                    <a:pt x="358996" y="215622"/>
                    <a:pt x="365327" y="220606"/>
                  </a:cubicBezTo>
                  <a:cubicBezTo>
                    <a:pt x="377540" y="230305"/>
                    <a:pt x="383692" y="232011"/>
                    <a:pt x="383737" y="232011"/>
                  </a:cubicBezTo>
                  <a:cubicBezTo>
                    <a:pt x="384635" y="232460"/>
                    <a:pt x="385623" y="233763"/>
                    <a:pt x="385623" y="234975"/>
                  </a:cubicBezTo>
                  <a:moveTo>
                    <a:pt x="229227" y="215981"/>
                  </a:moveTo>
                  <a:lnTo>
                    <a:pt x="195191" y="215981"/>
                  </a:lnTo>
                  <a:cubicBezTo>
                    <a:pt x="190342" y="215981"/>
                    <a:pt x="185941" y="214679"/>
                    <a:pt x="181631" y="212883"/>
                  </a:cubicBezTo>
                  <a:cubicBezTo>
                    <a:pt x="177994" y="211311"/>
                    <a:pt x="172381" y="206462"/>
                    <a:pt x="170719" y="204576"/>
                  </a:cubicBezTo>
                  <a:cubicBezTo>
                    <a:pt x="167576" y="201118"/>
                    <a:pt x="165151" y="197122"/>
                    <a:pt x="163445" y="192632"/>
                  </a:cubicBezTo>
                  <a:cubicBezTo>
                    <a:pt x="161694" y="188097"/>
                    <a:pt x="160796" y="183472"/>
                    <a:pt x="160796" y="178712"/>
                  </a:cubicBezTo>
                  <a:cubicBezTo>
                    <a:pt x="160796" y="172605"/>
                    <a:pt x="162547" y="167846"/>
                    <a:pt x="166050" y="164433"/>
                  </a:cubicBezTo>
                  <a:cubicBezTo>
                    <a:pt x="166454" y="164029"/>
                    <a:pt x="167980" y="162817"/>
                    <a:pt x="169732" y="161739"/>
                  </a:cubicBezTo>
                  <a:cubicBezTo>
                    <a:pt x="171483" y="160706"/>
                    <a:pt x="173369" y="160212"/>
                    <a:pt x="174626" y="159943"/>
                  </a:cubicBezTo>
                  <a:cubicBezTo>
                    <a:pt x="176647" y="159449"/>
                    <a:pt x="178892" y="159179"/>
                    <a:pt x="181271" y="159179"/>
                  </a:cubicBezTo>
                  <a:cubicBezTo>
                    <a:pt x="183606" y="159179"/>
                    <a:pt x="185852" y="159449"/>
                    <a:pt x="187872" y="159943"/>
                  </a:cubicBezTo>
                  <a:cubicBezTo>
                    <a:pt x="191689" y="160706"/>
                    <a:pt x="195461" y="162233"/>
                    <a:pt x="199143" y="164568"/>
                  </a:cubicBezTo>
                  <a:cubicBezTo>
                    <a:pt x="204441" y="167935"/>
                    <a:pt x="210099" y="173054"/>
                    <a:pt x="213871" y="177949"/>
                  </a:cubicBezTo>
                  <a:lnTo>
                    <a:pt x="178443" y="177949"/>
                  </a:lnTo>
                  <a:cubicBezTo>
                    <a:pt x="176332" y="177949"/>
                    <a:pt x="175255" y="178892"/>
                    <a:pt x="175255" y="180733"/>
                  </a:cubicBezTo>
                  <a:cubicBezTo>
                    <a:pt x="175255" y="184415"/>
                    <a:pt x="175793" y="186795"/>
                    <a:pt x="177275" y="189758"/>
                  </a:cubicBezTo>
                  <a:cubicBezTo>
                    <a:pt x="178712" y="192767"/>
                    <a:pt x="185537" y="203139"/>
                    <a:pt x="199502" y="203139"/>
                  </a:cubicBezTo>
                  <a:lnTo>
                    <a:pt x="232505" y="203139"/>
                  </a:lnTo>
                  <a:cubicBezTo>
                    <a:pt x="238253" y="203139"/>
                    <a:pt x="242249" y="201612"/>
                    <a:pt x="244494" y="198559"/>
                  </a:cubicBezTo>
                  <a:cubicBezTo>
                    <a:pt x="246694" y="195506"/>
                    <a:pt x="247323" y="192856"/>
                    <a:pt x="247323" y="188725"/>
                  </a:cubicBezTo>
                  <a:cubicBezTo>
                    <a:pt x="247323" y="181990"/>
                    <a:pt x="245527" y="175344"/>
                    <a:pt x="241980" y="168250"/>
                  </a:cubicBezTo>
                  <a:cubicBezTo>
                    <a:pt x="238432" y="161110"/>
                    <a:pt x="233583" y="154644"/>
                    <a:pt x="227521" y="148807"/>
                  </a:cubicBezTo>
                  <a:cubicBezTo>
                    <a:pt x="221459" y="142970"/>
                    <a:pt x="214365" y="138255"/>
                    <a:pt x="206327" y="134573"/>
                  </a:cubicBezTo>
                  <a:cubicBezTo>
                    <a:pt x="198290" y="130891"/>
                    <a:pt x="189848" y="129050"/>
                    <a:pt x="181047" y="129050"/>
                  </a:cubicBezTo>
                  <a:lnTo>
                    <a:pt x="132462" y="129050"/>
                  </a:lnTo>
                  <a:cubicBezTo>
                    <a:pt x="131070" y="129050"/>
                    <a:pt x="129903" y="130217"/>
                    <a:pt x="129903" y="131609"/>
                  </a:cubicBezTo>
                  <a:lnTo>
                    <a:pt x="129903" y="179880"/>
                  </a:lnTo>
                  <a:cubicBezTo>
                    <a:pt x="129903" y="188905"/>
                    <a:pt x="131654" y="197481"/>
                    <a:pt x="135157" y="205519"/>
                  </a:cubicBezTo>
                  <a:cubicBezTo>
                    <a:pt x="138614" y="213556"/>
                    <a:pt x="143374" y="220606"/>
                    <a:pt x="149391" y="226668"/>
                  </a:cubicBezTo>
                  <a:cubicBezTo>
                    <a:pt x="155363" y="232730"/>
                    <a:pt x="162368" y="237534"/>
                    <a:pt x="170315" y="241037"/>
                  </a:cubicBezTo>
                  <a:cubicBezTo>
                    <a:pt x="178308" y="244584"/>
                    <a:pt x="186884" y="246470"/>
                    <a:pt x="195999" y="246470"/>
                  </a:cubicBezTo>
                  <a:lnTo>
                    <a:pt x="244674" y="246470"/>
                  </a:lnTo>
                  <a:cubicBezTo>
                    <a:pt x="246066" y="246470"/>
                    <a:pt x="247233" y="245347"/>
                    <a:pt x="247233" y="243911"/>
                  </a:cubicBezTo>
                  <a:lnTo>
                    <a:pt x="247233" y="234122"/>
                  </a:lnTo>
                  <a:cubicBezTo>
                    <a:pt x="247233" y="228464"/>
                    <a:pt x="245662" y="224019"/>
                    <a:pt x="242429" y="220786"/>
                  </a:cubicBezTo>
                  <a:cubicBezTo>
                    <a:pt x="239286" y="217598"/>
                    <a:pt x="234840" y="215981"/>
                    <a:pt x="229227" y="215981"/>
                  </a:cubicBezTo>
                  <a:moveTo>
                    <a:pt x="108170" y="73505"/>
                  </a:moveTo>
                  <a:cubicBezTo>
                    <a:pt x="110326" y="73505"/>
                    <a:pt x="111403" y="72563"/>
                    <a:pt x="111403" y="70721"/>
                  </a:cubicBezTo>
                  <a:lnTo>
                    <a:pt x="111403" y="61292"/>
                  </a:lnTo>
                  <a:cubicBezTo>
                    <a:pt x="111403" y="55634"/>
                    <a:pt x="109787" y="51144"/>
                    <a:pt x="106554" y="47911"/>
                  </a:cubicBezTo>
                  <a:cubicBezTo>
                    <a:pt x="103321" y="44678"/>
                    <a:pt x="98875" y="43106"/>
                    <a:pt x="93173" y="43106"/>
                  </a:cubicBezTo>
                  <a:lnTo>
                    <a:pt x="35832" y="43106"/>
                  </a:lnTo>
                  <a:cubicBezTo>
                    <a:pt x="36730" y="39245"/>
                    <a:pt x="38706" y="36191"/>
                    <a:pt x="41714" y="33901"/>
                  </a:cubicBezTo>
                  <a:cubicBezTo>
                    <a:pt x="44678" y="31611"/>
                    <a:pt x="48629" y="30444"/>
                    <a:pt x="53569" y="30444"/>
                  </a:cubicBezTo>
                  <a:lnTo>
                    <a:pt x="115040" y="30444"/>
                  </a:lnTo>
                  <a:cubicBezTo>
                    <a:pt x="117196" y="30444"/>
                    <a:pt x="118273" y="29546"/>
                    <a:pt x="118273" y="27660"/>
                  </a:cubicBezTo>
                  <a:lnTo>
                    <a:pt x="118273" y="18230"/>
                  </a:lnTo>
                  <a:cubicBezTo>
                    <a:pt x="118273" y="12573"/>
                    <a:pt x="116657" y="8082"/>
                    <a:pt x="113424" y="4894"/>
                  </a:cubicBezTo>
                  <a:cubicBezTo>
                    <a:pt x="110191" y="1661"/>
                    <a:pt x="105745" y="45"/>
                    <a:pt x="100043" y="45"/>
                  </a:cubicBezTo>
                  <a:lnTo>
                    <a:pt x="5882" y="45"/>
                  </a:lnTo>
                  <a:cubicBezTo>
                    <a:pt x="4041" y="45"/>
                    <a:pt x="3098" y="1123"/>
                    <a:pt x="3098" y="3278"/>
                  </a:cubicBezTo>
                  <a:lnTo>
                    <a:pt x="3098" y="67039"/>
                  </a:lnTo>
                  <a:cubicBezTo>
                    <a:pt x="3098" y="74269"/>
                    <a:pt x="4400" y="80959"/>
                    <a:pt x="7005" y="87201"/>
                  </a:cubicBezTo>
                  <a:cubicBezTo>
                    <a:pt x="9609" y="93442"/>
                    <a:pt x="13246" y="98741"/>
                    <a:pt x="17961" y="103231"/>
                  </a:cubicBezTo>
                  <a:cubicBezTo>
                    <a:pt x="22631" y="107676"/>
                    <a:pt x="28244" y="111179"/>
                    <a:pt x="34755" y="113693"/>
                  </a:cubicBezTo>
                  <a:cubicBezTo>
                    <a:pt x="41265" y="116253"/>
                    <a:pt x="48360" y="117510"/>
                    <a:pt x="56038" y="117510"/>
                  </a:cubicBezTo>
                  <a:lnTo>
                    <a:pt x="117285" y="117510"/>
                  </a:lnTo>
                  <a:cubicBezTo>
                    <a:pt x="119441" y="117510"/>
                    <a:pt x="120473" y="116612"/>
                    <a:pt x="120473" y="114771"/>
                  </a:cubicBezTo>
                  <a:lnTo>
                    <a:pt x="120473" y="105341"/>
                  </a:lnTo>
                  <a:cubicBezTo>
                    <a:pt x="120473" y="99684"/>
                    <a:pt x="118857" y="95193"/>
                    <a:pt x="115669" y="91960"/>
                  </a:cubicBezTo>
                  <a:cubicBezTo>
                    <a:pt x="112436" y="88727"/>
                    <a:pt x="107991" y="87111"/>
                    <a:pt x="102288" y="87111"/>
                  </a:cubicBezTo>
                  <a:lnTo>
                    <a:pt x="53928" y="87111"/>
                  </a:lnTo>
                  <a:cubicBezTo>
                    <a:pt x="49348" y="87111"/>
                    <a:pt x="45396" y="85854"/>
                    <a:pt x="42163" y="83294"/>
                  </a:cubicBezTo>
                  <a:cubicBezTo>
                    <a:pt x="38930" y="80780"/>
                    <a:pt x="36775" y="77502"/>
                    <a:pt x="35742" y="73505"/>
                  </a:cubicBezTo>
                  <a:lnTo>
                    <a:pt x="108170" y="73505"/>
                  </a:lnTo>
                  <a:close/>
                  <a:moveTo>
                    <a:pt x="461059" y="117465"/>
                  </a:moveTo>
                  <a:cubicBezTo>
                    <a:pt x="477359" y="117465"/>
                    <a:pt x="490021" y="113289"/>
                    <a:pt x="499136" y="104937"/>
                  </a:cubicBezTo>
                  <a:cubicBezTo>
                    <a:pt x="508297" y="96585"/>
                    <a:pt x="512877" y="84237"/>
                    <a:pt x="512877" y="67982"/>
                  </a:cubicBezTo>
                  <a:cubicBezTo>
                    <a:pt x="512877" y="58598"/>
                    <a:pt x="510901" y="49797"/>
                    <a:pt x="506994" y="41490"/>
                  </a:cubicBezTo>
                  <a:cubicBezTo>
                    <a:pt x="503088" y="33183"/>
                    <a:pt x="497879" y="25999"/>
                    <a:pt x="491323" y="19847"/>
                  </a:cubicBezTo>
                  <a:cubicBezTo>
                    <a:pt x="484813" y="13740"/>
                    <a:pt x="477314" y="8891"/>
                    <a:pt x="468872" y="5343"/>
                  </a:cubicBezTo>
                  <a:cubicBezTo>
                    <a:pt x="460430" y="1841"/>
                    <a:pt x="451674" y="45"/>
                    <a:pt x="442649" y="45"/>
                  </a:cubicBezTo>
                  <a:lnTo>
                    <a:pt x="395906" y="45"/>
                  </a:lnTo>
                  <a:cubicBezTo>
                    <a:pt x="394065" y="45"/>
                    <a:pt x="393122" y="1123"/>
                    <a:pt x="393122" y="3233"/>
                  </a:cubicBezTo>
                  <a:lnTo>
                    <a:pt x="393122" y="99279"/>
                  </a:lnTo>
                  <a:cubicBezTo>
                    <a:pt x="393122" y="104982"/>
                    <a:pt x="394738" y="109427"/>
                    <a:pt x="397971" y="112616"/>
                  </a:cubicBezTo>
                  <a:cubicBezTo>
                    <a:pt x="401204" y="115849"/>
                    <a:pt x="405649" y="117465"/>
                    <a:pt x="411352" y="117465"/>
                  </a:cubicBezTo>
                  <a:lnTo>
                    <a:pt x="461059" y="117465"/>
                  </a:lnTo>
                  <a:close/>
                  <a:moveTo>
                    <a:pt x="456120" y="33767"/>
                  </a:moveTo>
                  <a:cubicBezTo>
                    <a:pt x="460655" y="36012"/>
                    <a:pt x="464741" y="38975"/>
                    <a:pt x="468333" y="42612"/>
                  </a:cubicBezTo>
                  <a:cubicBezTo>
                    <a:pt x="471926" y="46294"/>
                    <a:pt x="474889" y="50470"/>
                    <a:pt x="477179" y="55051"/>
                  </a:cubicBezTo>
                  <a:cubicBezTo>
                    <a:pt x="479469" y="59631"/>
                    <a:pt x="480637" y="64345"/>
                    <a:pt x="480637" y="69105"/>
                  </a:cubicBezTo>
                  <a:cubicBezTo>
                    <a:pt x="480637" y="74808"/>
                    <a:pt x="478751" y="79208"/>
                    <a:pt x="474979" y="82351"/>
                  </a:cubicBezTo>
                  <a:cubicBezTo>
                    <a:pt x="471207" y="85494"/>
                    <a:pt x="466627" y="87066"/>
                    <a:pt x="461284" y="87066"/>
                  </a:cubicBezTo>
                  <a:lnTo>
                    <a:pt x="425362" y="87066"/>
                  </a:lnTo>
                  <a:lnTo>
                    <a:pt x="425362" y="49752"/>
                  </a:lnTo>
                  <a:cubicBezTo>
                    <a:pt x="425362" y="44094"/>
                    <a:pt x="426843" y="39424"/>
                    <a:pt x="429852" y="35832"/>
                  </a:cubicBezTo>
                  <a:cubicBezTo>
                    <a:pt x="432860" y="32195"/>
                    <a:pt x="436991" y="30399"/>
                    <a:pt x="442380" y="30399"/>
                  </a:cubicBezTo>
                  <a:cubicBezTo>
                    <a:pt x="447005" y="30444"/>
                    <a:pt x="451585" y="31566"/>
                    <a:pt x="456120" y="33767"/>
                  </a:cubicBezTo>
                  <a:moveTo>
                    <a:pt x="74942" y="158371"/>
                  </a:moveTo>
                  <a:cubicBezTo>
                    <a:pt x="80375" y="159808"/>
                    <a:pt x="85135" y="161694"/>
                    <a:pt x="89132" y="164029"/>
                  </a:cubicBezTo>
                  <a:cubicBezTo>
                    <a:pt x="91107" y="165241"/>
                    <a:pt x="92634" y="166050"/>
                    <a:pt x="93622" y="166319"/>
                  </a:cubicBezTo>
                  <a:cubicBezTo>
                    <a:pt x="94610" y="166633"/>
                    <a:pt x="95732" y="166768"/>
                    <a:pt x="96989" y="166768"/>
                  </a:cubicBezTo>
                  <a:cubicBezTo>
                    <a:pt x="99729" y="166768"/>
                    <a:pt x="102647" y="165241"/>
                    <a:pt x="105745" y="162143"/>
                  </a:cubicBezTo>
                  <a:lnTo>
                    <a:pt x="117510" y="149930"/>
                  </a:lnTo>
                  <a:cubicBezTo>
                    <a:pt x="117959" y="149481"/>
                    <a:pt x="118183" y="148942"/>
                    <a:pt x="118183" y="148313"/>
                  </a:cubicBezTo>
                  <a:cubicBezTo>
                    <a:pt x="118183" y="147550"/>
                    <a:pt x="117734" y="146697"/>
                    <a:pt x="116791" y="145799"/>
                  </a:cubicBezTo>
                  <a:cubicBezTo>
                    <a:pt x="110191" y="139826"/>
                    <a:pt x="101614" y="135112"/>
                    <a:pt x="91107" y="131744"/>
                  </a:cubicBezTo>
                  <a:cubicBezTo>
                    <a:pt x="80600" y="128376"/>
                    <a:pt x="69509" y="126670"/>
                    <a:pt x="57834" y="126670"/>
                  </a:cubicBezTo>
                  <a:cubicBezTo>
                    <a:pt x="50605" y="126670"/>
                    <a:pt x="43735" y="127344"/>
                    <a:pt x="37224" y="128736"/>
                  </a:cubicBezTo>
                  <a:cubicBezTo>
                    <a:pt x="30713" y="130128"/>
                    <a:pt x="24921" y="132283"/>
                    <a:pt x="19847" y="135202"/>
                  </a:cubicBezTo>
                  <a:cubicBezTo>
                    <a:pt x="14773" y="138120"/>
                    <a:pt x="10732" y="141937"/>
                    <a:pt x="7768" y="146607"/>
                  </a:cubicBezTo>
                  <a:cubicBezTo>
                    <a:pt x="4760" y="151322"/>
                    <a:pt x="3278" y="156934"/>
                    <a:pt x="3278" y="163535"/>
                  </a:cubicBezTo>
                  <a:cubicBezTo>
                    <a:pt x="3278" y="169372"/>
                    <a:pt x="4580" y="174312"/>
                    <a:pt x="7184" y="178488"/>
                  </a:cubicBezTo>
                  <a:cubicBezTo>
                    <a:pt x="9789" y="182619"/>
                    <a:pt x="13381" y="186166"/>
                    <a:pt x="17961" y="189085"/>
                  </a:cubicBezTo>
                  <a:cubicBezTo>
                    <a:pt x="22586" y="192003"/>
                    <a:pt x="28019" y="194338"/>
                    <a:pt x="34306" y="196089"/>
                  </a:cubicBezTo>
                  <a:cubicBezTo>
                    <a:pt x="40592" y="197885"/>
                    <a:pt x="47462" y="199277"/>
                    <a:pt x="54826" y="200355"/>
                  </a:cubicBezTo>
                  <a:cubicBezTo>
                    <a:pt x="60214" y="201118"/>
                    <a:pt x="64570" y="201882"/>
                    <a:pt x="67938" y="202555"/>
                  </a:cubicBezTo>
                  <a:cubicBezTo>
                    <a:pt x="71305" y="203274"/>
                    <a:pt x="73999" y="203947"/>
                    <a:pt x="75975" y="204621"/>
                  </a:cubicBezTo>
                  <a:cubicBezTo>
                    <a:pt x="77951" y="205294"/>
                    <a:pt x="79343" y="206058"/>
                    <a:pt x="80016" y="206911"/>
                  </a:cubicBezTo>
                  <a:cubicBezTo>
                    <a:pt x="80735" y="207764"/>
                    <a:pt x="81049" y="208797"/>
                    <a:pt x="81049" y="210009"/>
                  </a:cubicBezTo>
                  <a:cubicBezTo>
                    <a:pt x="81049" y="212479"/>
                    <a:pt x="79567" y="214185"/>
                    <a:pt x="76559" y="215173"/>
                  </a:cubicBezTo>
                  <a:cubicBezTo>
                    <a:pt x="73550" y="216161"/>
                    <a:pt x="69599" y="216700"/>
                    <a:pt x="64705" y="216700"/>
                  </a:cubicBezTo>
                  <a:cubicBezTo>
                    <a:pt x="56577" y="216700"/>
                    <a:pt x="49662" y="215981"/>
                    <a:pt x="43960" y="214634"/>
                  </a:cubicBezTo>
                  <a:cubicBezTo>
                    <a:pt x="38302" y="213242"/>
                    <a:pt x="33363" y="211311"/>
                    <a:pt x="29232" y="208887"/>
                  </a:cubicBezTo>
                  <a:cubicBezTo>
                    <a:pt x="27256" y="207674"/>
                    <a:pt x="25729" y="206911"/>
                    <a:pt x="24741" y="206597"/>
                  </a:cubicBezTo>
                  <a:cubicBezTo>
                    <a:pt x="23753" y="206282"/>
                    <a:pt x="22631" y="206148"/>
                    <a:pt x="21374" y="206148"/>
                  </a:cubicBezTo>
                  <a:cubicBezTo>
                    <a:pt x="18635" y="206148"/>
                    <a:pt x="15716" y="207719"/>
                    <a:pt x="12663" y="210772"/>
                  </a:cubicBezTo>
                  <a:lnTo>
                    <a:pt x="674" y="223211"/>
                  </a:lnTo>
                  <a:cubicBezTo>
                    <a:pt x="225" y="223659"/>
                    <a:pt x="0" y="224198"/>
                    <a:pt x="0" y="224827"/>
                  </a:cubicBezTo>
                  <a:cubicBezTo>
                    <a:pt x="0" y="225590"/>
                    <a:pt x="449" y="226443"/>
                    <a:pt x="1392" y="227386"/>
                  </a:cubicBezTo>
                  <a:cubicBezTo>
                    <a:pt x="4311" y="230305"/>
                    <a:pt x="8038" y="232954"/>
                    <a:pt x="12573" y="235334"/>
                  </a:cubicBezTo>
                  <a:cubicBezTo>
                    <a:pt x="17108" y="237714"/>
                    <a:pt x="22227" y="239735"/>
                    <a:pt x="27974" y="241306"/>
                  </a:cubicBezTo>
                  <a:cubicBezTo>
                    <a:pt x="33722" y="242923"/>
                    <a:pt x="40008" y="244180"/>
                    <a:pt x="46744" y="245123"/>
                  </a:cubicBezTo>
                  <a:cubicBezTo>
                    <a:pt x="53524" y="246066"/>
                    <a:pt x="60574" y="246515"/>
                    <a:pt x="67938" y="246515"/>
                  </a:cubicBezTo>
                  <a:lnTo>
                    <a:pt x="116522" y="246515"/>
                  </a:lnTo>
                  <a:cubicBezTo>
                    <a:pt x="117285" y="246515"/>
                    <a:pt x="117824" y="246201"/>
                    <a:pt x="118139" y="245572"/>
                  </a:cubicBezTo>
                  <a:cubicBezTo>
                    <a:pt x="118318" y="245303"/>
                    <a:pt x="118363" y="244898"/>
                    <a:pt x="118363" y="244405"/>
                  </a:cubicBezTo>
                  <a:lnTo>
                    <a:pt x="118363" y="217463"/>
                  </a:lnTo>
                  <a:cubicBezTo>
                    <a:pt x="118363" y="209650"/>
                    <a:pt x="117465" y="203139"/>
                    <a:pt x="115624" y="197975"/>
                  </a:cubicBezTo>
                  <a:cubicBezTo>
                    <a:pt x="113783" y="192811"/>
                    <a:pt x="111179" y="188636"/>
                    <a:pt x="107811" y="185447"/>
                  </a:cubicBezTo>
                  <a:cubicBezTo>
                    <a:pt x="104443" y="182214"/>
                    <a:pt x="100357" y="179790"/>
                    <a:pt x="95508" y="178083"/>
                  </a:cubicBezTo>
                  <a:cubicBezTo>
                    <a:pt x="90658" y="176422"/>
                    <a:pt x="85270" y="175075"/>
                    <a:pt x="79253" y="174177"/>
                  </a:cubicBezTo>
                  <a:cubicBezTo>
                    <a:pt x="66815" y="172336"/>
                    <a:pt x="56981" y="170674"/>
                    <a:pt x="49752" y="169103"/>
                  </a:cubicBezTo>
                  <a:cubicBezTo>
                    <a:pt x="42523" y="167576"/>
                    <a:pt x="38930" y="165376"/>
                    <a:pt x="38930" y="162412"/>
                  </a:cubicBezTo>
                  <a:cubicBezTo>
                    <a:pt x="38930" y="158281"/>
                    <a:pt x="44768" y="156216"/>
                    <a:pt x="56443" y="156216"/>
                  </a:cubicBezTo>
                  <a:cubicBezTo>
                    <a:pt x="63313" y="156216"/>
                    <a:pt x="69509" y="156934"/>
                    <a:pt x="74942" y="158371"/>
                  </a:cubicBezTo>
                  <a:moveTo>
                    <a:pt x="388362" y="129005"/>
                  </a:moveTo>
                  <a:cubicBezTo>
                    <a:pt x="386521" y="129005"/>
                    <a:pt x="385578" y="130083"/>
                    <a:pt x="385578" y="132238"/>
                  </a:cubicBezTo>
                  <a:lnTo>
                    <a:pt x="385578" y="179924"/>
                  </a:lnTo>
                  <a:cubicBezTo>
                    <a:pt x="385578" y="189129"/>
                    <a:pt x="387509" y="197885"/>
                    <a:pt x="391325" y="206148"/>
                  </a:cubicBezTo>
                  <a:cubicBezTo>
                    <a:pt x="395142" y="214454"/>
                    <a:pt x="400261" y="221774"/>
                    <a:pt x="406637" y="228150"/>
                  </a:cubicBezTo>
                  <a:cubicBezTo>
                    <a:pt x="413013" y="234526"/>
                    <a:pt x="420333" y="239555"/>
                    <a:pt x="428640" y="243237"/>
                  </a:cubicBezTo>
                  <a:cubicBezTo>
                    <a:pt x="436902" y="246919"/>
                    <a:pt x="445523" y="248760"/>
                    <a:pt x="454414" y="248760"/>
                  </a:cubicBezTo>
                  <a:cubicBezTo>
                    <a:pt x="462092" y="248760"/>
                    <a:pt x="469007" y="247548"/>
                    <a:pt x="475248" y="245078"/>
                  </a:cubicBezTo>
                  <a:cubicBezTo>
                    <a:pt x="481445" y="242608"/>
                    <a:pt x="486788" y="239196"/>
                    <a:pt x="491234" y="234706"/>
                  </a:cubicBezTo>
                  <a:cubicBezTo>
                    <a:pt x="495679" y="230260"/>
                    <a:pt x="499136" y="224917"/>
                    <a:pt x="501606" y="218720"/>
                  </a:cubicBezTo>
                  <a:cubicBezTo>
                    <a:pt x="504076" y="212524"/>
                    <a:pt x="505288" y="205564"/>
                    <a:pt x="505288" y="197885"/>
                  </a:cubicBezTo>
                  <a:cubicBezTo>
                    <a:pt x="505288" y="188680"/>
                    <a:pt x="503357" y="179924"/>
                    <a:pt x="499496" y="171617"/>
                  </a:cubicBezTo>
                  <a:cubicBezTo>
                    <a:pt x="495679" y="163355"/>
                    <a:pt x="490560" y="155991"/>
                    <a:pt x="484184" y="149615"/>
                  </a:cubicBezTo>
                  <a:cubicBezTo>
                    <a:pt x="477808" y="143239"/>
                    <a:pt x="470489" y="138210"/>
                    <a:pt x="462182" y="134528"/>
                  </a:cubicBezTo>
                  <a:cubicBezTo>
                    <a:pt x="453875" y="130846"/>
                    <a:pt x="445298" y="129005"/>
                    <a:pt x="436408" y="129005"/>
                  </a:cubicBezTo>
                  <a:lnTo>
                    <a:pt x="388362" y="129005"/>
                  </a:lnTo>
                  <a:close/>
                  <a:moveTo>
                    <a:pt x="423116" y="164972"/>
                  </a:moveTo>
                  <a:cubicBezTo>
                    <a:pt x="426619" y="161290"/>
                    <a:pt x="431199" y="159449"/>
                    <a:pt x="436722" y="159449"/>
                  </a:cubicBezTo>
                  <a:cubicBezTo>
                    <a:pt x="440988" y="159449"/>
                    <a:pt x="445298" y="160616"/>
                    <a:pt x="449609" y="163041"/>
                  </a:cubicBezTo>
                  <a:cubicBezTo>
                    <a:pt x="453920" y="165421"/>
                    <a:pt x="457781" y="168474"/>
                    <a:pt x="461239" y="172246"/>
                  </a:cubicBezTo>
                  <a:cubicBezTo>
                    <a:pt x="464696" y="176018"/>
                    <a:pt x="467525" y="180194"/>
                    <a:pt x="469725" y="184774"/>
                  </a:cubicBezTo>
                  <a:cubicBezTo>
                    <a:pt x="471970" y="189354"/>
                    <a:pt x="473093" y="193979"/>
                    <a:pt x="473093" y="198604"/>
                  </a:cubicBezTo>
                  <a:cubicBezTo>
                    <a:pt x="473093" y="204441"/>
                    <a:pt x="471342" y="209201"/>
                    <a:pt x="467884" y="212883"/>
                  </a:cubicBezTo>
                  <a:cubicBezTo>
                    <a:pt x="464427" y="216565"/>
                    <a:pt x="459892" y="218406"/>
                    <a:pt x="454189" y="218406"/>
                  </a:cubicBezTo>
                  <a:cubicBezTo>
                    <a:pt x="449878" y="218406"/>
                    <a:pt x="445568" y="217194"/>
                    <a:pt x="441302" y="214814"/>
                  </a:cubicBezTo>
                  <a:cubicBezTo>
                    <a:pt x="436991" y="212434"/>
                    <a:pt x="433130" y="209381"/>
                    <a:pt x="429672" y="205609"/>
                  </a:cubicBezTo>
                  <a:cubicBezTo>
                    <a:pt x="426215" y="201837"/>
                    <a:pt x="423386" y="197661"/>
                    <a:pt x="421186" y="193036"/>
                  </a:cubicBezTo>
                  <a:cubicBezTo>
                    <a:pt x="418941" y="188456"/>
                    <a:pt x="417818" y="183831"/>
                    <a:pt x="417818" y="179206"/>
                  </a:cubicBezTo>
                  <a:cubicBezTo>
                    <a:pt x="417818" y="173414"/>
                    <a:pt x="419569" y="168654"/>
                    <a:pt x="423116" y="164972"/>
                  </a:cubicBezTo>
                  <a:moveTo>
                    <a:pt x="546868" y="134348"/>
                  </a:moveTo>
                  <a:cubicBezTo>
                    <a:pt x="543635" y="130846"/>
                    <a:pt x="539414" y="129050"/>
                    <a:pt x="534205" y="129050"/>
                  </a:cubicBezTo>
                  <a:lnTo>
                    <a:pt x="519702" y="129050"/>
                  </a:lnTo>
                  <a:cubicBezTo>
                    <a:pt x="517861" y="129050"/>
                    <a:pt x="516963" y="130128"/>
                    <a:pt x="516963" y="132283"/>
                  </a:cubicBezTo>
                  <a:lnTo>
                    <a:pt x="516963" y="228284"/>
                  </a:lnTo>
                  <a:cubicBezTo>
                    <a:pt x="516963" y="233987"/>
                    <a:pt x="518579" y="238432"/>
                    <a:pt x="521767" y="241620"/>
                  </a:cubicBezTo>
                  <a:cubicBezTo>
                    <a:pt x="525000" y="244853"/>
                    <a:pt x="529446" y="246470"/>
                    <a:pt x="535148" y="246470"/>
                  </a:cubicBezTo>
                  <a:lnTo>
                    <a:pt x="546419" y="246470"/>
                  </a:lnTo>
                  <a:cubicBezTo>
                    <a:pt x="548260" y="246470"/>
                    <a:pt x="549158" y="245392"/>
                    <a:pt x="549158" y="243237"/>
                  </a:cubicBezTo>
                  <a:lnTo>
                    <a:pt x="549158" y="180823"/>
                  </a:lnTo>
                  <a:lnTo>
                    <a:pt x="605331" y="241172"/>
                  </a:lnTo>
                  <a:cubicBezTo>
                    <a:pt x="608564" y="244674"/>
                    <a:pt x="612785" y="246470"/>
                    <a:pt x="617993" y="246470"/>
                  </a:cubicBezTo>
                  <a:lnTo>
                    <a:pt x="631599" y="246470"/>
                  </a:lnTo>
                  <a:cubicBezTo>
                    <a:pt x="633440" y="246470"/>
                    <a:pt x="634383" y="245392"/>
                    <a:pt x="634383" y="243237"/>
                  </a:cubicBezTo>
                  <a:lnTo>
                    <a:pt x="634383" y="147235"/>
                  </a:lnTo>
                  <a:cubicBezTo>
                    <a:pt x="634383" y="141578"/>
                    <a:pt x="632766" y="137087"/>
                    <a:pt x="629533" y="133854"/>
                  </a:cubicBezTo>
                  <a:cubicBezTo>
                    <a:pt x="626300" y="130621"/>
                    <a:pt x="621855" y="129005"/>
                    <a:pt x="616152" y="129005"/>
                  </a:cubicBezTo>
                  <a:lnTo>
                    <a:pt x="604837" y="129005"/>
                  </a:lnTo>
                  <a:cubicBezTo>
                    <a:pt x="602996" y="129005"/>
                    <a:pt x="602098" y="130083"/>
                    <a:pt x="602098" y="132238"/>
                  </a:cubicBezTo>
                  <a:lnTo>
                    <a:pt x="602098" y="168384"/>
                  </a:lnTo>
                  <a:cubicBezTo>
                    <a:pt x="602098" y="171483"/>
                    <a:pt x="601380" y="173952"/>
                    <a:pt x="599898" y="175883"/>
                  </a:cubicBezTo>
                  <a:cubicBezTo>
                    <a:pt x="598461" y="177814"/>
                    <a:pt x="596261" y="178757"/>
                    <a:pt x="593342" y="178757"/>
                  </a:cubicBezTo>
                  <a:cubicBezTo>
                    <a:pt x="589840" y="178757"/>
                    <a:pt x="586562" y="177140"/>
                    <a:pt x="583643" y="173907"/>
                  </a:cubicBezTo>
                  <a:lnTo>
                    <a:pt x="546868" y="134348"/>
                  </a:lnTo>
                  <a:close/>
                  <a:moveTo>
                    <a:pt x="652074" y="129005"/>
                  </a:moveTo>
                  <a:cubicBezTo>
                    <a:pt x="650233" y="129005"/>
                    <a:pt x="649291" y="130083"/>
                    <a:pt x="649291" y="132238"/>
                  </a:cubicBezTo>
                  <a:lnTo>
                    <a:pt x="649291" y="179924"/>
                  </a:lnTo>
                  <a:cubicBezTo>
                    <a:pt x="649291" y="189129"/>
                    <a:pt x="651221" y="197885"/>
                    <a:pt x="655038" y="206148"/>
                  </a:cubicBezTo>
                  <a:cubicBezTo>
                    <a:pt x="658855" y="214454"/>
                    <a:pt x="663974" y="221774"/>
                    <a:pt x="670350" y="228150"/>
                  </a:cubicBezTo>
                  <a:cubicBezTo>
                    <a:pt x="676726" y="234526"/>
                    <a:pt x="684045" y="239555"/>
                    <a:pt x="692352" y="243237"/>
                  </a:cubicBezTo>
                  <a:cubicBezTo>
                    <a:pt x="700614" y="246919"/>
                    <a:pt x="709235" y="248760"/>
                    <a:pt x="718126" y="248760"/>
                  </a:cubicBezTo>
                  <a:cubicBezTo>
                    <a:pt x="725804" y="248760"/>
                    <a:pt x="732764" y="247548"/>
                    <a:pt x="738961" y="245078"/>
                  </a:cubicBezTo>
                  <a:cubicBezTo>
                    <a:pt x="745157" y="242608"/>
                    <a:pt x="750501" y="239196"/>
                    <a:pt x="754946" y="234706"/>
                  </a:cubicBezTo>
                  <a:cubicBezTo>
                    <a:pt x="759391" y="230260"/>
                    <a:pt x="762849" y="224917"/>
                    <a:pt x="765319" y="218720"/>
                  </a:cubicBezTo>
                  <a:cubicBezTo>
                    <a:pt x="767743" y="212524"/>
                    <a:pt x="769001" y="205564"/>
                    <a:pt x="769001" y="197885"/>
                  </a:cubicBezTo>
                  <a:cubicBezTo>
                    <a:pt x="769001" y="188680"/>
                    <a:pt x="767070" y="179924"/>
                    <a:pt x="763253" y="171617"/>
                  </a:cubicBezTo>
                  <a:cubicBezTo>
                    <a:pt x="759391" y="163355"/>
                    <a:pt x="754317" y="155991"/>
                    <a:pt x="747941" y="149615"/>
                  </a:cubicBezTo>
                  <a:cubicBezTo>
                    <a:pt x="741565" y="143239"/>
                    <a:pt x="734246" y="138210"/>
                    <a:pt x="725939" y="134528"/>
                  </a:cubicBezTo>
                  <a:cubicBezTo>
                    <a:pt x="717632" y="130846"/>
                    <a:pt x="709056" y="129005"/>
                    <a:pt x="700165" y="129005"/>
                  </a:cubicBezTo>
                  <a:lnTo>
                    <a:pt x="652074" y="129005"/>
                  </a:lnTo>
                  <a:close/>
                  <a:moveTo>
                    <a:pt x="686829" y="164972"/>
                  </a:moveTo>
                  <a:cubicBezTo>
                    <a:pt x="690376" y="161290"/>
                    <a:pt x="694867" y="159449"/>
                    <a:pt x="700434" y="159449"/>
                  </a:cubicBezTo>
                  <a:cubicBezTo>
                    <a:pt x="704700" y="159449"/>
                    <a:pt x="709011" y="160616"/>
                    <a:pt x="713321" y="163041"/>
                  </a:cubicBezTo>
                  <a:cubicBezTo>
                    <a:pt x="717632" y="165421"/>
                    <a:pt x="721494" y="168474"/>
                    <a:pt x="724951" y="172246"/>
                  </a:cubicBezTo>
                  <a:cubicBezTo>
                    <a:pt x="728409" y="176018"/>
                    <a:pt x="731238" y="180194"/>
                    <a:pt x="733483" y="184774"/>
                  </a:cubicBezTo>
                  <a:cubicBezTo>
                    <a:pt x="735683" y="189354"/>
                    <a:pt x="736806" y="193979"/>
                    <a:pt x="736806" y="198604"/>
                  </a:cubicBezTo>
                  <a:cubicBezTo>
                    <a:pt x="736806" y="204441"/>
                    <a:pt x="735054" y="209201"/>
                    <a:pt x="731597" y="212883"/>
                  </a:cubicBezTo>
                  <a:cubicBezTo>
                    <a:pt x="728139" y="216565"/>
                    <a:pt x="723604" y="218406"/>
                    <a:pt x="717902" y="218406"/>
                  </a:cubicBezTo>
                  <a:cubicBezTo>
                    <a:pt x="713591" y="218406"/>
                    <a:pt x="709280" y="217194"/>
                    <a:pt x="705015" y="214814"/>
                  </a:cubicBezTo>
                  <a:cubicBezTo>
                    <a:pt x="700704" y="212434"/>
                    <a:pt x="696842" y="209381"/>
                    <a:pt x="693385" y="205609"/>
                  </a:cubicBezTo>
                  <a:cubicBezTo>
                    <a:pt x="689927" y="201837"/>
                    <a:pt x="687098" y="197661"/>
                    <a:pt x="684898" y="193036"/>
                  </a:cubicBezTo>
                  <a:cubicBezTo>
                    <a:pt x="682653" y="188456"/>
                    <a:pt x="681531" y="183831"/>
                    <a:pt x="681531" y="179206"/>
                  </a:cubicBezTo>
                  <a:cubicBezTo>
                    <a:pt x="681531" y="173414"/>
                    <a:pt x="683282" y="168654"/>
                    <a:pt x="686829" y="164972"/>
                  </a:cubicBezTo>
                  <a:moveTo>
                    <a:pt x="378304" y="17332"/>
                  </a:moveTo>
                  <a:cubicBezTo>
                    <a:pt x="378304" y="7768"/>
                    <a:pt x="370581" y="45"/>
                    <a:pt x="361016" y="45"/>
                  </a:cubicBezTo>
                  <a:lnTo>
                    <a:pt x="342741" y="45"/>
                  </a:lnTo>
                  <a:cubicBezTo>
                    <a:pt x="341843" y="45"/>
                    <a:pt x="340990" y="404"/>
                    <a:pt x="340406" y="988"/>
                  </a:cubicBezTo>
                  <a:lnTo>
                    <a:pt x="303721" y="35383"/>
                  </a:lnTo>
                  <a:cubicBezTo>
                    <a:pt x="291193" y="47193"/>
                    <a:pt x="274265" y="53793"/>
                    <a:pt x="255675" y="53793"/>
                  </a:cubicBezTo>
                  <a:cubicBezTo>
                    <a:pt x="236322" y="53793"/>
                    <a:pt x="218810" y="46564"/>
                    <a:pt x="206103" y="33901"/>
                  </a:cubicBezTo>
                  <a:cubicBezTo>
                    <a:pt x="206103" y="33901"/>
                    <a:pt x="179161" y="8576"/>
                    <a:pt x="178892" y="8352"/>
                  </a:cubicBezTo>
                  <a:cubicBezTo>
                    <a:pt x="173728" y="3547"/>
                    <a:pt x="166588" y="180"/>
                    <a:pt x="158416" y="0"/>
                  </a:cubicBezTo>
                  <a:lnTo>
                    <a:pt x="136549" y="0"/>
                  </a:lnTo>
                  <a:cubicBezTo>
                    <a:pt x="134663" y="0"/>
                    <a:pt x="133091" y="1572"/>
                    <a:pt x="133091" y="3458"/>
                  </a:cubicBezTo>
                  <a:lnTo>
                    <a:pt x="133091" y="100178"/>
                  </a:lnTo>
                  <a:cubicBezTo>
                    <a:pt x="133091" y="109697"/>
                    <a:pt x="140814" y="117465"/>
                    <a:pt x="150379" y="117465"/>
                  </a:cubicBezTo>
                  <a:lnTo>
                    <a:pt x="157069" y="117465"/>
                  </a:lnTo>
                  <a:lnTo>
                    <a:pt x="161604" y="117465"/>
                  </a:lnTo>
                  <a:cubicBezTo>
                    <a:pt x="163535" y="117465"/>
                    <a:pt x="165062" y="115893"/>
                    <a:pt x="165062" y="114008"/>
                  </a:cubicBezTo>
                  <a:lnTo>
                    <a:pt x="165062" y="79612"/>
                  </a:lnTo>
                  <a:cubicBezTo>
                    <a:pt x="165062" y="70632"/>
                    <a:pt x="172381" y="63223"/>
                    <a:pt x="181271" y="63223"/>
                  </a:cubicBezTo>
                  <a:cubicBezTo>
                    <a:pt x="197751" y="63223"/>
                    <a:pt x="209560" y="77322"/>
                    <a:pt x="220202" y="86752"/>
                  </a:cubicBezTo>
                  <a:cubicBezTo>
                    <a:pt x="233269" y="98292"/>
                    <a:pt x="243327" y="109427"/>
                    <a:pt x="255720" y="109427"/>
                  </a:cubicBezTo>
                  <a:cubicBezTo>
                    <a:pt x="268113" y="109427"/>
                    <a:pt x="278171" y="98292"/>
                    <a:pt x="291238" y="86752"/>
                  </a:cubicBezTo>
                  <a:cubicBezTo>
                    <a:pt x="301925" y="77322"/>
                    <a:pt x="313734" y="63223"/>
                    <a:pt x="330168" y="63223"/>
                  </a:cubicBezTo>
                  <a:cubicBezTo>
                    <a:pt x="338969" y="63223"/>
                    <a:pt x="346288" y="70542"/>
                    <a:pt x="346378" y="79477"/>
                  </a:cubicBezTo>
                  <a:lnTo>
                    <a:pt x="346378" y="100222"/>
                  </a:lnTo>
                  <a:cubicBezTo>
                    <a:pt x="346378" y="109742"/>
                    <a:pt x="354101" y="117465"/>
                    <a:pt x="363666" y="117465"/>
                  </a:cubicBezTo>
                  <a:lnTo>
                    <a:pt x="371119" y="117465"/>
                  </a:lnTo>
                  <a:cubicBezTo>
                    <a:pt x="373095" y="117465"/>
                    <a:pt x="374846" y="117510"/>
                    <a:pt x="374846" y="117510"/>
                  </a:cubicBezTo>
                  <a:lnTo>
                    <a:pt x="374846" y="117510"/>
                  </a:lnTo>
                  <a:cubicBezTo>
                    <a:pt x="376732" y="117510"/>
                    <a:pt x="378304" y="115938"/>
                    <a:pt x="378304" y="114052"/>
                  </a:cubicBezTo>
                  <a:lnTo>
                    <a:pt x="378304" y="17332"/>
                  </a:lnTo>
                </a:path>
              </a:pathLst>
            </a:custGeom>
            <a:solidFill>
              <a:srgbClr val="2DBECD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8" name="Freihandform: Form 87">
              <a:extLst>
                <a:ext uri="{FF2B5EF4-FFF2-40B4-BE49-F238E27FC236}">
                  <a16:creationId xmlns:a16="http://schemas.microsoft.com/office/drawing/2014/main" id="{C7D47AF4-9E28-4AF4-9713-2096AE9E599C}"/>
                </a:ext>
              </a:extLst>
            </p:cNvPr>
            <p:cNvSpPr/>
            <p:nvPr/>
          </p:nvSpPr>
          <p:spPr>
            <a:xfrm>
              <a:off x="8984461" y="6166994"/>
              <a:ext cx="971825" cy="247682"/>
            </a:xfrm>
            <a:custGeom>
              <a:avLst/>
              <a:gdLst>
                <a:gd name="connsiteX0" fmla="*/ 162188 w 971825"/>
                <a:gd name="connsiteY0" fmla="*/ 244853 h 247682"/>
                <a:gd name="connsiteX1" fmla="*/ 162188 w 971825"/>
                <a:gd name="connsiteY1" fmla="*/ 189489 h 247682"/>
                <a:gd name="connsiteX2" fmla="*/ 162188 w 971825"/>
                <a:gd name="connsiteY2" fmla="*/ 189489 h 247682"/>
                <a:gd name="connsiteX3" fmla="*/ 157338 w 971825"/>
                <a:gd name="connsiteY3" fmla="*/ 176287 h 247682"/>
                <a:gd name="connsiteX4" fmla="*/ 143913 w 971825"/>
                <a:gd name="connsiteY4" fmla="*/ 171438 h 247682"/>
                <a:gd name="connsiteX5" fmla="*/ 133046 w 971825"/>
                <a:gd name="connsiteY5" fmla="*/ 171438 h 247682"/>
                <a:gd name="connsiteX6" fmla="*/ 129813 w 971825"/>
                <a:gd name="connsiteY6" fmla="*/ 174222 h 247682"/>
                <a:gd name="connsiteX7" fmla="*/ 129813 w 971825"/>
                <a:gd name="connsiteY7" fmla="*/ 189489 h 247682"/>
                <a:gd name="connsiteX8" fmla="*/ 129813 w 971825"/>
                <a:gd name="connsiteY8" fmla="*/ 229362 h 247682"/>
                <a:gd name="connsiteX9" fmla="*/ 134663 w 971825"/>
                <a:gd name="connsiteY9" fmla="*/ 242788 h 247682"/>
                <a:gd name="connsiteX10" fmla="*/ 148088 w 971825"/>
                <a:gd name="connsiteY10" fmla="*/ 247637 h 247682"/>
                <a:gd name="connsiteX11" fmla="*/ 158955 w 971825"/>
                <a:gd name="connsiteY11" fmla="*/ 247637 h 247682"/>
                <a:gd name="connsiteX12" fmla="*/ 162188 w 971825"/>
                <a:gd name="connsiteY12" fmla="*/ 244853 h 247682"/>
                <a:gd name="connsiteX13" fmla="*/ 162188 w 971825"/>
                <a:gd name="connsiteY13" fmla="*/ 156934 h 247682"/>
                <a:gd name="connsiteX14" fmla="*/ 162188 w 971825"/>
                <a:gd name="connsiteY14" fmla="*/ 147909 h 247682"/>
                <a:gd name="connsiteX15" fmla="*/ 157338 w 971825"/>
                <a:gd name="connsiteY15" fmla="*/ 134483 h 247682"/>
                <a:gd name="connsiteX16" fmla="*/ 143913 w 971825"/>
                <a:gd name="connsiteY16" fmla="*/ 129634 h 247682"/>
                <a:gd name="connsiteX17" fmla="*/ 132552 w 971825"/>
                <a:gd name="connsiteY17" fmla="*/ 129634 h 247682"/>
                <a:gd name="connsiteX18" fmla="*/ 129768 w 971825"/>
                <a:gd name="connsiteY18" fmla="*/ 132867 h 247682"/>
                <a:gd name="connsiteX19" fmla="*/ 129768 w 971825"/>
                <a:gd name="connsiteY19" fmla="*/ 156934 h 247682"/>
                <a:gd name="connsiteX20" fmla="*/ 132552 w 971825"/>
                <a:gd name="connsiteY20" fmla="*/ 160167 h 247682"/>
                <a:gd name="connsiteX21" fmla="*/ 159404 w 971825"/>
                <a:gd name="connsiteY21" fmla="*/ 160167 h 247682"/>
                <a:gd name="connsiteX22" fmla="*/ 162188 w 971825"/>
                <a:gd name="connsiteY22" fmla="*/ 156934 h 247682"/>
                <a:gd name="connsiteX23" fmla="*/ 455671 w 971825"/>
                <a:gd name="connsiteY23" fmla="*/ 115310 h 247682"/>
                <a:gd name="connsiteX24" fmla="*/ 455671 w 971825"/>
                <a:gd name="connsiteY24" fmla="*/ 59900 h 247682"/>
                <a:gd name="connsiteX25" fmla="*/ 455671 w 971825"/>
                <a:gd name="connsiteY25" fmla="*/ 59900 h 247682"/>
                <a:gd name="connsiteX26" fmla="*/ 450821 w 971825"/>
                <a:gd name="connsiteY26" fmla="*/ 46744 h 247682"/>
                <a:gd name="connsiteX27" fmla="*/ 437396 w 971825"/>
                <a:gd name="connsiteY27" fmla="*/ 41894 h 247682"/>
                <a:gd name="connsiteX28" fmla="*/ 426529 w 971825"/>
                <a:gd name="connsiteY28" fmla="*/ 41894 h 247682"/>
                <a:gd name="connsiteX29" fmla="*/ 423296 w 971825"/>
                <a:gd name="connsiteY29" fmla="*/ 44678 h 247682"/>
                <a:gd name="connsiteX30" fmla="*/ 423296 w 971825"/>
                <a:gd name="connsiteY30" fmla="*/ 59945 h 247682"/>
                <a:gd name="connsiteX31" fmla="*/ 423296 w 971825"/>
                <a:gd name="connsiteY31" fmla="*/ 99818 h 247682"/>
                <a:gd name="connsiteX32" fmla="*/ 428146 w 971825"/>
                <a:gd name="connsiteY32" fmla="*/ 113244 h 247682"/>
                <a:gd name="connsiteX33" fmla="*/ 441571 w 971825"/>
                <a:gd name="connsiteY33" fmla="*/ 118094 h 247682"/>
                <a:gd name="connsiteX34" fmla="*/ 452438 w 971825"/>
                <a:gd name="connsiteY34" fmla="*/ 118094 h 247682"/>
                <a:gd name="connsiteX35" fmla="*/ 455671 w 971825"/>
                <a:gd name="connsiteY35" fmla="*/ 115310 h 247682"/>
                <a:gd name="connsiteX36" fmla="*/ 455671 w 971825"/>
                <a:gd name="connsiteY36" fmla="*/ 27346 h 247682"/>
                <a:gd name="connsiteX37" fmla="*/ 455671 w 971825"/>
                <a:gd name="connsiteY37" fmla="*/ 18320 h 247682"/>
                <a:gd name="connsiteX38" fmla="*/ 450821 w 971825"/>
                <a:gd name="connsiteY38" fmla="*/ 4894 h 247682"/>
                <a:gd name="connsiteX39" fmla="*/ 437396 w 971825"/>
                <a:gd name="connsiteY39" fmla="*/ 45 h 247682"/>
                <a:gd name="connsiteX40" fmla="*/ 426035 w 971825"/>
                <a:gd name="connsiteY40" fmla="*/ 45 h 247682"/>
                <a:gd name="connsiteX41" fmla="*/ 423251 w 971825"/>
                <a:gd name="connsiteY41" fmla="*/ 3278 h 247682"/>
                <a:gd name="connsiteX42" fmla="*/ 423251 w 971825"/>
                <a:gd name="connsiteY42" fmla="*/ 27346 h 247682"/>
                <a:gd name="connsiteX43" fmla="*/ 426035 w 971825"/>
                <a:gd name="connsiteY43" fmla="*/ 30579 h 247682"/>
                <a:gd name="connsiteX44" fmla="*/ 452887 w 971825"/>
                <a:gd name="connsiteY44" fmla="*/ 30579 h 247682"/>
                <a:gd name="connsiteX45" fmla="*/ 455671 w 971825"/>
                <a:gd name="connsiteY45" fmla="*/ 27346 h 247682"/>
                <a:gd name="connsiteX46" fmla="*/ 413418 w 971825"/>
                <a:gd name="connsiteY46" fmla="*/ 116208 h 247682"/>
                <a:gd name="connsiteX47" fmla="*/ 413418 w 971825"/>
                <a:gd name="connsiteY47" fmla="*/ 91242 h 247682"/>
                <a:gd name="connsiteX48" fmla="*/ 412699 w 971825"/>
                <a:gd name="connsiteY48" fmla="*/ 89176 h 247682"/>
                <a:gd name="connsiteX49" fmla="*/ 410140 w 971825"/>
                <a:gd name="connsiteY49" fmla="*/ 88233 h 247682"/>
                <a:gd name="connsiteX50" fmla="*/ 403539 w 971825"/>
                <a:gd name="connsiteY50" fmla="*/ 85450 h 247682"/>
                <a:gd name="connsiteX51" fmla="*/ 397971 w 971825"/>
                <a:gd name="connsiteY51" fmla="*/ 80600 h 247682"/>
                <a:gd name="connsiteX52" fmla="*/ 394064 w 971825"/>
                <a:gd name="connsiteY52" fmla="*/ 74448 h 247682"/>
                <a:gd name="connsiteX53" fmla="*/ 392538 w 971825"/>
                <a:gd name="connsiteY53" fmla="*/ 67623 h 247682"/>
                <a:gd name="connsiteX54" fmla="*/ 392538 w 971825"/>
                <a:gd name="connsiteY54" fmla="*/ 18365 h 247682"/>
                <a:gd name="connsiteX55" fmla="*/ 387688 w 971825"/>
                <a:gd name="connsiteY55" fmla="*/ 4939 h 247682"/>
                <a:gd name="connsiteX56" fmla="*/ 374263 w 971825"/>
                <a:gd name="connsiteY56" fmla="*/ 90 h 247682"/>
                <a:gd name="connsiteX57" fmla="*/ 363396 w 971825"/>
                <a:gd name="connsiteY57" fmla="*/ 90 h 247682"/>
                <a:gd name="connsiteX58" fmla="*/ 360163 w 971825"/>
                <a:gd name="connsiteY58" fmla="*/ 2874 h 247682"/>
                <a:gd name="connsiteX59" fmla="*/ 360163 w 971825"/>
                <a:gd name="connsiteY59" fmla="*/ 68566 h 247682"/>
                <a:gd name="connsiteX60" fmla="*/ 364204 w 971825"/>
                <a:gd name="connsiteY60" fmla="*/ 87515 h 247682"/>
                <a:gd name="connsiteX61" fmla="*/ 375116 w 971825"/>
                <a:gd name="connsiteY61" fmla="*/ 103141 h 247682"/>
                <a:gd name="connsiteX62" fmla="*/ 390966 w 971825"/>
                <a:gd name="connsiteY62" fmla="*/ 114097 h 247682"/>
                <a:gd name="connsiteX63" fmla="*/ 410185 w 971825"/>
                <a:gd name="connsiteY63" fmla="*/ 119171 h 247682"/>
                <a:gd name="connsiteX64" fmla="*/ 413418 w 971825"/>
                <a:gd name="connsiteY64" fmla="*/ 116208 h 247682"/>
                <a:gd name="connsiteX65" fmla="*/ 293348 w 971825"/>
                <a:gd name="connsiteY65" fmla="*/ 244853 h 247682"/>
                <a:gd name="connsiteX66" fmla="*/ 293348 w 971825"/>
                <a:gd name="connsiteY66" fmla="*/ 195326 h 247682"/>
                <a:gd name="connsiteX67" fmla="*/ 288499 w 971825"/>
                <a:gd name="connsiteY67" fmla="*/ 181900 h 247682"/>
                <a:gd name="connsiteX68" fmla="*/ 275073 w 971825"/>
                <a:gd name="connsiteY68" fmla="*/ 177051 h 247682"/>
                <a:gd name="connsiteX69" fmla="*/ 221639 w 971825"/>
                <a:gd name="connsiteY69" fmla="*/ 177051 h 247682"/>
                <a:gd name="connsiteX70" fmla="*/ 218406 w 971825"/>
                <a:gd name="connsiteY70" fmla="*/ 179835 h 247682"/>
                <a:gd name="connsiteX71" fmla="*/ 220606 w 971825"/>
                <a:gd name="connsiteY71" fmla="*/ 189893 h 247682"/>
                <a:gd name="connsiteX72" fmla="*/ 226398 w 971825"/>
                <a:gd name="connsiteY72" fmla="*/ 197661 h 247682"/>
                <a:gd name="connsiteX73" fmla="*/ 234526 w 971825"/>
                <a:gd name="connsiteY73" fmla="*/ 202645 h 247682"/>
                <a:gd name="connsiteX74" fmla="*/ 243641 w 971825"/>
                <a:gd name="connsiteY74" fmla="*/ 204396 h 247682"/>
                <a:gd name="connsiteX75" fmla="*/ 262141 w 971825"/>
                <a:gd name="connsiteY75" fmla="*/ 204396 h 247682"/>
                <a:gd name="connsiteX76" fmla="*/ 262141 w 971825"/>
                <a:gd name="connsiteY76" fmla="*/ 217104 h 247682"/>
                <a:gd name="connsiteX77" fmla="*/ 242698 w 971825"/>
                <a:gd name="connsiteY77" fmla="*/ 217104 h 247682"/>
                <a:gd name="connsiteX78" fmla="*/ 228599 w 971825"/>
                <a:gd name="connsiteY78" fmla="*/ 213736 h 247682"/>
                <a:gd name="connsiteX79" fmla="*/ 216699 w 971825"/>
                <a:gd name="connsiteY79" fmla="*/ 204845 h 247682"/>
                <a:gd name="connsiteX80" fmla="*/ 208482 w 971825"/>
                <a:gd name="connsiteY80" fmla="*/ 192362 h 247682"/>
                <a:gd name="connsiteX81" fmla="*/ 205474 w 971825"/>
                <a:gd name="connsiteY81" fmla="*/ 178263 h 247682"/>
                <a:gd name="connsiteX82" fmla="*/ 210997 w 971825"/>
                <a:gd name="connsiteY82" fmla="*/ 164837 h 247682"/>
                <a:gd name="connsiteX83" fmla="*/ 224872 w 971825"/>
                <a:gd name="connsiteY83" fmla="*/ 160212 h 247682"/>
                <a:gd name="connsiteX84" fmla="*/ 287825 w 971825"/>
                <a:gd name="connsiteY84" fmla="*/ 160212 h 247682"/>
                <a:gd name="connsiteX85" fmla="*/ 291058 w 971825"/>
                <a:gd name="connsiteY85" fmla="*/ 157428 h 247682"/>
                <a:gd name="connsiteX86" fmla="*/ 291058 w 971825"/>
                <a:gd name="connsiteY86" fmla="*/ 147954 h 247682"/>
                <a:gd name="connsiteX87" fmla="*/ 286209 w 971825"/>
                <a:gd name="connsiteY87" fmla="*/ 134528 h 247682"/>
                <a:gd name="connsiteX88" fmla="*/ 272783 w 971825"/>
                <a:gd name="connsiteY88" fmla="*/ 129679 h 247682"/>
                <a:gd name="connsiteX89" fmla="*/ 225096 w 971825"/>
                <a:gd name="connsiteY89" fmla="*/ 129679 h 247682"/>
                <a:gd name="connsiteX90" fmla="*/ 204262 w 971825"/>
                <a:gd name="connsiteY90" fmla="*/ 133271 h 247682"/>
                <a:gd name="connsiteX91" fmla="*/ 187827 w 971825"/>
                <a:gd name="connsiteY91" fmla="*/ 143329 h 247682"/>
                <a:gd name="connsiteX92" fmla="*/ 176961 w 971825"/>
                <a:gd name="connsiteY92" fmla="*/ 158955 h 247682"/>
                <a:gd name="connsiteX93" fmla="*/ 173009 w 971825"/>
                <a:gd name="connsiteY93" fmla="*/ 179431 h 247682"/>
                <a:gd name="connsiteX94" fmla="*/ 178577 w 971825"/>
                <a:gd name="connsiteY94" fmla="*/ 206013 h 247682"/>
                <a:gd name="connsiteX95" fmla="*/ 193754 w 971825"/>
                <a:gd name="connsiteY95" fmla="*/ 227746 h 247682"/>
                <a:gd name="connsiteX96" fmla="*/ 215981 w 971825"/>
                <a:gd name="connsiteY96" fmla="*/ 242339 h 247682"/>
                <a:gd name="connsiteX97" fmla="*/ 242474 w 971825"/>
                <a:gd name="connsiteY97" fmla="*/ 247682 h 247682"/>
                <a:gd name="connsiteX98" fmla="*/ 290115 w 971825"/>
                <a:gd name="connsiteY98" fmla="*/ 247682 h 247682"/>
                <a:gd name="connsiteX99" fmla="*/ 293348 w 971825"/>
                <a:gd name="connsiteY99" fmla="*/ 244853 h 247682"/>
                <a:gd name="connsiteX100" fmla="*/ 595497 w 971825"/>
                <a:gd name="connsiteY100" fmla="*/ 209605 h 247682"/>
                <a:gd name="connsiteX101" fmla="*/ 599179 w 971825"/>
                <a:gd name="connsiteY101" fmla="*/ 204756 h 247682"/>
                <a:gd name="connsiteX102" fmla="*/ 610764 w 971825"/>
                <a:gd name="connsiteY102" fmla="*/ 203364 h 247682"/>
                <a:gd name="connsiteX103" fmla="*/ 646641 w 971825"/>
                <a:gd name="connsiteY103" fmla="*/ 203364 h 247682"/>
                <a:gd name="connsiteX104" fmla="*/ 638873 w 971825"/>
                <a:gd name="connsiteY104" fmla="*/ 216430 h 247682"/>
                <a:gd name="connsiteX105" fmla="*/ 621855 w 971825"/>
                <a:gd name="connsiteY105" fmla="*/ 220516 h 247682"/>
                <a:gd name="connsiteX106" fmla="*/ 602771 w 971825"/>
                <a:gd name="connsiteY106" fmla="*/ 217373 h 247682"/>
                <a:gd name="connsiteX107" fmla="*/ 595497 w 971825"/>
                <a:gd name="connsiteY107" fmla="*/ 209605 h 247682"/>
                <a:gd name="connsiteX108" fmla="*/ 559890 w 971825"/>
                <a:gd name="connsiteY108" fmla="*/ 202510 h 247682"/>
                <a:gd name="connsiteX109" fmla="*/ 565996 w 971825"/>
                <a:gd name="connsiteY109" fmla="*/ 223300 h 247682"/>
                <a:gd name="connsiteX110" fmla="*/ 581847 w 971825"/>
                <a:gd name="connsiteY110" fmla="*/ 237310 h 247682"/>
                <a:gd name="connsiteX111" fmla="*/ 603265 w 971825"/>
                <a:gd name="connsiteY111" fmla="*/ 245168 h 247682"/>
                <a:gd name="connsiteX112" fmla="*/ 626031 w 971825"/>
                <a:gd name="connsiteY112" fmla="*/ 247593 h 247682"/>
                <a:gd name="connsiteX113" fmla="*/ 676232 w 971825"/>
                <a:gd name="connsiteY113" fmla="*/ 247593 h 247682"/>
                <a:gd name="connsiteX114" fmla="*/ 679016 w 971825"/>
                <a:gd name="connsiteY114" fmla="*/ 244360 h 247682"/>
                <a:gd name="connsiteX115" fmla="*/ 679016 w 971825"/>
                <a:gd name="connsiteY115" fmla="*/ 197885 h 247682"/>
                <a:gd name="connsiteX116" fmla="*/ 674391 w 971825"/>
                <a:gd name="connsiteY116" fmla="*/ 171258 h 247682"/>
                <a:gd name="connsiteX117" fmla="*/ 661055 w 971825"/>
                <a:gd name="connsiteY117" fmla="*/ 149525 h 247682"/>
                <a:gd name="connsiteX118" fmla="*/ 639996 w 971825"/>
                <a:gd name="connsiteY118" fmla="*/ 134932 h 247682"/>
                <a:gd name="connsiteX119" fmla="*/ 611887 w 971825"/>
                <a:gd name="connsiteY119" fmla="*/ 129634 h 247682"/>
                <a:gd name="connsiteX120" fmla="*/ 566535 w 971825"/>
                <a:gd name="connsiteY120" fmla="*/ 129634 h 247682"/>
                <a:gd name="connsiteX121" fmla="*/ 563302 w 971825"/>
                <a:gd name="connsiteY121" fmla="*/ 132418 h 247682"/>
                <a:gd name="connsiteX122" fmla="*/ 563302 w 971825"/>
                <a:gd name="connsiteY122" fmla="*/ 141937 h 247682"/>
                <a:gd name="connsiteX123" fmla="*/ 568152 w 971825"/>
                <a:gd name="connsiteY123" fmla="*/ 155363 h 247682"/>
                <a:gd name="connsiteX124" fmla="*/ 581533 w 971825"/>
                <a:gd name="connsiteY124" fmla="*/ 160212 h 247682"/>
                <a:gd name="connsiteX125" fmla="*/ 613009 w 971825"/>
                <a:gd name="connsiteY125" fmla="*/ 160212 h 247682"/>
                <a:gd name="connsiteX126" fmla="*/ 627692 w 971825"/>
                <a:gd name="connsiteY126" fmla="*/ 163670 h 247682"/>
                <a:gd name="connsiteX127" fmla="*/ 638244 w 971825"/>
                <a:gd name="connsiteY127" fmla="*/ 172695 h 247682"/>
                <a:gd name="connsiteX128" fmla="*/ 608160 w 971825"/>
                <a:gd name="connsiteY128" fmla="*/ 172695 h 247682"/>
                <a:gd name="connsiteX129" fmla="*/ 572283 w 971825"/>
                <a:gd name="connsiteY129" fmla="*/ 180329 h 247682"/>
                <a:gd name="connsiteX130" fmla="*/ 559890 w 971825"/>
                <a:gd name="connsiteY130" fmla="*/ 202510 h 247682"/>
                <a:gd name="connsiteX131" fmla="*/ 583284 w 971825"/>
                <a:gd name="connsiteY131" fmla="*/ 76334 h 247682"/>
                <a:gd name="connsiteX132" fmla="*/ 586876 w 971825"/>
                <a:gd name="connsiteY132" fmla="*/ 58643 h 247682"/>
                <a:gd name="connsiteX133" fmla="*/ 581218 w 971825"/>
                <a:gd name="connsiteY133" fmla="*/ 36326 h 247682"/>
                <a:gd name="connsiteX134" fmla="*/ 565951 w 971825"/>
                <a:gd name="connsiteY134" fmla="*/ 17692 h 247682"/>
                <a:gd name="connsiteX135" fmla="*/ 543994 w 971825"/>
                <a:gd name="connsiteY135" fmla="*/ 4849 h 247682"/>
                <a:gd name="connsiteX136" fmla="*/ 518445 w 971825"/>
                <a:gd name="connsiteY136" fmla="*/ 135 h 247682"/>
                <a:gd name="connsiteX137" fmla="*/ 470534 w 971825"/>
                <a:gd name="connsiteY137" fmla="*/ 135 h 247682"/>
                <a:gd name="connsiteX138" fmla="*/ 467750 w 971825"/>
                <a:gd name="connsiteY138" fmla="*/ 2919 h 247682"/>
                <a:gd name="connsiteX139" fmla="*/ 467750 w 971825"/>
                <a:gd name="connsiteY139" fmla="*/ 99863 h 247682"/>
                <a:gd name="connsiteX140" fmla="*/ 472599 w 971825"/>
                <a:gd name="connsiteY140" fmla="*/ 113289 h 247682"/>
                <a:gd name="connsiteX141" fmla="*/ 486025 w 971825"/>
                <a:gd name="connsiteY141" fmla="*/ 118139 h 247682"/>
                <a:gd name="connsiteX142" fmla="*/ 497340 w 971825"/>
                <a:gd name="connsiteY142" fmla="*/ 118139 h 247682"/>
                <a:gd name="connsiteX143" fmla="*/ 500124 w 971825"/>
                <a:gd name="connsiteY143" fmla="*/ 114906 h 247682"/>
                <a:gd name="connsiteX144" fmla="*/ 500124 w 971825"/>
                <a:gd name="connsiteY144" fmla="*/ 88548 h 247682"/>
                <a:gd name="connsiteX145" fmla="*/ 517591 w 971825"/>
                <a:gd name="connsiteY145" fmla="*/ 98516 h 247682"/>
                <a:gd name="connsiteX146" fmla="*/ 537348 w 971825"/>
                <a:gd name="connsiteY146" fmla="*/ 101974 h 247682"/>
                <a:gd name="connsiteX147" fmla="*/ 557600 w 971825"/>
                <a:gd name="connsiteY147" fmla="*/ 98830 h 247682"/>
                <a:gd name="connsiteX148" fmla="*/ 573226 w 971825"/>
                <a:gd name="connsiteY148" fmla="*/ 90030 h 247682"/>
                <a:gd name="connsiteX149" fmla="*/ 583284 w 971825"/>
                <a:gd name="connsiteY149" fmla="*/ 76334 h 247682"/>
                <a:gd name="connsiteX150" fmla="*/ 553558 w 971825"/>
                <a:gd name="connsiteY150" fmla="*/ 58418 h 247682"/>
                <a:gd name="connsiteX151" fmla="*/ 548799 w 971825"/>
                <a:gd name="connsiteY151" fmla="*/ 67982 h 247682"/>
                <a:gd name="connsiteX152" fmla="*/ 536181 w 971825"/>
                <a:gd name="connsiteY152" fmla="*/ 71575 h 247682"/>
                <a:gd name="connsiteX153" fmla="*/ 523114 w 971825"/>
                <a:gd name="connsiteY153" fmla="*/ 69015 h 247682"/>
                <a:gd name="connsiteX154" fmla="*/ 511529 w 971825"/>
                <a:gd name="connsiteY154" fmla="*/ 62504 h 247682"/>
                <a:gd name="connsiteX155" fmla="*/ 503178 w 971825"/>
                <a:gd name="connsiteY155" fmla="*/ 53479 h 247682"/>
                <a:gd name="connsiteX156" fmla="*/ 500079 w 971825"/>
                <a:gd name="connsiteY156" fmla="*/ 43511 h 247682"/>
                <a:gd name="connsiteX157" fmla="*/ 505378 w 971825"/>
                <a:gd name="connsiteY157" fmla="*/ 33542 h 247682"/>
                <a:gd name="connsiteX158" fmla="*/ 517412 w 971825"/>
                <a:gd name="connsiteY158" fmla="*/ 30309 h 247682"/>
                <a:gd name="connsiteX159" fmla="*/ 530613 w 971825"/>
                <a:gd name="connsiteY159" fmla="*/ 32869 h 247682"/>
                <a:gd name="connsiteX160" fmla="*/ 542198 w 971825"/>
                <a:gd name="connsiteY160" fmla="*/ 39469 h 247682"/>
                <a:gd name="connsiteX161" fmla="*/ 550415 w 971825"/>
                <a:gd name="connsiteY161" fmla="*/ 48495 h 247682"/>
                <a:gd name="connsiteX162" fmla="*/ 553558 w 971825"/>
                <a:gd name="connsiteY162" fmla="*/ 58418 h 247682"/>
                <a:gd name="connsiteX163" fmla="*/ 358098 w 971825"/>
                <a:gd name="connsiteY163" fmla="*/ 116208 h 247682"/>
                <a:gd name="connsiteX164" fmla="*/ 358098 w 971825"/>
                <a:gd name="connsiteY164" fmla="*/ 91242 h 247682"/>
                <a:gd name="connsiteX165" fmla="*/ 357424 w 971825"/>
                <a:gd name="connsiteY165" fmla="*/ 89176 h 247682"/>
                <a:gd name="connsiteX166" fmla="*/ 354865 w 971825"/>
                <a:gd name="connsiteY166" fmla="*/ 88233 h 247682"/>
                <a:gd name="connsiteX167" fmla="*/ 348264 w 971825"/>
                <a:gd name="connsiteY167" fmla="*/ 85450 h 247682"/>
                <a:gd name="connsiteX168" fmla="*/ 342741 w 971825"/>
                <a:gd name="connsiteY168" fmla="*/ 80600 h 247682"/>
                <a:gd name="connsiteX169" fmla="*/ 338789 w 971825"/>
                <a:gd name="connsiteY169" fmla="*/ 74448 h 247682"/>
                <a:gd name="connsiteX170" fmla="*/ 337263 w 971825"/>
                <a:gd name="connsiteY170" fmla="*/ 67623 h 247682"/>
                <a:gd name="connsiteX171" fmla="*/ 337263 w 971825"/>
                <a:gd name="connsiteY171" fmla="*/ 18365 h 247682"/>
                <a:gd name="connsiteX172" fmla="*/ 332413 w 971825"/>
                <a:gd name="connsiteY172" fmla="*/ 4939 h 247682"/>
                <a:gd name="connsiteX173" fmla="*/ 318988 w 971825"/>
                <a:gd name="connsiteY173" fmla="*/ 90 h 247682"/>
                <a:gd name="connsiteX174" fmla="*/ 308121 w 971825"/>
                <a:gd name="connsiteY174" fmla="*/ 90 h 247682"/>
                <a:gd name="connsiteX175" fmla="*/ 304888 w 971825"/>
                <a:gd name="connsiteY175" fmla="*/ 2874 h 247682"/>
                <a:gd name="connsiteX176" fmla="*/ 304888 w 971825"/>
                <a:gd name="connsiteY176" fmla="*/ 68566 h 247682"/>
                <a:gd name="connsiteX177" fmla="*/ 308929 w 971825"/>
                <a:gd name="connsiteY177" fmla="*/ 87515 h 247682"/>
                <a:gd name="connsiteX178" fmla="*/ 319796 w 971825"/>
                <a:gd name="connsiteY178" fmla="*/ 103141 h 247682"/>
                <a:gd name="connsiteX179" fmla="*/ 335646 w 971825"/>
                <a:gd name="connsiteY179" fmla="*/ 114097 h 247682"/>
                <a:gd name="connsiteX180" fmla="*/ 354820 w 971825"/>
                <a:gd name="connsiteY180" fmla="*/ 119171 h 247682"/>
                <a:gd name="connsiteX181" fmla="*/ 358098 w 971825"/>
                <a:gd name="connsiteY181" fmla="*/ 116208 h 247682"/>
                <a:gd name="connsiteX182" fmla="*/ 292854 w 971825"/>
                <a:gd name="connsiteY182" fmla="*/ 115310 h 247682"/>
                <a:gd name="connsiteX183" fmla="*/ 292854 w 971825"/>
                <a:gd name="connsiteY183" fmla="*/ 59900 h 247682"/>
                <a:gd name="connsiteX184" fmla="*/ 292854 w 971825"/>
                <a:gd name="connsiteY184" fmla="*/ 59900 h 247682"/>
                <a:gd name="connsiteX185" fmla="*/ 288005 w 971825"/>
                <a:gd name="connsiteY185" fmla="*/ 46744 h 247682"/>
                <a:gd name="connsiteX186" fmla="*/ 274579 w 971825"/>
                <a:gd name="connsiteY186" fmla="*/ 41894 h 247682"/>
                <a:gd name="connsiteX187" fmla="*/ 263712 w 971825"/>
                <a:gd name="connsiteY187" fmla="*/ 41894 h 247682"/>
                <a:gd name="connsiteX188" fmla="*/ 260479 w 971825"/>
                <a:gd name="connsiteY188" fmla="*/ 44678 h 247682"/>
                <a:gd name="connsiteX189" fmla="*/ 260479 w 971825"/>
                <a:gd name="connsiteY189" fmla="*/ 59945 h 247682"/>
                <a:gd name="connsiteX190" fmla="*/ 260479 w 971825"/>
                <a:gd name="connsiteY190" fmla="*/ 99818 h 247682"/>
                <a:gd name="connsiteX191" fmla="*/ 265329 w 971825"/>
                <a:gd name="connsiteY191" fmla="*/ 113244 h 247682"/>
                <a:gd name="connsiteX192" fmla="*/ 278755 w 971825"/>
                <a:gd name="connsiteY192" fmla="*/ 118094 h 247682"/>
                <a:gd name="connsiteX193" fmla="*/ 289621 w 971825"/>
                <a:gd name="connsiteY193" fmla="*/ 118094 h 247682"/>
                <a:gd name="connsiteX194" fmla="*/ 292854 w 971825"/>
                <a:gd name="connsiteY194" fmla="*/ 115310 h 247682"/>
                <a:gd name="connsiteX195" fmla="*/ 292854 w 971825"/>
                <a:gd name="connsiteY195" fmla="*/ 27346 h 247682"/>
                <a:gd name="connsiteX196" fmla="*/ 292854 w 971825"/>
                <a:gd name="connsiteY196" fmla="*/ 18320 h 247682"/>
                <a:gd name="connsiteX197" fmla="*/ 288005 w 971825"/>
                <a:gd name="connsiteY197" fmla="*/ 4894 h 247682"/>
                <a:gd name="connsiteX198" fmla="*/ 274579 w 971825"/>
                <a:gd name="connsiteY198" fmla="*/ 45 h 247682"/>
                <a:gd name="connsiteX199" fmla="*/ 263219 w 971825"/>
                <a:gd name="connsiteY199" fmla="*/ 45 h 247682"/>
                <a:gd name="connsiteX200" fmla="*/ 260435 w 971825"/>
                <a:gd name="connsiteY200" fmla="*/ 3278 h 247682"/>
                <a:gd name="connsiteX201" fmla="*/ 260435 w 971825"/>
                <a:gd name="connsiteY201" fmla="*/ 27346 h 247682"/>
                <a:gd name="connsiteX202" fmla="*/ 263219 w 971825"/>
                <a:gd name="connsiteY202" fmla="*/ 30579 h 247682"/>
                <a:gd name="connsiteX203" fmla="*/ 290070 w 971825"/>
                <a:gd name="connsiteY203" fmla="*/ 30579 h 247682"/>
                <a:gd name="connsiteX204" fmla="*/ 292854 w 971825"/>
                <a:gd name="connsiteY204" fmla="*/ 27346 h 247682"/>
                <a:gd name="connsiteX205" fmla="*/ 551358 w 971825"/>
                <a:gd name="connsiteY205" fmla="*/ 146966 h 247682"/>
                <a:gd name="connsiteX206" fmla="*/ 534026 w 971825"/>
                <a:gd name="connsiteY206" fmla="*/ 129589 h 247682"/>
                <a:gd name="connsiteX207" fmla="*/ 515661 w 971825"/>
                <a:gd name="connsiteY207" fmla="*/ 129589 h 247682"/>
                <a:gd name="connsiteX208" fmla="*/ 513281 w 971825"/>
                <a:gd name="connsiteY208" fmla="*/ 130532 h 247682"/>
                <a:gd name="connsiteX209" fmla="*/ 476416 w 971825"/>
                <a:gd name="connsiteY209" fmla="*/ 165107 h 247682"/>
                <a:gd name="connsiteX210" fmla="*/ 428146 w 971825"/>
                <a:gd name="connsiteY210" fmla="*/ 183606 h 247682"/>
                <a:gd name="connsiteX211" fmla="*/ 378304 w 971825"/>
                <a:gd name="connsiteY211" fmla="*/ 163580 h 247682"/>
                <a:gd name="connsiteX212" fmla="*/ 350958 w 971825"/>
                <a:gd name="connsiteY212" fmla="*/ 137896 h 247682"/>
                <a:gd name="connsiteX213" fmla="*/ 330393 w 971825"/>
                <a:gd name="connsiteY213" fmla="*/ 129544 h 247682"/>
                <a:gd name="connsiteX214" fmla="*/ 308391 w 971825"/>
                <a:gd name="connsiteY214" fmla="*/ 129544 h 247682"/>
                <a:gd name="connsiteX215" fmla="*/ 304933 w 971825"/>
                <a:gd name="connsiteY215" fmla="*/ 133001 h 247682"/>
                <a:gd name="connsiteX216" fmla="*/ 304933 w 971825"/>
                <a:gd name="connsiteY216" fmla="*/ 230170 h 247682"/>
                <a:gd name="connsiteX217" fmla="*/ 322265 w 971825"/>
                <a:gd name="connsiteY217" fmla="*/ 247503 h 247682"/>
                <a:gd name="connsiteX218" fmla="*/ 329001 w 971825"/>
                <a:gd name="connsiteY218" fmla="*/ 247503 h 247682"/>
                <a:gd name="connsiteX219" fmla="*/ 333536 w 971825"/>
                <a:gd name="connsiteY219" fmla="*/ 247503 h 247682"/>
                <a:gd name="connsiteX220" fmla="*/ 336993 w 971825"/>
                <a:gd name="connsiteY220" fmla="*/ 244000 h 247682"/>
                <a:gd name="connsiteX221" fmla="*/ 336993 w 971825"/>
                <a:gd name="connsiteY221" fmla="*/ 209425 h 247682"/>
                <a:gd name="connsiteX222" fmla="*/ 353248 w 971825"/>
                <a:gd name="connsiteY222" fmla="*/ 192901 h 247682"/>
                <a:gd name="connsiteX223" fmla="*/ 392403 w 971825"/>
                <a:gd name="connsiteY223" fmla="*/ 216565 h 247682"/>
                <a:gd name="connsiteX224" fmla="*/ 428101 w 971825"/>
                <a:gd name="connsiteY224" fmla="*/ 239330 h 247682"/>
                <a:gd name="connsiteX225" fmla="*/ 463798 w 971825"/>
                <a:gd name="connsiteY225" fmla="*/ 216565 h 247682"/>
                <a:gd name="connsiteX226" fmla="*/ 502953 w 971825"/>
                <a:gd name="connsiteY226" fmla="*/ 192901 h 247682"/>
                <a:gd name="connsiteX227" fmla="*/ 519208 w 971825"/>
                <a:gd name="connsiteY227" fmla="*/ 209246 h 247682"/>
                <a:gd name="connsiteX228" fmla="*/ 519208 w 971825"/>
                <a:gd name="connsiteY228" fmla="*/ 230125 h 247682"/>
                <a:gd name="connsiteX229" fmla="*/ 536585 w 971825"/>
                <a:gd name="connsiteY229" fmla="*/ 247458 h 247682"/>
                <a:gd name="connsiteX230" fmla="*/ 544084 w 971825"/>
                <a:gd name="connsiteY230" fmla="*/ 247458 h 247682"/>
                <a:gd name="connsiteX231" fmla="*/ 547856 w 971825"/>
                <a:gd name="connsiteY231" fmla="*/ 247458 h 247682"/>
                <a:gd name="connsiteX232" fmla="*/ 551313 w 971825"/>
                <a:gd name="connsiteY232" fmla="*/ 244000 h 247682"/>
                <a:gd name="connsiteX233" fmla="*/ 551358 w 971825"/>
                <a:gd name="connsiteY233" fmla="*/ 146966 h 247682"/>
                <a:gd name="connsiteX234" fmla="*/ 633844 w 971825"/>
                <a:gd name="connsiteY234" fmla="*/ 36147 h 247682"/>
                <a:gd name="connsiteX235" fmla="*/ 647494 w 971825"/>
                <a:gd name="connsiteY235" fmla="*/ 30579 h 247682"/>
                <a:gd name="connsiteX236" fmla="*/ 660426 w 971825"/>
                <a:gd name="connsiteY236" fmla="*/ 34171 h 247682"/>
                <a:gd name="connsiteX237" fmla="*/ 672101 w 971825"/>
                <a:gd name="connsiteY237" fmla="*/ 43421 h 247682"/>
                <a:gd name="connsiteX238" fmla="*/ 680677 w 971825"/>
                <a:gd name="connsiteY238" fmla="*/ 56038 h 247682"/>
                <a:gd name="connsiteX239" fmla="*/ 684045 w 971825"/>
                <a:gd name="connsiteY239" fmla="*/ 69913 h 247682"/>
                <a:gd name="connsiteX240" fmla="*/ 678836 w 971825"/>
                <a:gd name="connsiteY240" fmla="*/ 84237 h 247682"/>
                <a:gd name="connsiteX241" fmla="*/ 665051 w 971825"/>
                <a:gd name="connsiteY241" fmla="*/ 89805 h 247682"/>
                <a:gd name="connsiteX242" fmla="*/ 652074 w 971825"/>
                <a:gd name="connsiteY242" fmla="*/ 86213 h 247682"/>
                <a:gd name="connsiteX243" fmla="*/ 640400 w 971825"/>
                <a:gd name="connsiteY243" fmla="*/ 76963 h 247682"/>
                <a:gd name="connsiteX244" fmla="*/ 631823 w 971825"/>
                <a:gd name="connsiteY244" fmla="*/ 64345 h 247682"/>
                <a:gd name="connsiteX245" fmla="*/ 628456 w 971825"/>
                <a:gd name="connsiteY245" fmla="*/ 50470 h 247682"/>
                <a:gd name="connsiteX246" fmla="*/ 633844 w 971825"/>
                <a:gd name="connsiteY246" fmla="*/ 36147 h 247682"/>
                <a:gd name="connsiteX247" fmla="*/ 598865 w 971825"/>
                <a:gd name="connsiteY247" fmla="*/ 45 h 247682"/>
                <a:gd name="connsiteX248" fmla="*/ 596081 w 971825"/>
                <a:gd name="connsiteY248" fmla="*/ 3278 h 247682"/>
                <a:gd name="connsiteX249" fmla="*/ 596081 w 971825"/>
                <a:gd name="connsiteY249" fmla="*/ 51189 h 247682"/>
                <a:gd name="connsiteX250" fmla="*/ 601874 w 971825"/>
                <a:gd name="connsiteY250" fmla="*/ 77547 h 247682"/>
                <a:gd name="connsiteX251" fmla="*/ 617230 w 971825"/>
                <a:gd name="connsiteY251" fmla="*/ 99639 h 247682"/>
                <a:gd name="connsiteX252" fmla="*/ 639322 w 971825"/>
                <a:gd name="connsiteY252" fmla="*/ 114816 h 247682"/>
                <a:gd name="connsiteX253" fmla="*/ 665231 w 971825"/>
                <a:gd name="connsiteY253" fmla="*/ 120384 h 247682"/>
                <a:gd name="connsiteX254" fmla="*/ 686155 w 971825"/>
                <a:gd name="connsiteY254" fmla="*/ 116657 h 247682"/>
                <a:gd name="connsiteX255" fmla="*/ 702275 w 971825"/>
                <a:gd name="connsiteY255" fmla="*/ 106239 h 247682"/>
                <a:gd name="connsiteX256" fmla="*/ 712693 w 971825"/>
                <a:gd name="connsiteY256" fmla="*/ 90164 h 247682"/>
                <a:gd name="connsiteX257" fmla="*/ 716420 w 971825"/>
                <a:gd name="connsiteY257" fmla="*/ 69195 h 247682"/>
                <a:gd name="connsiteX258" fmla="*/ 710627 w 971825"/>
                <a:gd name="connsiteY258" fmla="*/ 42837 h 247682"/>
                <a:gd name="connsiteX259" fmla="*/ 695226 w 971825"/>
                <a:gd name="connsiteY259" fmla="*/ 20745 h 247682"/>
                <a:gd name="connsiteX260" fmla="*/ 673134 w 971825"/>
                <a:gd name="connsiteY260" fmla="*/ 5568 h 247682"/>
                <a:gd name="connsiteX261" fmla="*/ 647225 w 971825"/>
                <a:gd name="connsiteY261" fmla="*/ 0 h 247682"/>
                <a:gd name="connsiteX262" fmla="*/ 598865 w 971825"/>
                <a:gd name="connsiteY262" fmla="*/ 0 h 247682"/>
                <a:gd name="connsiteX263" fmla="*/ 953685 w 971825"/>
                <a:gd name="connsiteY263" fmla="*/ 87425 h 247682"/>
                <a:gd name="connsiteX264" fmla="*/ 919469 w 971825"/>
                <a:gd name="connsiteY264" fmla="*/ 87425 h 247682"/>
                <a:gd name="connsiteX265" fmla="*/ 905864 w 971825"/>
                <a:gd name="connsiteY265" fmla="*/ 84327 h 247682"/>
                <a:gd name="connsiteX266" fmla="*/ 894862 w 971825"/>
                <a:gd name="connsiteY266" fmla="*/ 75975 h 247682"/>
                <a:gd name="connsiteX267" fmla="*/ 887543 w 971825"/>
                <a:gd name="connsiteY267" fmla="*/ 63941 h 247682"/>
                <a:gd name="connsiteX268" fmla="*/ 884894 w 971825"/>
                <a:gd name="connsiteY268" fmla="*/ 49977 h 247682"/>
                <a:gd name="connsiteX269" fmla="*/ 890148 w 971825"/>
                <a:gd name="connsiteY269" fmla="*/ 35653 h 247682"/>
                <a:gd name="connsiteX270" fmla="*/ 893830 w 971825"/>
                <a:gd name="connsiteY270" fmla="*/ 32958 h 247682"/>
                <a:gd name="connsiteX271" fmla="*/ 898769 w 971825"/>
                <a:gd name="connsiteY271" fmla="*/ 31117 h 247682"/>
                <a:gd name="connsiteX272" fmla="*/ 905414 w 971825"/>
                <a:gd name="connsiteY272" fmla="*/ 30354 h 247682"/>
                <a:gd name="connsiteX273" fmla="*/ 912060 w 971825"/>
                <a:gd name="connsiteY273" fmla="*/ 31117 h 247682"/>
                <a:gd name="connsiteX274" fmla="*/ 923420 w 971825"/>
                <a:gd name="connsiteY274" fmla="*/ 35742 h 247682"/>
                <a:gd name="connsiteX275" fmla="*/ 938238 w 971825"/>
                <a:gd name="connsiteY275" fmla="*/ 49213 h 247682"/>
                <a:gd name="connsiteX276" fmla="*/ 902631 w 971825"/>
                <a:gd name="connsiteY276" fmla="*/ 49213 h 247682"/>
                <a:gd name="connsiteX277" fmla="*/ 899442 w 971825"/>
                <a:gd name="connsiteY277" fmla="*/ 51997 h 247682"/>
                <a:gd name="connsiteX278" fmla="*/ 901463 w 971825"/>
                <a:gd name="connsiteY278" fmla="*/ 61067 h 247682"/>
                <a:gd name="connsiteX279" fmla="*/ 923780 w 971825"/>
                <a:gd name="connsiteY279" fmla="*/ 74538 h 247682"/>
                <a:gd name="connsiteX280" fmla="*/ 956918 w 971825"/>
                <a:gd name="connsiteY280" fmla="*/ 74538 h 247682"/>
                <a:gd name="connsiteX281" fmla="*/ 968952 w 971825"/>
                <a:gd name="connsiteY281" fmla="*/ 69913 h 247682"/>
                <a:gd name="connsiteX282" fmla="*/ 971825 w 971825"/>
                <a:gd name="connsiteY282" fmla="*/ 60035 h 247682"/>
                <a:gd name="connsiteX283" fmla="*/ 966437 w 971825"/>
                <a:gd name="connsiteY283" fmla="*/ 39469 h 247682"/>
                <a:gd name="connsiteX284" fmla="*/ 951889 w 971825"/>
                <a:gd name="connsiteY284" fmla="*/ 19937 h 247682"/>
                <a:gd name="connsiteX285" fmla="*/ 930605 w 971825"/>
                <a:gd name="connsiteY285" fmla="*/ 5613 h 247682"/>
                <a:gd name="connsiteX286" fmla="*/ 905190 w 971825"/>
                <a:gd name="connsiteY286" fmla="*/ 45 h 247682"/>
                <a:gd name="connsiteX287" fmla="*/ 856471 w 971825"/>
                <a:gd name="connsiteY287" fmla="*/ 45 h 247682"/>
                <a:gd name="connsiteX288" fmla="*/ 853911 w 971825"/>
                <a:gd name="connsiteY288" fmla="*/ 2604 h 247682"/>
                <a:gd name="connsiteX289" fmla="*/ 853911 w 971825"/>
                <a:gd name="connsiteY289" fmla="*/ 51144 h 247682"/>
                <a:gd name="connsiteX290" fmla="*/ 859165 w 971825"/>
                <a:gd name="connsiteY290" fmla="*/ 76918 h 247682"/>
                <a:gd name="connsiteX291" fmla="*/ 873489 w 971825"/>
                <a:gd name="connsiteY291" fmla="*/ 98157 h 247682"/>
                <a:gd name="connsiteX292" fmla="*/ 894548 w 971825"/>
                <a:gd name="connsiteY292" fmla="*/ 112571 h 247682"/>
                <a:gd name="connsiteX293" fmla="*/ 920322 w 971825"/>
                <a:gd name="connsiteY293" fmla="*/ 118049 h 247682"/>
                <a:gd name="connsiteX294" fmla="*/ 969221 w 971825"/>
                <a:gd name="connsiteY294" fmla="*/ 118049 h 247682"/>
                <a:gd name="connsiteX295" fmla="*/ 971781 w 971825"/>
                <a:gd name="connsiteY295" fmla="*/ 115489 h 247682"/>
                <a:gd name="connsiteX296" fmla="*/ 971781 w 971825"/>
                <a:gd name="connsiteY296" fmla="*/ 105656 h 247682"/>
                <a:gd name="connsiteX297" fmla="*/ 966976 w 971825"/>
                <a:gd name="connsiteY297" fmla="*/ 92230 h 247682"/>
                <a:gd name="connsiteX298" fmla="*/ 953685 w 971825"/>
                <a:gd name="connsiteY298" fmla="*/ 87425 h 247682"/>
                <a:gd name="connsiteX299" fmla="*/ 853866 w 971825"/>
                <a:gd name="connsiteY299" fmla="*/ 106554 h 247682"/>
                <a:gd name="connsiteX300" fmla="*/ 853866 w 971825"/>
                <a:gd name="connsiteY300" fmla="*/ 114726 h 247682"/>
                <a:gd name="connsiteX301" fmla="*/ 851127 w 971825"/>
                <a:gd name="connsiteY301" fmla="*/ 118094 h 247682"/>
                <a:gd name="connsiteX302" fmla="*/ 825443 w 971825"/>
                <a:gd name="connsiteY302" fmla="*/ 118049 h 247682"/>
                <a:gd name="connsiteX303" fmla="*/ 813185 w 971825"/>
                <a:gd name="connsiteY303" fmla="*/ 113783 h 247682"/>
                <a:gd name="connsiteX304" fmla="*/ 774254 w 971825"/>
                <a:gd name="connsiteY304" fmla="*/ 83070 h 247682"/>
                <a:gd name="connsiteX305" fmla="*/ 769899 w 971825"/>
                <a:gd name="connsiteY305" fmla="*/ 72563 h 247682"/>
                <a:gd name="connsiteX306" fmla="*/ 769899 w 971825"/>
                <a:gd name="connsiteY306" fmla="*/ 59945 h 247682"/>
                <a:gd name="connsiteX307" fmla="*/ 771919 w 971825"/>
                <a:gd name="connsiteY307" fmla="*/ 56712 h 247682"/>
                <a:gd name="connsiteX308" fmla="*/ 776095 w 971825"/>
                <a:gd name="connsiteY308" fmla="*/ 57879 h 247682"/>
                <a:gd name="connsiteX309" fmla="*/ 780720 w 971825"/>
                <a:gd name="connsiteY309" fmla="*/ 59316 h 247682"/>
                <a:gd name="connsiteX310" fmla="*/ 792529 w 971825"/>
                <a:gd name="connsiteY310" fmla="*/ 61292 h 247682"/>
                <a:gd name="connsiteX311" fmla="*/ 809009 w 971825"/>
                <a:gd name="connsiteY311" fmla="*/ 51997 h 247682"/>
                <a:gd name="connsiteX312" fmla="*/ 787815 w 971825"/>
                <a:gd name="connsiteY312" fmla="*/ 29950 h 247682"/>
                <a:gd name="connsiteX313" fmla="*/ 758449 w 971825"/>
                <a:gd name="connsiteY313" fmla="*/ 35832 h 247682"/>
                <a:gd name="connsiteX314" fmla="*/ 757550 w 971825"/>
                <a:gd name="connsiteY314" fmla="*/ 37943 h 247682"/>
                <a:gd name="connsiteX315" fmla="*/ 757146 w 971825"/>
                <a:gd name="connsiteY315" fmla="*/ 41176 h 247682"/>
                <a:gd name="connsiteX316" fmla="*/ 757146 w 971825"/>
                <a:gd name="connsiteY316" fmla="*/ 89491 h 247682"/>
                <a:gd name="connsiteX317" fmla="*/ 751489 w 971825"/>
                <a:gd name="connsiteY317" fmla="*/ 109427 h 247682"/>
                <a:gd name="connsiteX318" fmla="*/ 741386 w 971825"/>
                <a:gd name="connsiteY318" fmla="*/ 116971 h 247682"/>
                <a:gd name="connsiteX319" fmla="*/ 733168 w 971825"/>
                <a:gd name="connsiteY319" fmla="*/ 118094 h 247682"/>
                <a:gd name="connsiteX320" fmla="*/ 726478 w 971825"/>
                <a:gd name="connsiteY320" fmla="*/ 117196 h 247682"/>
                <a:gd name="connsiteX321" fmla="*/ 725355 w 971825"/>
                <a:gd name="connsiteY321" fmla="*/ 114277 h 247682"/>
                <a:gd name="connsiteX322" fmla="*/ 725355 w 971825"/>
                <a:gd name="connsiteY322" fmla="*/ 106329 h 247682"/>
                <a:gd name="connsiteX323" fmla="*/ 725355 w 971825"/>
                <a:gd name="connsiteY323" fmla="*/ 100222 h 247682"/>
                <a:gd name="connsiteX324" fmla="*/ 725355 w 971825"/>
                <a:gd name="connsiteY324" fmla="*/ 82531 h 247682"/>
                <a:gd name="connsiteX325" fmla="*/ 725355 w 971825"/>
                <a:gd name="connsiteY325" fmla="*/ 2649 h 247682"/>
                <a:gd name="connsiteX326" fmla="*/ 727915 w 971825"/>
                <a:gd name="connsiteY326" fmla="*/ 90 h 247682"/>
                <a:gd name="connsiteX327" fmla="*/ 775556 w 971825"/>
                <a:gd name="connsiteY327" fmla="*/ 90 h 247682"/>
                <a:gd name="connsiteX328" fmla="*/ 799355 w 971825"/>
                <a:gd name="connsiteY328" fmla="*/ 4131 h 247682"/>
                <a:gd name="connsiteX329" fmla="*/ 821222 w 971825"/>
                <a:gd name="connsiteY329" fmla="*/ 15087 h 247682"/>
                <a:gd name="connsiteX330" fmla="*/ 837118 w 971825"/>
                <a:gd name="connsiteY330" fmla="*/ 31387 h 247682"/>
                <a:gd name="connsiteX331" fmla="*/ 843225 w 971825"/>
                <a:gd name="connsiteY331" fmla="*/ 51369 h 247682"/>
                <a:gd name="connsiteX332" fmla="*/ 836759 w 971825"/>
                <a:gd name="connsiteY332" fmla="*/ 69779 h 247682"/>
                <a:gd name="connsiteX333" fmla="*/ 820324 w 971825"/>
                <a:gd name="connsiteY333" fmla="*/ 81902 h 247682"/>
                <a:gd name="connsiteX334" fmla="*/ 833391 w 971825"/>
                <a:gd name="connsiteY334" fmla="*/ 92230 h 247682"/>
                <a:gd name="connsiteX335" fmla="*/ 851891 w 971825"/>
                <a:gd name="connsiteY335" fmla="*/ 103680 h 247682"/>
                <a:gd name="connsiteX336" fmla="*/ 853866 w 971825"/>
                <a:gd name="connsiteY336" fmla="*/ 106554 h 247682"/>
                <a:gd name="connsiteX337" fmla="*/ 248491 w 971825"/>
                <a:gd name="connsiteY337" fmla="*/ 17422 h 247682"/>
                <a:gd name="connsiteX338" fmla="*/ 231158 w 971825"/>
                <a:gd name="connsiteY338" fmla="*/ 45 h 247682"/>
                <a:gd name="connsiteX339" fmla="*/ 212748 w 971825"/>
                <a:gd name="connsiteY339" fmla="*/ 45 h 247682"/>
                <a:gd name="connsiteX340" fmla="*/ 210368 w 971825"/>
                <a:gd name="connsiteY340" fmla="*/ 988 h 247682"/>
                <a:gd name="connsiteX341" fmla="*/ 173548 w 971825"/>
                <a:gd name="connsiteY341" fmla="*/ 35563 h 247682"/>
                <a:gd name="connsiteX342" fmla="*/ 125278 w 971825"/>
                <a:gd name="connsiteY342" fmla="*/ 54063 h 247682"/>
                <a:gd name="connsiteX343" fmla="*/ 75436 w 971825"/>
                <a:gd name="connsiteY343" fmla="*/ 34036 h 247682"/>
                <a:gd name="connsiteX344" fmla="*/ 48091 w 971825"/>
                <a:gd name="connsiteY344" fmla="*/ 8352 h 247682"/>
                <a:gd name="connsiteX345" fmla="*/ 27525 w 971825"/>
                <a:gd name="connsiteY345" fmla="*/ 0 h 247682"/>
                <a:gd name="connsiteX346" fmla="*/ 5523 w 971825"/>
                <a:gd name="connsiteY346" fmla="*/ 0 h 247682"/>
                <a:gd name="connsiteX347" fmla="*/ 2065 w 971825"/>
                <a:gd name="connsiteY347" fmla="*/ 3458 h 247682"/>
                <a:gd name="connsiteX348" fmla="*/ 2065 w 971825"/>
                <a:gd name="connsiteY348" fmla="*/ 100627 h 247682"/>
                <a:gd name="connsiteX349" fmla="*/ 19398 w 971825"/>
                <a:gd name="connsiteY349" fmla="*/ 117959 h 247682"/>
                <a:gd name="connsiteX350" fmla="*/ 26088 w 971825"/>
                <a:gd name="connsiteY350" fmla="*/ 117959 h 247682"/>
                <a:gd name="connsiteX351" fmla="*/ 30624 w 971825"/>
                <a:gd name="connsiteY351" fmla="*/ 117959 h 247682"/>
                <a:gd name="connsiteX352" fmla="*/ 34081 w 971825"/>
                <a:gd name="connsiteY352" fmla="*/ 114457 h 247682"/>
                <a:gd name="connsiteX353" fmla="*/ 34081 w 971825"/>
                <a:gd name="connsiteY353" fmla="*/ 79882 h 247682"/>
                <a:gd name="connsiteX354" fmla="*/ 50336 w 971825"/>
                <a:gd name="connsiteY354" fmla="*/ 63357 h 247682"/>
                <a:gd name="connsiteX355" fmla="*/ 89491 w 971825"/>
                <a:gd name="connsiteY355" fmla="*/ 87021 h 247682"/>
                <a:gd name="connsiteX356" fmla="*/ 125188 w 971825"/>
                <a:gd name="connsiteY356" fmla="*/ 109787 h 247682"/>
                <a:gd name="connsiteX357" fmla="*/ 160886 w 971825"/>
                <a:gd name="connsiteY357" fmla="*/ 87021 h 247682"/>
                <a:gd name="connsiteX358" fmla="*/ 200041 w 971825"/>
                <a:gd name="connsiteY358" fmla="*/ 63357 h 247682"/>
                <a:gd name="connsiteX359" fmla="*/ 216295 w 971825"/>
                <a:gd name="connsiteY359" fmla="*/ 79702 h 247682"/>
                <a:gd name="connsiteX360" fmla="*/ 216295 w 971825"/>
                <a:gd name="connsiteY360" fmla="*/ 100582 h 247682"/>
                <a:gd name="connsiteX361" fmla="*/ 233673 w 971825"/>
                <a:gd name="connsiteY361" fmla="*/ 117914 h 247682"/>
                <a:gd name="connsiteX362" fmla="*/ 241171 w 971825"/>
                <a:gd name="connsiteY362" fmla="*/ 117914 h 247682"/>
                <a:gd name="connsiteX363" fmla="*/ 244943 w 971825"/>
                <a:gd name="connsiteY363" fmla="*/ 117914 h 247682"/>
                <a:gd name="connsiteX364" fmla="*/ 248446 w 971825"/>
                <a:gd name="connsiteY364" fmla="*/ 114412 h 247682"/>
                <a:gd name="connsiteX365" fmla="*/ 248491 w 971825"/>
                <a:gd name="connsiteY365" fmla="*/ 17422 h 247682"/>
                <a:gd name="connsiteX366" fmla="*/ 75346 w 971825"/>
                <a:gd name="connsiteY366" fmla="*/ 159179 h 247682"/>
                <a:gd name="connsiteX367" fmla="*/ 89580 w 971825"/>
                <a:gd name="connsiteY367" fmla="*/ 164837 h 247682"/>
                <a:gd name="connsiteX368" fmla="*/ 94071 w 971825"/>
                <a:gd name="connsiteY368" fmla="*/ 167127 h 247682"/>
                <a:gd name="connsiteX369" fmla="*/ 97438 w 971825"/>
                <a:gd name="connsiteY369" fmla="*/ 167576 h 247682"/>
                <a:gd name="connsiteX370" fmla="*/ 106239 w 971825"/>
                <a:gd name="connsiteY370" fmla="*/ 162951 h 247682"/>
                <a:gd name="connsiteX371" fmla="*/ 118049 w 971825"/>
                <a:gd name="connsiteY371" fmla="*/ 150693 h 247682"/>
                <a:gd name="connsiteX372" fmla="*/ 118722 w 971825"/>
                <a:gd name="connsiteY372" fmla="*/ 149076 h 247682"/>
                <a:gd name="connsiteX373" fmla="*/ 117330 w 971825"/>
                <a:gd name="connsiteY373" fmla="*/ 146517 h 247682"/>
                <a:gd name="connsiteX374" fmla="*/ 91556 w 971825"/>
                <a:gd name="connsiteY374" fmla="*/ 132418 h 247682"/>
                <a:gd name="connsiteX375" fmla="*/ 58104 w 971825"/>
                <a:gd name="connsiteY375" fmla="*/ 127344 h 247682"/>
                <a:gd name="connsiteX376" fmla="*/ 37404 w 971825"/>
                <a:gd name="connsiteY376" fmla="*/ 129409 h 247682"/>
                <a:gd name="connsiteX377" fmla="*/ 19937 w 971825"/>
                <a:gd name="connsiteY377" fmla="*/ 135875 h 247682"/>
                <a:gd name="connsiteX378" fmla="*/ 7813 w 971825"/>
                <a:gd name="connsiteY378" fmla="*/ 147325 h 247682"/>
                <a:gd name="connsiteX379" fmla="*/ 3278 w 971825"/>
                <a:gd name="connsiteY379" fmla="*/ 164343 h 247682"/>
                <a:gd name="connsiteX380" fmla="*/ 7184 w 971825"/>
                <a:gd name="connsiteY380" fmla="*/ 179386 h 247682"/>
                <a:gd name="connsiteX381" fmla="*/ 18051 w 971825"/>
                <a:gd name="connsiteY381" fmla="*/ 190028 h 247682"/>
                <a:gd name="connsiteX382" fmla="*/ 34485 w 971825"/>
                <a:gd name="connsiteY382" fmla="*/ 197077 h 247682"/>
                <a:gd name="connsiteX383" fmla="*/ 55050 w 971825"/>
                <a:gd name="connsiteY383" fmla="*/ 201343 h 247682"/>
                <a:gd name="connsiteX384" fmla="*/ 68252 w 971825"/>
                <a:gd name="connsiteY384" fmla="*/ 203543 h 247682"/>
                <a:gd name="connsiteX385" fmla="*/ 76334 w 971825"/>
                <a:gd name="connsiteY385" fmla="*/ 205609 h 247682"/>
                <a:gd name="connsiteX386" fmla="*/ 80420 w 971825"/>
                <a:gd name="connsiteY386" fmla="*/ 207944 h 247682"/>
                <a:gd name="connsiteX387" fmla="*/ 81453 w 971825"/>
                <a:gd name="connsiteY387" fmla="*/ 211087 h 247682"/>
                <a:gd name="connsiteX388" fmla="*/ 76918 w 971825"/>
                <a:gd name="connsiteY388" fmla="*/ 216295 h 247682"/>
                <a:gd name="connsiteX389" fmla="*/ 65019 w 971825"/>
                <a:gd name="connsiteY389" fmla="*/ 217822 h 247682"/>
                <a:gd name="connsiteX390" fmla="*/ 44184 w 971825"/>
                <a:gd name="connsiteY390" fmla="*/ 215712 h 247682"/>
                <a:gd name="connsiteX391" fmla="*/ 29366 w 971825"/>
                <a:gd name="connsiteY391" fmla="*/ 209919 h 247682"/>
                <a:gd name="connsiteX392" fmla="*/ 24876 w 971825"/>
                <a:gd name="connsiteY392" fmla="*/ 207629 h 247682"/>
                <a:gd name="connsiteX393" fmla="*/ 21508 w 971825"/>
                <a:gd name="connsiteY393" fmla="*/ 207180 h 247682"/>
                <a:gd name="connsiteX394" fmla="*/ 12707 w 971825"/>
                <a:gd name="connsiteY394" fmla="*/ 211805 h 247682"/>
                <a:gd name="connsiteX395" fmla="*/ 674 w 971825"/>
                <a:gd name="connsiteY395" fmla="*/ 224288 h 247682"/>
                <a:gd name="connsiteX396" fmla="*/ 0 w 971825"/>
                <a:gd name="connsiteY396" fmla="*/ 225905 h 247682"/>
                <a:gd name="connsiteX397" fmla="*/ 1392 w 971825"/>
                <a:gd name="connsiteY397" fmla="*/ 228464 h 247682"/>
                <a:gd name="connsiteX398" fmla="*/ 12618 w 971825"/>
                <a:gd name="connsiteY398" fmla="*/ 236457 h 247682"/>
                <a:gd name="connsiteX399" fmla="*/ 28109 w 971825"/>
                <a:gd name="connsiteY399" fmla="*/ 242474 h 247682"/>
                <a:gd name="connsiteX400" fmla="*/ 46968 w 971825"/>
                <a:gd name="connsiteY400" fmla="*/ 246290 h 247682"/>
                <a:gd name="connsiteX401" fmla="*/ 68252 w 971825"/>
                <a:gd name="connsiteY401" fmla="*/ 247682 h 247682"/>
                <a:gd name="connsiteX402" fmla="*/ 117106 w 971825"/>
                <a:gd name="connsiteY402" fmla="*/ 247682 h 247682"/>
                <a:gd name="connsiteX403" fmla="*/ 118722 w 971825"/>
                <a:gd name="connsiteY403" fmla="*/ 246739 h 247682"/>
                <a:gd name="connsiteX404" fmla="*/ 118947 w 971825"/>
                <a:gd name="connsiteY404" fmla="*/ 245572 h 247682"/>
                <a:gd name="connsiteX405" fmla="*/ 118947 w 971825"/>
                <a:gd name="connsiteY405" fmla="*/ 218496 h 247682"/>
                <a:gd name="connsiteX406" fmla="*/ 116163 w 971825"/>
                <a:gd name="connsiteY406" fmla="*/ 198918 h 247682"/>
                <a:gd name="connsiteX407" fmla="*/ 108305 w 971825"/>
                <a:gd name="connsiteY407" fmla="*/ 186345 h 247682"/>
                <a:gd name="connsiteX408" fmla="*/ 95957 w 971825"/>
                <a:gd name="connsiteY408" fmla="*/ 178937 h 247682"/>
                <a:gd name="connsiteX409" fmla="*/ 79612 w 971825"/>
                <a:gd name="connsiteY409" fmla="*/ 175030 h 247682"/>
                <a:gd name="connsiteX410" fmla="*/ 49977 w 971825"/>
                <a:gd name="connsiteY410" fmla="*/ 169911 h 247682"/>
                <a:gd name="connsiteX411" fmla="*/ 39110 w 971825"/>
                <a:gd name="connsiteY411" fmla="*/ 163221 h 247682"/>
                <a:gd name="connsiteX412" fmla="*/ 56712 w 971825"/>
                <a:gd name="connsiteY412" fmla="*/ 156979 h 247682"/>
                <a:gd name="connsiteX413" fmla="*/ 75346 w 971825"/>
                <a:gd name="connsiteY413" fmla="*/ 159179 h 24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</a:cxnLst>
              <a:rect l="l" t="t" r="r" b="b"/>
              <a:pathLst>
                <a:path w="971825" h="247682">
                  <a:moveTo>
                    <a:pt x="162188" y="244853"/>
                  </a:moveTo>
                  <a:lnTo>
                    <a:pt x="162188" y="189489"/>
                  </a:lnTo>
                  <a:lnTo>
                    <a:pt x="162188" y="189489"/>
                  </a:lnTo>
                  <a:cubicBezTo>
                    <a:pt x="162143" y="183876"/>
                    <a:pt x="160527" y="179520"/>
                    <a:pt x="157338" y="176287"/>
                  </a:cubicBezTo>
                  <a:cubicBezTo>
                    <a:pt x="154106" y="173054"/>
                    <a:pt x="149615" y="171438"/>
                    <a:pt x="143913" y="171438"/>
                  </a:cubicBezTo>
                  <a:lnTo>
                    <a:pt x="133046" y="171438"/>
                  </a:lnTo>
                  <a:cubicBezTo>
                    <a:pt x="130891" y="171438"/>
                    <a:pt x="129813" y="172336"/>
                    <a:pt x="129813" y="174222"/>
                  </a:cubicBezTo>
                  <a:lnTo>
                    <a:pt x="129813" y="189489"/>
                  </a:lnTo>
                  <a:lnTo>
                    <a:pt x="129813" y="229362"/>
                  </a:lnTo>
                  <a:cubicBezTo>
                    <a:pt x="129813" y="235065"/>
                    <a:pt x="131430" y="239555"/>
                    <a:pt x="134663" y="242788"/>
                  </a:cubicBezTo>
                  <a:cubicBezTo>
                    <a:pt x="137896" y="246021"/>
                    <a:pt x="142386" y="247637"/>
                    <a:pt x="148088" y="247637"/>
                  </a:cubicBezTo>
                  <a:lnTo>
                    <a:pt x="158955" y="247637"/>
                  </a:lnTo>
                  <a:cubicBezTo>
                    <a:pt x="161110" y="247637"/>
                    <a:pt x="162188" y="246739"/>
                    <a:pt x="162188" y="244853"/>
                  </a:cubicBezTo>
                  <a:moveTo>
                    <a:pt x="162188" y="156934"/>
                  </a:moveTo>
                  <a:lnTo>
                    <a:pt x="162188" y="147909"/>
                  </a:lnTo>
                  <a:cubicBezTo>
                    <a:pt x="162188" y="142206"/>
                    <a:pt x="160571" y="137716"/>
                    <a:pt x="157338" y="134483"/>
                  </a:cubicBezTo>
                  <a:cubicBezTo>
                    <a:pt x="154106" y="131250"/>
                    <a:pt x="149615" y="129634"/>
                    <a:pt x="143913" y="129634"/>
                  </a:cubicBezTo>
                  <a:lnTo>
                    <a:pt x="132552" y="129634"/>
                  </a:lnTo>
                  <a:cubicBezTo>
                    <a:pt x="130711" y="129634"/>
                    <a:pt x="129768" y="130711"/>
                    <a:pt x="129768" y="132867"/>
                  </a:cubicBezTo>
                  <a:lnTo>
                    <a:pt x="129768" y="156934"/>
                  </a:lnTo>
                  <a:cubicBezTo>
                    <a:pt x="129768" y="159090"/>
                    <a:pt x="130711" y="160167"/>
                    <a:pt x="132552" y="160167"/>
                  </a:cubicBezTo>
                  <a:lnTo>
                    <a:pt x="159404" y="160167"/>
                  </a:lnTo>
                  <a:cubicBezTo>
                    <a:pt x="161290" y="160122"/>
                    <a:pt x="162188" y="159045"/>
                    <a:pt x="162188" y="156934"/>
                  </a:cubicBezTo>
                  <a:moveTo>
                    <a:pt x="455671" y="115310"/>
                  </a:moveTo>
                  <a:lnTo>
                    <a:pt x="455671" y="59900"/>
                  </a:lnTo>
                  <a:lnTo>
                    <a:pt x="455671" y="59900"/>
                  </a:lnTo>
                  <a:cubicBezTo>
                    <a:pt x="455626" y="54287"/>
                    <a:pt x="454009" y="49932"/>
                    <a:pt x="450821" y="46744"/>
                  </a:cubicBezTo>
                  <a:cubicBezTo>
                    <a:pt x="447588" y="43511"/>
                    <a:pt x="443098" y="41894"/>
                    <a:pt x="437396" y="41894"/>
                  </a:cubicBezTo>
                  <a:lnTo>
                    <a:pt x="426529" y="41894"/>
                  </a:lnTo>
                  <a:cubicBezTo>
                    <a:pt x="424374" y="41894"/>
                    <a:pt x="423296" y="42837"/>
                    <a:pt x="423296" y="44678"/>
                  </a:cubicBezTo>
                  <a:lnTo>
                    <a:pt x="423296" y="59945"/>
                  </a:lnTo>
                  <a:lnTo>
                    <a:pt x="423296" y="99818"/>
                  </a:lnTo>
                  <a:cubicBezTo>
                    <a:pt x="423296" y="105521"/>
                    <a:pt x="424913" y="110011"/>
                    <a:pt x="428146" y="113244"/>
                  </a:cubicBezTo>
                  <a:cubicBezTo>
                    <a:pt x="431379" y="116477"/>
                    <a:pt x="435869" y="118094"/>
                    <a:pt x="441571" y="118094"/>
                  </a:cubicBezTo>
                  <a:lnTo>
                    <a:pt x="452438" y="118094"/>
                  </a:lnTo>
                  <a:cubicBezTo>
                    <a:pt x="454548" y="118094"/>
                    <a:pt x="455671" y="117151"/>
                    <a:pt x="455671" y="115310"/>
                  </a:cubicBezTo>
                  <a:moveTo>
                    <a:pt x="455671" y="27346"/>
                  </a:moveTo>
                  <a:lnTo>
                    <a:pt x="455671" y="18320"/>
                  </a:lnTo>
                  <a:cubicBezTo>
                    <a:pt x="455671" y="12618"/>
                    <a:pt x="454054" y="8127"/>
                    <a:pt x="450821" y="4894"/>
                  </a:cubicBezTo>
                  <a:cubicBezTo>
                    <a:pt x="447588" y="1661"/>
                    <a:pt x="443098" y="45"/>
                    <a:pt x="437396" y="45"/>
                  </a:cubicBezTo>
                  <a:lnTo>
                    <a:pt x="426035" y="45"/>
                  </a:lnTo>
                  <a:cubicBezTo>
                    <a:pt x="424194" y="45"/>
                    <a:pt x="423251" y="1123"/>
                    <a:pt x="423251" y="3278"/>
                  </a:cubicBezTo>
                  <a:lnTo>
                    <a:pt x="423251" y="27346"/>
                  </a:lnTo>
                  <a:cubicBezTo>
                    <a:pt x="423251" y="29501"/>
                    <a:pt x="424194" y="30579"/>
                    <a:pt x="426035" y="30579"/>
                  </a:cubicBezTo>
                  <a:lnTo>
                    <a:pt x="452887" y="30579"/>
                  </a:lnTo>
                  <a:cubicBezTo>
                    <a:pt x="454728" y="30579"/>
                    <a:pt x="455671" y="29501"/>
                    <a:pt x="455671" y="27346"/>
                  </a:cubicBezTo>
                  <a:moveTo>
                    <a:pt x="413418" y="116208"/>
                  </a:moveTo>
                  <a:lnTo>
                    <a:pt x="413418" y="91242"/>
                  </a:lnTo>
                  <a:cubicBezTo>
                    <a:pt x="413418" y="90164"/>
                    <a:pt x="413193" y="89446"/>
                    <a:pt x="412699" y="89176"/>
                  </a:cubicBezTo>
                  <a:cubicBezTo>
                    <a:pt x="412250" y="88862"/>
                    <a:pt x="411397" y="88548"/>
                    <a:pt x="410140" y="88233"/>
                  </a:cubicBezTo>
                  <a:cubicBezTo>
                    <a:pt x="407850" y="87784"/>
                    <a:pt x="405604" y="86886"/>
                    <a:pt x="403539" y="85450"/>
                  </a:cubicBezTo>
                  <a:cubicBezTo>
                    <a:pt x="401474" y="84102"/>
                    <a:pt x="399588" y="82441"/>
                    <a:pt x="397971" y="80600"/>
                  </a:cubicBezTo>
                  <a:cubicBezTo>
                    <a:pt x="396355" y="78759"/>
                    <a:pt x="395052" y="76694"/>
                    <a:pt x="394064" y="74448"/>
                  </a:cubicBezTo>
                  <a:cubicBezTo>
                    <a:pt x="393077" y="72203"/>
                    <a:pt x="392538" y="69913"/>
                    <a:pt x="392538" y="67623"/>
                  </a:cubicBezTo>
                  <a:lnTo>
                    <a:pt x="392538" y="18365"/>
                  </a:lnTo>
                  <a:cubicBezTo>
                    <a:pt x="392538" y="12663"/>
                    <a:pt x="390921" y="8172"/>
                    <a:pt x="387688" y="4939"/>
                  </a:cubicBezTo>
                  <a:cubicBezTo>
                    <a:pt x="384455" y="1706"/>
                    <a:pt x="379965" y="90"/>
                    <a:pt x="374263" y="90"/>
                  </a:cubicBezTo>
                  <a:lnTo>
                    <a:pt x="363396" y="90"/>
                  </a:lnTo>
                  <a:cubicBezTo>
                    <a:pt x="361241" y="90"/>
                    <a:pt x="360163" y="1033"/>
                    <a:pt x="360163" y="2874"/>
                  </a:cubicBezTo>
                  <a:lnTo>
                    <a:pt x="360163" y="68566"/>
                  </a:lnTo>
                  <a:cubicBezTo>
                    <a:pt x="360163" y="75346"/>
                    <a:pt x="361510" y="81678"/>
                    <a:pt x="364204" y="87515"/>
                  </a:cubicBezTo>
                  <a:cubicBezTo>
                    <a:pt x="366899" y="93397"/>
                    <a:pt x="370536" y="98561"/>
                    <a:pt x="375116" y="103141"/>
                  </a:cubicBezTo>
                  <a:cubicBezTo>
                    <a:pt x="379651" y="107676"/>
                    <a:pt x="384949" y="111358"/>
                    <a:pt x="390966" y="114097"/>
                  </a:cubicBezTo>
                  <a:cubicBezTo>
                    <a:pt x="396983" y="116881"/>
                    <a:pt x="403404" y="118588"/>
                    <a:pt x="410185" y="119171"/>
                  </a:cubicBezTo>
                  <a:cubicBezTo>
                    <a:pt x="412340" y="119351"/>
                    <a:pt x="413418" y="118363"/>
                    <a:pt x="413418" y="116208"/>
                  </a:cubicBezTo>
                  <a:moveTo>
                    <a:pt x="293348" y="244853"/>
                  </a:moveTo>
                  <a:lnTo>
                    <a:pt x="293348" y="195326"/>
                  </a:lnTo>
                  <a:cubicBezTo>
                    <a:pt x="293348" y="189623"/>
                    <a:pt x="291732" y="185133"/>
                    <a:pt x="288499" y="181900"/>
                  </a:cubicBezTo>
                  <a:cubicBezTo>
                    <a:pt x="285266" y="178667"/>
                    <a:pt x="280775" y="177051"/>
                    <a:pt x="275073" y="177051"/>
                  </a:cubicBezTo>
                  <a:lnTo>
                    <a:pt x="221639" y="177051"/>
                  </a:lnTo>
                  <a:cubicBezTo>
                    <a:pt x="219484" y="177051"/>
                    <a:pt x="218406" y="177994"/>
                    <a:pt x="218406" y="179835"/>
                  </a:cubicBezTo>
                  <a:cubicBezTo>
                    <a:pt x="218406" y="183517"/>
                    <a:pt x="219124" y="186884"/>
                    <a:pt x="220606" y="189893"/>
                  </a:cubicBezTo>
                  <a:cubicBezTo>
                    <a:pt x="222043" y="192901"/>
                    <a:pt x="224019" y="195506"/>
                    <a:pt x="226398" y="197661"/>
                  </a:cubicBezTo>
                  <a:cubicBezTo>
                    <a:pt x="228778" y="199861"/>
                    <a:pt x="231472" y="201478"/>
                    <a:pt x="234526" y="202645"/>
                  </a:cubicBezTo>
                  <a:cubicBezTo>
                    <a:pt x="237534" y="203813"/>
                    <a:pt x="240588" y="204396"/>
                    <a:pt x="243641" y="204396"/>
                  </a:cubicBezTo>
                  <a:lnTo>
                    <a:pt x="262141" y="204396"/>
                  </a:lnTo>
                  <a:lnTo>
                    <a:pt x="262141" y="217104"/>
                  </a:lnTo>
                  <a:lnTo>
                    <a:pt x="242698" y="217104"/>
                  </a:lnTo>
                  <a:cubicBezTo>
                    <a:pt x="237759" y="217104"/>
                    <a:pt x="233044" y="215981"/>
                    <a:pt x="228599" y="213736"/>
                  </a:cubicBezTo>
                  <a:cubicBezTo>
                    <a:pt x="224109" y="211491"/>
                    <a:pt x="220157" y="208527"/>
                    <a:pt x="216699" y="204845"/>
                  </a:cubicBezTo>
                  <a:cubicBezTo>
                    <a:pt x="213242" y="201163"/>
                    <a:pt x="210503" y="196987"/>
                    <a:pt x="208482" y="192362"/>
                  </a:cubicBezTo>
                  <a:cubicBezTo>
                    <a:pt x="206462" y="187737"/>
                    <a:pt x="205474" y="183023"/>
                    <a:pt x="205474" y="178263"/>
                  </a:cubicBezTo>
                  <a:cubicBezTo>
                    <a:pt x="205474" y="172381"/>
                    <a:pt x="207315" y="167935"/>
                    <a:pt x="210997" y="164837"/>
                  </a:cubicBezTo>
                  <a:cubicBezTo>
                    <a:pt x="214724" y="161739"/>
                    <a:pt x="219349" y="160212"/>
                    <a:pt x="224872" y="160212"/>
                  </a:cubicBezTo>
                  <a:lnTo>
                    <a:pt x="287825" y="160212"/>
                  </a:lnTo>
                  <a:cubicBezTo>
                    <a:pt x="289980" y="160212"/>
                    <a:pt x="291058" y="159269"/>
                    <a:pt x="291058" y="157428"/>
                  </a:cubicBezTo>
                  <a:lnTo>
                    <a:pt x="291058" y="147954"/>
                  </a:lnTo>
                  <a:cubicBezTo>
                    <a:pt x="291058" y="142251"/>
                    <a:pt x="289442" y="137761"/>
                    <a:pt x="286209" y="134528"/>
                  </a:cubicBezTo>
                  <a:cubicBezTo>
                    <a:pt x="282976" y="131295"/>
                    <a:pt x="278485" y="129679"/>
                    <a:pt x="272783" y="129679"/>
                  </a:cubicBezTo>
                  <a:lnTo>
                    <a:pt x="225096" y="129679"/>
                  </a:lnTo>
                  <a:cubicBezTo>
                    <a:pt x="217553" y="129679"/>
                    <a:pt x="210593" y="130846"/>
                    <a:pt x="204262" y="133271"/>
                  </a:cubicBezTo>
                  <a:cubicBezTo>
                    <a:pt x="197930" y="135695"/>
                    <a:pt x="192452" y="139018"/>
                    <a:pt x="187827" y="143329"/>
                  </a:cubicBezTo>
                  <a:cubicBezTo>
                    <a:pt x="183202" y="147640"/>
                    <a:pt x="179565" y="152848"/>
                    <a:pt x="176961" y="158955"/>
                  </a:cubicBezTo>
                  <a:cubicBezTo>
                    <a:pt x="174312" y="165062"/>
                    <a:pt x="173009" y="171887"/>
                    <a:pt x="173009" y="179431"/>
                  </a:cubicBezTo>
                  <a:cubicBezTo>
                    <a:pt x="173009" y="188815"/>
                    <a:pt x="174850" y="197706"/>
                    <a:pt x="178577" y="206013"/>
                  </a:cubicBezTo>
                  <a:cubicBezTo>
                    <a:pt x="182259" y="214365"/>
                    <a:pt x="187333" y="221594"/>
                    <a:pt x="193754" y="227746"/>
                  </a:cubicBezTo>
                  <a:cubicBezTo>
                    <a:pt x="200131" y="233942"/>
                    <a:pt x="207584" y="238792"/>
                    <a:pt x="215981" y="242339"/>
                  </a:cubicBezTo>
                  <a:cubicBezTo>
                    <a:pt x="224378" y="245886"/>
                    <a:pt x="233224" y="247682"/>
                    <a:pt x="242474" y="247682"/>
                  </a:cubicBezTo>
                  <a:lnTo>
                    <a:pt x="290115" y="247682"/>
                  </a:lnTo>
                  <a:cubicBezTo>
                    <a:pt x="292271" y="247637"/>
                    <a:pt x="293348" y="246695"/>
                    <a:pt x="293348" y="244853"/>
                  </a:cubicBezTo>
                  <a:moveTo>
                    <a:pt x="595497" y="209605"/>
                  </a:moveTo>
                  <a:cubicBezTo>
                    <a:pt x="595497" y="207315"/>
                    <a:pt x="596710" y="205698"/>
                    <a:pt x="599179" y="204756"/>
                  </a:cubicBezTo>
                  <a:cubicBezTo>
                    <a:pt x="601649" y="203813"/>
                    <a:pt x="605511" y="203364"/>
                    <a:pt x="610764" y="203364"/>
                  </a:cubicBezTo>
                  <a:lnTo>
                    <a:pt x="646641" y="203364"/>
                  </a:lnTo>
                  <a:cubicBezTo>
                    <a:pt x="646327" y="209381"/>
                    <a:pt x="643767" y="213736"/>
                    <a:pt x="638873" y="216430"/>
                  </a:cubicBezTo>
                  <a:cubicBezTo>
                    <a:pt x="634024" y="219124"/>
                    <a:pt x="628366" y="220516"/>
                    <a:pt x="621855" y="220516"/>
                  </a:cubicBezTo>
                  <a:cubicBezTo>
                    <a:pt x="613997" y="220516"/>
                    <a:pt x="607621" y="219439"/>
                    <a:pt x="602771" y="217373"/>
                  </a:cubicBezTo>
                  <a:cubicBezTo>
                    <a:pt x="597922" y="215263"/>
                    <a:pt x="595497" y="212703"/>
                    <a:pt x="595497" y="209605"/>
                  </a:cubicBezTo>
                  <a:moveTo>
                    <a:pt x="559890" y="202510"/>
                  </a:moveTo>
                  <a:cubicBezTo>
                    <a:pt x="559890" y="210683"/>
                    <a:pt x="561910" y="217598"/>
                    <a:pt x="565996" y="223300"/>
                  </a:cubicBezTo>
                  <a:cubicBezTo>
                    <a:pt x="570082" y="229003"/>
                    <a:pt x="575381" y="233673"/>
                    <a:pt x="581847" y="237310"/>
                  </a:cubicBezTo>
                  <a:cubicBezTo>
                    <a:pt x="588313" y="240947"/>
                    <a:pt x="595452" y="243551"/>
                    <a:pt x="603265" y="245168"/>
                  </a:cubicBezTo>
                  <a:cubicBezTo>
                    <a:pt x="611034" y="246784"/>
                    <a:pt x="618667" y="247593"/>
                    <a:pt x="626031" y="247593"/>
                  </a:cubicBezTo>
                  <a:lnTo>
                    <a:pt x="676232" y="247593"/>
                  </a:lnTo>
                  <a:cubicBezTo>
                    <a:pt x="678073" y="247593"/>
                    <a:pt x="679016" y="246515"/>
                    <a:pt x="679016" y="244360"/>
                  </a:cubicBezTo>
                  <a:lnTo>
                    <a:pt x="679016" y="197885"/>
                  </a:lnTo>
                  <a:cubicBezTo>
                    <a:pt x="679016" y="188501"/>
                    <a:pt x="677444" y="179610"/>
                    <a:pt x="674391" y="171258"/>
                  </a:cubicBezTo>
                  <a:cubicBezTo>
                    <a:pt x="671293" y="162951"/>
                    <a:pt x="666892" y="155722"/>
                    <a:pt x="661055" y="149525"/>
                  </a:cubicBezTo>
                  <a:cubicBezTo>
                    <a:pt x="655263" y="143374"/>
                    <a:pt x="648258" y="138524"/>
                    <a:pt x="639996" y="134932"/>
                  </a:cubicBezTo>
                  <a:cubicBezTo>
                    <a:pt x="631734" y="131385"/>
                    <a:pt x="622394" y="129634"/>
                    <a:pt x="611887" y="129634"/>
                  </a:cubicBezTo>
                  <a:lnTo>
                    <a:pt x="566535" y="129634"/>
                  </a:lnTo>
                  <a:cubicBezTo>
                    <a:pt x="564380" y="129634"/>
                    <a:pt x="563302" y="130577"/>
                    <a:pt x="563302" y="132418"/>
                  </a:cubicBezTo>
                  <a:lnTo>
                    <a:pt x="563302" y="141937"/>
                  </a:lnTo>
                  <a:cubicBezTo>
                    <a:pt x="563302" y="147640"/>
                    <a:pt x="564919" y="152130"/>
                    <a:pt x="568152" y="155363"/>
                  </a:cubicBezTo>
                  <a:cubicBezTo>
                    <a:pt x="571385" y="158596"/>
                    <a:pt x="575830" y="160212"/>
                    <a:pt x="581533" y="160212"/>
                  </a:cubicBezTo>
                  <a:lnTo>
                    <a:pt x="613009" y="160212"/>
                  </a:lnTo>
                  <a:cubicBezTo>
                    <a:pt x="618398" y="160212"/>
                    <a:pt x="623292" y="161335"/>
                    <a:pt x="627692" y="163670"/>
                  </a:cubicBezTo>
                  <a:cubicBezTo>
                    <a:pt x="632093" y="166005"/>
                    <a:pt x="635595" y="168968"/>
                    <a:pt x="638244" y="172695"/>
                  </a:cubicBezTo>
                  <a:lnTo>
                    <a:pt x="608160" y="172695"/>
                  </a:lnTo>
                  <a:cubicBezTo>
                    <a:pt x="592579" y="172695"/>
                    <a:pt x="580635" y="175255"/>
                    <a:pt x="572283" y="180329"/>
                  </a:cubicBezTo>
                  <a:cubicBezTo>
                    <a:pt x="564021" y="185403"/>
                    <a:pt x="559890" y="192811"/>
                    <a:pt x="559890" y="202510"/>
                  </a:cubicBezTo>
                  <a:moveTo>
                    <a:pt x="583284" y="76334"/>
                  </a:moveTo>
                  <a:cubicBezTo>
                    <a:pt x="585664" y="71036"/>
                    <a:pt x="586876" y="65109"/>
                    <a:pt x="586876" y="58643"/>
                  </a:cubicBezTo>
                  <a:cubicBezTo>
                    <a:pt x="586876" y="50785"/>
                    <a:pt x="584990" y="43376"/>
                    <a:pt x="581218" y="36326"/>
                  </a:cubicBezTo>
                  <a:cubicBezTo>
                    <a:pt x="577447" y="29276"/>
                    <a:pt x="572328" y="23080"/>
                    <a:pt x="565951" y="17692"/>
                  </a:cubicBezTo>
                  <a:cubicBezTo>
                    <a:pt x="559575" y="12303"/>
                    <a:pt x="552256" y="7993"/>
                    <a:pt x="543994" y="4849"/>
                  </a:cubicBezTo>
                  <a:cubicBezTo>
                    <a:pt x="535732" y="1706"/>
                    <a:pt x="527201" y="135"/>
                    <a:pt x="518445" y="135"/>
                  </a:cubicBezTo>
                  <a:lnTo>
                    <a:pt x="470534" y="135"/>
                  </a:lnTo>
                  <a:cubicBezTo>
                    <a:pt x="468693" y="135"/>
                    <a:pt x="467750" y="1033"/>
                    <a:pt x="467750" y="2919"/>
                  </a:cubicBezTo>
                  <a:lnTo>
                    <a:pt x="467750" y="99863"/>
                  </a:lnTo>
                  <a:cubicBezTo>
                    <a:pt x="467750" y="105566"/>
                    <a:pt x="469366" y="110056"/>
                    <a:pt x="472599" y="113289"/>
                  </a:cubicBezTo>
                  <a:cubicBezTo>
                    <a:pt x="475832" y="116522"/>
                    <a:pt x="480322" y="118139"/>
                    <a:pt x="486025" y="118139"/>
                  </a:cubicBezTo>
                  <a:lnTo>
                    <a:pt x="497340" y="118139"/>
                  </a:lnTo>
                  <a:cubicBezTo>
                    <a:pt x="499181" y="118139"/>
                    <a:pt x="500124" y="117061"/>
                    <a:pt x="500124" y="114906"/>
                  </a:cubicBezTo>
                  <a:lnTo>
                    <a:pt x="500124" y="88548"/>
                  </a:lnTo>
                  <a:cubicBezTo>
                    <a:pt x="505513" y="92858"/>
                    <a:pt x="511350" y="96181"/>
                    <a:pt x="517591" y="98516"/>
                  </a:cubicBezTo>
                  <a:cubicBezTo>
                    <a:pt x="523833" y="100851"/>
                    <a:pt x="530434" y="101974"/>
                    <a:pt x="537348" y="101974"/>
                  </a:cubicBezTo>
                  <a:cubicBezTo>
                    <a:pt x="544757" y="101974"/>
                    <a:pt x="551493" y="100941"/>
                    <a:pt x="557600" y="98830"/>
                  </a:cubicBezTo>
                  <a:cubicBezTo>
                    <a:pt x="563706" y="96765"/>
                    <a:pt x="568870" y="93846"/>
                    <a:pt x="573226" y="90030"/>
                  </a:cubicBezTo>
                  <a:cubicBezTo>
                    <a:pt x="577536" y="86168"/>
                    <a:pt x="580904" y="81633"/>
                    <a:pt x="583284" y="76334"/>
                  </a:cubicBezTo>
                  <a:moveTo>
                    <a:pt x="553558" y="58418"/>
                  </a:moveTo>
                  <a:cubicBezTo>
                    <a:pt x="553558" y="62415"/>
                    <a:pt x="551987" y="65603"/>
                    <a:pt x="548799" y="67982"/>
                  </a:cubicBezTo>
                  <a:cubicBezTo>
                    <a:pt x="545655" y="70407"/>
                    <a:pt x="541435" y="71575"/>
                    <a:pt x="536181" y="71575"/>
                  </a:cubicBezTo>
                  <a:cubicBezTo>
                    <a:pt x="531691" y="71575"/>
                    <a:pt x="527335" y="70721"/>
                    <a:pt x="523114" y="69015"/>
                  </a:cubicBezTo>
                  <a:cubicBezTo>
                    <a:pt x="518849" y="67309"/>
                    <a:pt x="515032" y="65154"/>
                    <a:pt x="511529" y="62504"/>
                  </a:cubicBezTo>
                  <a:cubicBezTo>
                    <a:pt x="508072" y="59855"/>
                    <a:pt x="505288" y="56891"/>
                    <a:pt x="503178" y="53479"/>
                  </a:cubicBezTo>
                  <a:cubicBezTo>
                    <a:pt x="501112" y="50066"/>
                    <a:pt x="500079" y="46788"/>
                    <a:pt x="500079" y="43511"/>
                  </a:cubicBezTo>
                  <a:cubicBezTo>
                    <a:pt x="500079" y="39020"/>
                    <a:pt x="501831" y="35742"/>
                    <a:pt x="505378" y="33542"/>
                  </a:cubicBezTo>
                  <a:cubicBezTo>
                    <a:pt x="508925" y="31387"/>
                    <a:pt x="512921" y="30309"/>
                    <a:pt x="517412" y="30309"/>
                  </a:cubicBezTo>
                  <a:cubicBezTo>
                    <a:pt x="521902" y="30309"/>
                    <a:pt x="526302" y="31162"/>
                    <a:pt x="530613" y="32869"/>
                  </a:cubicBezTo>
                  <a:cubicBezTo>
                    <a:pt x="534924" y="34575"/>
                    <a:pt x="538785" y="36775"/>
                    <a:pt x="542198" y="39469"/>
                  </a:cubicBezTo>
                  <a:cubicBezTo>
                    <a:pt x="545566" y="42163"/>
                    <a:pt x="548305" y="45172"/>
                    <a:pt x="550415" y="48495"/>
                  </a:cubicBezTo>
                  <a:cubicBezTo>
                    <a:pt x="552526" y="51862"/>
                    <a:pt x="553558" y="55140"/>
                    <a:pt x="553558" y="58418"/>
                  </a:cubicBezTo>
                  <a:moveTo>
                    <a:pt x="358098" y="116208"/>
                  </a:moveTo>
                  <a:lnTo>
                    <a:pt x="358098" y="91242"/>
                  </a:lnTo>
                  <a:cubicBezTo>
                    <a:pt x="358098" y="90164"/>
                    <a:pt x="357873" y="89446"/>
                    <a:pt x="357424" y="89176"/>
                  </a:cubicBezTo>
                  <a:cubicBezTo>
                    <a:pt x="356975" y="88862"/>
                    <a:pt x="356122" y="88548"/>
                    <a:pt x="354865" y="88233"/>
                  </a:cubicBezTo>
                  <a:cubicBezTo>
                    <a:pt x="352575" y="87784"/>
                    <a:pt x="350374" y="86886"/>
                    <a:pt x="348264" y="85450"/>
                  </a:cubicBezTo>
                  <a:cubicBezTo>
                    <a:pt x="346199" y="84102"/>
                    <a:pt x="344357" y="82441"/>
                    <a:pt x="342741" y="80600"/>
                  </a:cubicBezTo>
                  <a:cubicBezTo>
                    <a:pt x="341124" y="78759"/>
                    <a:pt x="339822" y="76694"/>
                    <a:pt x="338789" y="74448"/>
                  </a:cubicBezTo>
                  <a:cubicBezTo>
                    <a:pt x="337802" y="72203"/>
                    <a:pt x="337263" y="69913"/>
                    <a:pt x="337263" y="67623"/>
                  </a:cubicBezTo>
                  <a:lnTo>
                    <a:pt x="337263" y="18365"/>
                  </a:lnTo>
                  <a:cubicBezTo>
                    <a:pt x="337263" y="12663"/>
                    <a:pt x="335646" y="8172"/>
                    <a:pt x="332413" y="4939"/>
                  </a:cubicBezTo>
                  <a:cubicBezTo>
                    <a:pt x="329180" y="1706"/>
                    <a:pt x="324690" y="90"/>
                    <a:pt x="318988" y="90"/>
                  </a:cubicBezTo>
                  <a:lnTo>
                    <a:pt x="308121" y="90"/>
                  </a:lnTo>
                  <a:cubicBezTo>
                    <a:pt x="305966" y="90"/>
                    <a:pt x="304888" y="1033"/>
                    <a:pt x="304888" y="2874"/>
                  </a:cubicBezTo>
                  <a:lnTo>
                    <a:pt x="304888" y="68566"/>
                  </a:lnTo>
                  <a:cubicBezTo>
                    <a:pt x="304888" y="75346"/>
                    <a:pt x="306235" y="81678"/>
                    <a:pt x="308929" y="87515"/>
                  </a:cubicBezTo>
                  <a:cubicBezTo>
                    <a:pt x="311624" y="93397"/>
                    <a:pt x="315261" y="98561"/>
                    <a:pt x="319796" y="103141"/>
                  </a:cubicBezTo>
                  <a:cubicBezTo>
                    <a:pt x="324331" y="107676"/>
                    <a:pt x="329629" y="111358"/>
                    <a:pt x="335646" y="114097"/>
                  </a:cubicBezTo>
                  <a:cubicBezTo>
                    <a:pt x="341663" y="116881"/>
                    <a:pt x="348084" y="118588"/>
                    <a:pt x="354820" y="119171"/>
                  </a:cubicBezTo>
                  <a:cubicBezTo>
                    <a:pt x="357020" y="119351"/>
                    <a:pt x="358098" y="118363"/>
                    <a:pt x="358098" y="116208"/>
                  </a:cubicBezTo>
                  <a:moveTo>
                    <a:pt x="292854" y="115310"/>
                  </a:moveTo>
                  <a:lnTo>
                    <a:pt x="292854" y="59900"/>
                  </a:lnTo>
                  <a:lnTo>
                    <a:pt x="292854" y="59900"/>
                  </a:lnTo>
                  <a:cubicBezTo>
                    <a:pt x="292809" y="54287"/>
                    <a:pt x="291193" y="49932"/>
                    <a:pt x="288005" y="46744"/>
                  </a:cubicBezTo>
                  <a:cubicBezTo>
                    <a:pt x="284772" y="43511"/>
                    <a:pt x="280281" y="41894"/>
                    <a:pt x="274579" y="41894"/>
                  </a:cubicBezTo>
                  <a:lnTo>
                    <a:pt x="263712" y="41894"/>
                  </a:lnTo>
                  <a:cubicBezTo>
                    <a:pt x="261557" y="41894"/>
                    <a:pt x="260479" y="42837"/>
                    <a:pt x="260479" y="44678"/>
                  </a:cubicBezTo>
                  <a:lnTo>
                    <a:pt x="260479" y="59945"/>
                  </a:lnTo>
                  <a:lnTo>
                    <a:pt x="260479" y="99818"/>
                  </a:lnTo>
                  <a:cubicBezTo>
                    <a:pt x="260479" y="105521"/>
                    <a:pt x="262096" y="110011"/>
                    <a:pt x="265329" y="113244"/>
                  </a:cubicBezTo>
                  <a:cubicBezTo>
                    <a:pt x="268562" y="116477"/>
                    <a:pt x="273052" y="118094"/>
                    <a:pt x="278755" y="118094"/>
                  </a:cubicBezTo>
                  <a:lnTo>
                    <a:pt x="289621" y="118094"/>
                  </a:lnTo>
                  <a:cubicBezTo>
                    <a:pt x="291777" y="118094"/>
                    <a:pt x="292854" y="117151"/>
                    <a:pt x="292854" y="115310"/>
                  </a:cubicBezTo>
                  <a:moveTo>
                    <a:pt x="292854" y="27346"/>
                  </a:moveTo>
                  <a:lnTo>
                    <a:pt x="292854" y="18320"/>
                  </a:lnTo>
                  <a:cubicBezTo>
                    <a:pt x="292854" y="12618"/>
                    <a:pt x="291238" y="8127"/>
                    <a:pt x="288005" y="4894"/>
                  </a:cubicBezTo>
                  <a:cubicBezTo>
                    <a:pt x="284772" y="1661"/>
                    <a:pt x="280281" y="45"/>
                    <a:pt x="274579" y="45"/>
                  </a:cubicBezTo>
                  <a:lnTo>
                    <a:pt x="263219" y="45"/>
                  </a:lnTo>
                  <a:cubicBezTo>
                    <a:pt x="261378" y="45"/>
                    <a:pt x="260435" y="1123"/>
                    <a:pt x="260435" y="3278"/>
                  </a:cubicBezTo>
                  <a:lnTo>
                    <a:pt x="260435" y="27346"/>
                  </a:lnTo>
                  <a:cubicBezTo>
                    <a:pt x="260435" y="29501"/>
                    <a:pt x="261378" y="30579"/>
                    <a:pt x="263219" y="30579"/>
                  </a:cubicBezTo>
                  <a:lnTo>
                    <a:pt x="290070" y="30579"/>
                  </a:lnTo>
                  <a:cubicBezTo>
                    <a:pt x="291956" y="30579"/>
                    <a:pt x="292854" y="29501"/>
                    <a:pt x="292854" y="27346"/>
                  </a:cubicBezTo>
                  <a:moveTo>
                    <a:pt x="551358" y="146966"/>
                  </a:moveTo>
                  <a:cubicBezTo>
                    <a:pt x="551358" y="137357"/>
                    <a:pt x="543590" y="129589"/>
                    <a:pt x="534026" y="129589"/>
                  </a:cubicBezTo>
                  <a:lnTo>
                    <a:pt x="515661" y="129589"/>
                  </a:lnTo>
                  <a:cubicBezTo>
                    <a:pt x="514718" y="129589"/>
                    <a:pt x="513909" y="129948"/>
                    <a:pt x="513281" y="130532"/>
                  </a:cubicBezTo>
                  <a:lnTo>
                    <a:pt x="476416" y="165107"/>
                  </a:lnTo>
                  <a:cubicBezTo>
                    <a:pt x="463798" y="176961"/>
                    <a:pt x="446825" y="183606"/>
                    <a:pt x="428146" y="183606"/>
                  </a:cubicBezTo>
                  <a:cubicBezTo>
                    <a:pt x="408703" y="183606"/>
                    <a:pt x="391101" y="176332"/>
                    <a:pt x="378304" y="163580"/>
                  </a:cubicBezTo>
                  <a:cubicBezTo>
                    <a:pt x="378304" y="163580"/>
                    <a:pt x="351228" y="138120"/>
                    <a:pt x="350958" y="137896"/>
                  </a:cubicBezTo>
                  <a:cubicBezTo>
                    <a:pt x="345749" y="133046"/>
                    <a:pt x="338610" y="129723"/>
                    <a:pt x="330393" y="129544"/>
                  </a:cubicBezTo>
                  <a:lnTo>
                    <a:pt x="308391" y="129544"/>
                  </a:lnTo>
                  <a:cubicBezTo>
                    <a:pt x="306505" y="129544"/>
                    <a:pt x="304933" y="131115"/>
                    <a:pt x="304933" y="133001"/>
                  </a:cubicBezTo>
                  <a:lnTo>
                    <a:pt x="304933" y="230170"/>
                  </a:lnTo>
                  <a:cubicBezTo>
                    <a:pt x="304933" y="239735"/>
                    <a:pt x="312701" y="247503"/>
                    <a:pt x="322265" y="247503"/>
                  </a:cubicBezTo>
                  <a:lnTo>
                    <a:pt x="329001" y="247503"/>
                  </a:lnTo>
                  <a:lnTo>
                    <a:pt x="333536" y="247503"/>
                  </a:lnTo>
                  <a:cubicBezTo>
                    <a:pt x="335422" y="247503"/>
                    <a:pt x="336993" y="245931"/>
                    <a:pt x="336993" y="244000"/>
                  </a:cubicBezTo>
                  <a:lnTo>
                    <a:pt x="336993" y="209425"/>
                  </a:lnTo>
                  <a:cubicBezTo>
                    <a:pt x="336993" y="200400"/>
                    <a:pt x="344357" y="192901"/>
                    <a:pt x="353248" y="192901"/>
                  </a:cubicBezTo>
                  <a:cubicBezTo>
                    <a:pt x="369817" y="192901"/>
                    <a:pt x="381671" y="207090"/>
                    <a:pt x="392403" y="216565"/>
                  </a:cubicBezTo>
                  <a:cubicBezTo>
                    <a:pt x="405560" y="228150"/>
                    <a:pt x="415663" y="239330"/>
                    <a:pt x="428101" y="239330"/>
                  </a:cubicBezTo>
                  <a:cubicBezTo>
                    <a:pt x="440539" y="239330"/>
                    <a:pt x="450642" y="228150"/>
                    <a:pt x="463798" y="216565"/>
                  </a:cubicBezTo>
                  <a:cubicBezTo>
                    <a:pt x="474530" y="207090"/>
                    <a:pt x="486384" y="192901"/>
                    <a:pt x="502953" y="192901"/>
                  </a:cubicBezTo>
                  <a:cubicBezTo>
                    <a:pt x="511799" y="192901"/>
                    <a:pt x="519118" y="200265"/>
                    <a:pt x="519208" y="209246"/>
                  </a:cubicBezTo>
                  <a:lnTo>
                    <a:pt x="519208" y="230125"/>
                  </a:lnTo>
                  <a:cubicBezTo>
                    <a:pt x="519208" y="239690"/>
                    <a:pt x="526976" y="247458"/>
                    <a:pt x="536585" y="247458"/>
                  </a:cubicBezTo>
                  <a:lnTo>
                    <a:pt x="544084" y="247458"/>
                  </a:lnTo>
                  <a:cubicBezTo>
                    <a:pt x="546060" y="247458"/>
                    <a:pt x="547856" y="247458"/>
                    <a:pt x="547856" y="247458"/>
                  </a:cubicBezTo>
                  <a:cubicBezTo>
                    <a:pt x="549787" y="247458"/>
                    <a:pt x="551313" y="245886"/>
                    <a:pt x="551313" y="244000"/>
                  </a:cubicBezTo>
                  <a:cubicBezTo>
                    <a:pt x="551358" y="244090"/>
                    <a:pt x="551358" y="147774"/>
                    <a:pt x="551358" y="146966"/>
                  </a:cubicBezTo>
                  <a:moveTo>
                    <a:pt x="633844" y="36147"/>
                  </a:moveTo>
                  <a:cubicBezTo>
                    <a:pt x="637391" y="32465"/>
                    <a:pt x="641971" y="30579"/>
                    <a:pt x="647494" y="30579"/>
                  </a:cubicBezTo>
                  <a:cubicBezTo>
                    <a:pt x="651805" y="30579"/>
                    <a:pt x="656116" y="31791"/>
                    <a:pt x="660426" y="34171"/>
                  </a:cubicBezTo>
                  <a:cubicBezTo>
                    <a:pt x="664737" y="36551"/>
                    <a:pt x="668644" y="39649"/>
                    <a:pt x="672101" y="43421"/>
                  </a:cubicBezTo>
                  <a:cubicBezTo>
                    <a:pt x="675558" y="47193"/>
                    <a:pt x="678432" y="51413"/>
                    <a:pt x="680677" y="56038"/>
                  </a:cubicBezTo>
                  <a:cubicBezTo>
                    <a:pt x="682923" y="60663"/>
                    <a:pt x="684045" y="65288"/>
                    <a:pt x="684045" y="69913"/>
                  </a:cubicBezTo>
                  <a:cubicBezTo>
                    <a:pt x="684045" y="75751"/>
                    <a:pt x="682294" y="80555"/>
                    <a:pt x="678836" y="84237"/>
                  </a:cubicBezTo>
                  <a:cubicBezTo>
                    <a:pt x="675379" y="87919"/>
                    <a:pt x="670799" y="89805"/>
                    <a:pt x="665051" y="89805"/>
                  </a:cubicBezTo>
                  <a:cubicBezTo>
                    <a:pt x="660741" y="89805"/>
                    <a:pt x="656430" y="88593"/>
                    <a:pt x="652074" y="86213"/>
                  </a:cubicBezTo>
                  <a:cubicBezTo>
                    <a:pt x="647764" y="83833"/>
                    <a:pt x="643857" y="80735"/>
                    <a:pt x="640400" y="76963"/>
                  </a:cubicBezTo>
                  <a:cubicBezTo>
                    <a:pt x="636942" y="73191"/>
                    <a:pt x="634069" y="68970"/>
                    <a:pt x="631823" y="64345"/>
                  </a:cubicBezTo>
                  <a:cubicBezTo>
                    <a:pt x="629578" y="59720"/>
                    <a:pt x="628456" y="55095"/>
                    <a:pt x="628456" y="50470"/>
                  </a:cubicBezTo>
                  <a:cubicBezTo>
                    <a:pt x="628501" y="44633"/>
                    <a:pt x="630252" y="39873"/>
                    <a:pt x="633844" y="36147"/>
                  </a:cubicBezTo>
                  <a:moveTo>
                    <a:pt x="598865" y="45"/>
                  </a:moveTo>
                  <a:cubicBezTo>
                    <a:pt x="597024" y="45"/>
                    <a:pt x="596081" y="1123"/>
                    <a:pt x="596081" y="3278"/>
                  </a:cubicBezTo>
                  <a:lnTo>
                    <a:pt x="596081" y="51189"/>
                  </a:lnTo>
                  <a:cubicBezTo>
                    <a:pt x="596081" y="60439"/>
                    <a:pt x="598012" y="69240"/>
                    <a:pt x="601874" y="77547"/>
                  </a:cubicBezTo>
                  <a:cubicBezTo>
                    <a:pt x="605735" y="85899"/>
                    <a:pt x="610854" y="93263"/>
                    <a:pt x="617230" y="99639"/>
                  </a:cubicBezTo>
                  <a:cubicBezTo>
                    <a:pt x="623651" y="106060"/>
                    <a:pt x="631015" y="111089"/>
                    <a:pt x="639322" y="114816"/>
                  </a:cubicBezTo>
                  <a:cubicBezTo>
                    <a:pt x="647674" y="118543"/>
                    <a:pt x="656295" y="120384"/>
                    <a:pt x="665231" y="120384"/>
                  </a:cubicBezTo>
                  <a:cubicBezTo>
                    <a:pt x="672954" y="120384"/>
                    <a:pt x="679914" y="119126"/>
                    <a:pt x="686155" y="116657"/>
                  </a:cubicBezTo>
                  <a:cubicBezTo>
                    <a:pt x="692442" y="114187"/>
                    <a:pt x="697785" y="110730"/>
                    <a:pt x="702275" y="106239"/>
                  </a:cubicBezTo>
                  <a:cubicBezTo>
                    <a:pt x="706766" y="101749"/>
                    <a:pt x="710223" y="96406"/>
                    <a:pt x="712693" y="90164"/>
                  </a:cubicBezTo>
                  <a:cubicBezTo>
                    <a:pt x="715162" y="83878"/>
                    <a:pt x="716420" y="76918"/>
                    <a:pt x="716420" y="69195"/>
                  </a:cubicBezTo>
                  <a:cubicBezTo>
                    <a:pt x="716420" y="59945"/>
                    <a:pt x="714489" y="51144"/>
                    <a:pt x="710627" y="42837"/>
                  </a:cubicBezTo>
                  <a:cubicBezTo>
                    <a:pt x="706766" y="34485"/>
                    <a:pt x="701647" y="27121"/>
                    <a:pt x="695226" y="20745"/>
                  </a:cubicBezTo>
                  <a:cubicBezTo>
                    <a:pt x="688805" y="14324"/>
                    <a:pt x="681441" y="9295"/>
                    <a:pt x="673134" y="5568"/>
                  </a:cubicBezTo>
                  <a:cubicBezTo>
                    <a:pt x="664782" y="1841"/>
                    <a:pt x="656161" y="0"/>
                    <a:pt x="647225" y="0"/>
                  </a:cubicBezTo>
                  <a:lnTo>
                    <a:pt x="598865" y="0"/>
                  </a:lnTo>
                  <a:close/>
                  <a:moveTo>
                    <a:pt x="953685" y="87425"/>
                  </a:moveTo>
                  <a:lnTo>
                    <a:pt x="919469" y="87425"/>
                  </a:lnTo>
                  <a:cubicBezTo>
                    <a:pt x="914619" y="87425"/>
                    <a:pt x="910174" y="86123"/>
                    <a:pt x="905864" y="84327"/>
                  </a:cubicBezTo>
                  <a:cubicBezTo>
                    <a:pt x="902182" y="82755"/>
                    <a:pt x="896569" y="77861"/>
                    <a:pt x="894862" y="75975"/>
                  </a:cubicBezTo>
                  <a:cubicBezTo>
                    <a:pt x="891719" y="72518"/>
                    <a:pt x="889295" y="68521"/>
                    <a:pt x="887543" y="63941"/>
                  </a:cubicBezTo>
                  <a:cubicBezTo>
                    <a:pt x="885792" y="59406"/>
                    <a:pt x="884894" y="54736"/>
                    <a:pt x="884894" y="49977"/>
                  </a:cubicBezTo>
                  <a:cubicBezTo>
                    <a:pt x="884894" y="43825"/>
                    <a:pt x="886645" y="39020"/>
                    <a:pt x="890148" y="35653"/>
                  </a:cubicBezTo>
                  <a:cubicBezTo>
                    <a:pt x="890552" y="35248"/>
                    <a:pt x="892079" y="33991"/>
                    <a:pt x="893830" y="32958"/>
                  </a:cubicBezTo>
                  <a:cubicBezTo>
                    <a:pt x="895581" y="31926"/>
                    <a:pt x="897512" y="31387"/>
                    <a:pt x="898769" y="31117"/>
                  </a:cubicBezTo>
                  <a:cubicBezTo>
                    <a:pt x="900790" y="30624"/>
                    <a:pt x="903079" y="30354"/>
                    <a:pt x="905414" y="30354"/>
                  </a:cubicBezTo>
                  <a:cubicBezTo>
                    <a:pt x="907749" y="30354"/>
                    <a:pt x="910040" y="30624"/>
                    <a:pt x="912060" y="31117"/>
                  </a:cubicBezTo>
                  <a:cubicBezTo>
                    <a:pt x="915922" y="31881"/>
                    <a:pt x="919693" y="33407"/>
                    <a:pt x="923420" y="35742"/>
                  </a:cubicBezTo>
                  <a:cubicBezTo>
                    <a:pt x="928764" y="39110"/>
                    <a:pt x="934422" y="44274"/>
                    <a:pt x="938238" y="49213"/>
                  </a:cubicBezTo>
                  <a:lnTo>
                    <a:pt x="902631" y="49213"/>
                  </a:lnTo>
                  <a:cubicBezTo>
                    <a:pt x="900475" y="49213"/>
                    <a:pt x="899442" y="50156"/>
                    <a:pt x="899442" y="51997"/>
                  </a:cubicBezTo>
                  <a:cubicBezTo>
                    <a:pt x="899442" y="55679"/>
                    <a:pt x="899981" y="58059"/>
                    <a:pt x="901463" y="61067"/>
                  </a:cubicBezTo>
                  <a:cubicBezTo>
                    <a:pt x="902900" y="64076"/>
                    <a:pt x="909770" y="74538"/>
                    <a:pt x="923780" y="74538"/>
                  </a:cubicBezTo>
                  <a:lnTo>
                    <a:pt x="956918" y="74538"/>
                  </a:lnTo>
                  <a:cubicBezTo>
                    <a:pt x="962710" y="74538"/>
                    <a:pt x="966707" y="73012"/>
                    <a:pt x="968952" y="69913"/>
                  </a:cubicBezTo>
                  <a:cubicBezTo>
                    <a:pt x="971152" y="66860"/>
                    <a:pt x="971825" y="64211"/>
                    <a:pt x="971825" y="60035"/>
                  </a:cubicBezTo>
                  <a:cubicBezTo>
                    <a:pt x="971825" y="53254"/>
                    <a:pt x="970029" y="46609"/>
                    <a:pt x="966437" y="39469"/>
                  </a:cubicBezTo>
                  <a:cubicBezTo>
                    <a:pt x="962845" y="32330"/>
                    <a:pt x="957995" y="25819"/>
                    <a:pt x="951889" y="19937"/>
                  </a:cubicBezTo>
                  <a:cubicBezTo>
                    <a:pt x="945782" y="14055"/>
                    <a:pt x="938687" y="9295"/>
                    <a:pt x="930605" y="5613"/>
                  </a:cubicBezTo>
                  <a:cubicBezTo>
                    <a:pt x="922522" y="1931"/>
                    <a:pt x="914036" y="45"/>
                    <a:pt x="905190" y="45"/>
                  </a:cubicBezTo>
                  <a:lnTo>
                    <a:pt x="856471" y="45"/>
                  </a:lnTo>
                  <a:cubicBezTo>
                    <a:pt x="855034" y="45"/>
                    <a:pt x="853911" y="1167"/>
                    <a:pt x="853911" y="2604"/>
                  </a:cubicBezTo>
                  <a:lnTo>
                    <a:pt x="853911" y="51144"/>
                  </a:lnTo>
                  <a:cubicBezTo>
                    <a:pt x="853911" y="60214"/>
                    <a:pt x="855662" y="68836"/>
                    <a:pt x="859165" y="76918"/>
                  </a:cubicBezTo>
                  <a:cubicBezTo>
                    <a:pt x="862667" y="85001"/>
                    <a:pt x="867427" y="92095"/>
                    <a:pt x="873489" y="98157"/>
                  </a:cubicBezTo>
                  <a:cubicBezTo>
                    <a:pt x="879506" y="104264"/>
                    <a:pt x="886511" y="109068"/>
                    <a:pt x="894548" y="112571"/>
                  </a:cubicBezTo>
                  <a:cubicBezTo>
                    <a:pt x="902541" y="116118"/>
                    <a:pt x="911162" y="118049"/>
                    <a:pt x="920322" y="118049"/>
                  </a:cubicBezTo>
                  <a:lnTo>
                    <a:pt x="969221" y="118049"/>
                  </a:lnTo>
                  <a:cubicBezTo>
                    <a:pt x="970658" y="118049"/>
                    <a:pt x="971781" y="116926"/>
                    <a:pt x="971781" y="115489"/>
                  </a:cubicBezTo>
                  <a:lnTo>
                    <a:pt x="971781" y="105656"/>
                  </a:lnTo>
                  <a:cubicBezTo>
                    <a:pt x="971781" y="99953"/>
                    <a:pt x="970164" y="95508"/>
                    <a:pt x="966976" y="92230"/>
                  </a:cubicBezTo>
                  <a:cubicBezTo>
                    <a:pt x="963743" y="89042"/>
                    <a:pt x="959297" y="87425"/>
                    <a:pt x="953685" y="87425"/>
                  </a:cubicBezTo>
                  <a:moveTo>
                    <a:pt x="853866" y="106554"/>
                  </a:moveTo>
                  <a:lnTo>
                    <a:pt x="853866" y="114726"/>
                  </a:lnTo>
                  <a:cubicBezTo>
                    <a:pt x="853866" y="116881"/>
                    <a:pt x="852968" y="118094"/>
                    <a:pt x="851127" y="118094"/>
                  </a:cubicBezTo>
                  <a:lnTo>
                    <a:pt x="825443" y="118049"/>
                  </a:lnTo>
                  <a:cubicBezTo>
                    <a:pt x="821088" y="118049"/>
                    <a:pt x="817001" y="116522"/>
                    <a:pt x="813185" y="113783"/>
                  </a:cubicBezTo>
                  <a:cubicBezTo>
                    <a:pt x="813185" y="113783"/>
                    <a:pt x="774344" y="83160"/>
                    <a:pt x="774254" y="83070"/>
                  </a:cubicBezTo>
                  <a:cubicBezTo>
                    <a:pt x="771650" y="80735"/>
                    <a:pt x="769899" y="76918"/>
                    <a:pt x="769899" y="72563"/>
                  </a:cubicBezTo>
                  <a:lnTo>
                    <a:pt x="769899" y="59945"/>
                  </a:lnTo>
                  <a:cubicBezTo>
                    <a:pt x="769899" y="57790"/>
                    <a:pt x="770572" y="56712"/>
                    <a:pt x="771919" y="56712"/>
                  </a:cubicBezTo>
                  <a:cubicBezTo>
                    <a:pt x="773311" y="56712"/>
                    <a:pt x="775152" y="57610"/>
                    <a:pt x="776095" y="57879"/>
                  </a:cubicBezTo>
                  <a:cubicBezTo>
                    <a:pt x="778116" y="58598"/>
                    <a:pt x="780630" y="59271"/>
                    <a:pt x="780720" y="59316"/>
                  </a:cubicBezTo>
                  <a:cubicBezTo>
                    <a:pt x="784761" y="60618"/>
                    <a:pt x="788713" y="61292"/>
                    <a:pt x="792529" y="61292"/>
                  </a:cubicBezTo>
                  <a:cubicBezTo>
                    <a:pt x="800567" y="61292"/>
                    <a:pt x="806988" y="57700"/>
                    <a:pt x="809009" y="51997"/>
                  </a:cubicBezTo>
                  <a:cubicBezTo>
                    <a:pt x="810850" y="46699"/>
                    <a:pt x="805641" y="34440"/>
                    <a:pt x="787815" y="29950"/>
                  </a:cubicBezTo>
                  <a:cubicBezTo>
                    <a:pt x="774479" y="26582"/>
                    <a:pt x="762086" y="29187"/>
                    <a:pt x="758449" y="35832"/>
                  </a:cubicBezTo>
                  <a:cubicBezTo>
                    <a:pt x="758449" y="35832"/>
                    <a:pt x="757910" y="36865"/>
                    <a:pt x="757550" y="37943"/>
                  </a:cubicBezTo>
                  <a:cubicBezTo>
                    <a:pt x="757236" y="38975"/>
                    <a:pt x="757146" y="40547"/>
                    <a:pt x="757146" y="41176"/>
                  </a:cubicBezTo>
                  <a:lnTo>
                    <a:pt x="757146" y="89491"/>
                  </a:lnTo>
                  <a:cubicBezTo>
                    <a:pt x="757146" y="96765"/>
                    <a:pt x="756024" y="103455"/>
                    <a:pt x="751489" y="109427"/>
                  </a:cubicBezTo>
                  <a:cubicBezTo>
                    <a:pt x="748929" y="112840"/>
                    <a:pt x="745427" y="115669"/>
                    <a:pt x="741386" y="116971"/>
                  </a:cubicBezTo>
                  <a:cubicBezTo>
                    <a:pt x="738736" y="117824"/>
                    <a:pt x="735863" y="118094"/>
                    <a:pt x="733168" y="118094"/>
                  </a:cubicBezTo>
                  <a:cubicBezTo>
                    <a:pt x="731282" y="118094"/>
                    <a:pt x="728005" y="118004"/>
                    <a:pt x="726478" y="117196"/>
                  </a:cubicBezTo>
                  <a:cubicBezTo>
                    <a:pt x="725355" y="116567"/>
                    <a:pt x="725355" y="115399"/>
                    <a:pt x="725355" y="114277"/>
                  </a:cubicBezTo>
                  <a:lnTo>
                    <a:pt x="725355" y="106329"/>
                  </a:lnTo>
                  <a:lnTo>
                    <a:pt x="725355" y="100222"/>
                  </a:lnTo>
                  <a:lnTo>
                    <a:pt x="725355" y="82531"/>
                  </a:lnTo>
                  <a:lnTo>
                    <a:pt x="725355" y="2649"/>
                  </a:lnTo>
                  <a:cubicBezTo>
                    <a:pt x="725355" y="1212"/>
                    <a:pt x="726478" y="90"/>
                    <a:pt x="727915" y="90"/>
                  </a:cubicBezTo>
                  <a:cubicBezTo>
                    <a:pt x="728005" y="90"/>
                    <a:pt x="775556" y="90"/>
                    <a:pt x="775556" y="90"/>
                  </a:cubicBezTo>
                  <a:cubicBezTo>
                    <a:pt x="783414" y="90"/>
                    <a:pt x="791272" y="1437"/>
                    <a:pt x="799355" y="4131"/>
                  </a:cubicBezTo>
                  <a:cubicBezTo>
                    <a:pt x="807437" y="6825"/>
                    <a:pt x="814756" y="10462"/>
                    <a:pt x="821222" y="15087"/>
                  </a:cubicBezTo>
                  <a:cubicBezTo>
                    <a:pt x="827733" y="19712"/>
                    <a:pt x="833032" y="25145"/>
                    <a:pt x="837118" y="31387"/>
                  </a:cubicBezTo>
                  <a:cubicBezTo>
                    <a:pt x="841204" y="37628"/>
                    <a:pt x="843225" y="44319"/>
                    <a:pt x="843225" y="51369"/>
                  </a:cubicBezTo>
                  <a:cubicBezTo>
                    <a:pt x="843225" y="58912"/>
                    <a:pt x="840979" y="64974"/>
                    <a:pt x="836759" y="69779"/>
                  </a:cubicBezTo>
                  <a:cubicBezTo>
                    <a:pt x="830023" y="77502"/>
                    <a:pt x="822569" y="80465"/>
                    <a:pt x="820324" y="81902"/>
                  </a:cubicBezTo>
                  <a:cubicBezTo>
                    <a:pt x="822345" y="83474"/>
                    <a:pt x="827015" y="87201"/>
                    <a:pt x="833391" y="92230"/>
                  </a:cubicBezTo>
                  <a:cubicBezTo>
                    <a:pt x="845649" y="101929"/>
                    <a:pt x="851846" y="103680"/>
                    <a:pt x="851891" y="103680"/>
                  </a:cubicBezTo>
                  <a:cubicBezTo>
                    <a:pt x="852878" y="103994"/>
                    <a:pt x="853866" y="105296"/>
                    <a:pt x="853866" y="106554"/>
                  </a:cubicBezTo>
                  <a:moveTo>
                    <a:pt x="248491" y="17422"/>
                  </a:moveTo>
                  <a:cubicBezTo>
                    <a:pt x="248491" y="7813"/>
                    <a:pt x="240722" y="45"/>
                    <a:pt x="231158" y="45"/>
                  </a:cubicBezTo>
                  <a:lnTo>
                    <a:pt x="212748" y="45"/>
                  </a:lnTo>
                  <a:cubicBezTo>
                    <a:pt x="211850" y="45"/>
                    <a:pt x="210997" y="404"/>
                    <a:pt x="210368" y="988"/>
                  </a:cubicBezTo>
                  <a:lnTo>
                    <a:pt x="173548" y="35563"/>
                  </a:lnTo>
                  <a:cubicBezTo>
                    <a:pt x="160931" y="47417"/>
                    <a:pt x="143957" y="54063"/>
                    <a:pt x="125278" y="54063"/>
                  </a:cubicBezTo>
                  <a:cubicBezTo>
                    <a:pt x="105790" y="54063"/>
                    <a:pt x="88188" y="46788"/>
                    <a:pt x="75436" y="34036"/>
                  </a:cubicBezTo>
                  <a:cubicBezTo>
                    <a:pt x="75436" y="34036"/>
                    <a:pt x="48360" y="8576"/>
                    <a:pt x="48091" y="8352"/>
                  </a:cubicBezTo>
                  <a:cubicBezTo>
                    <a:pt x="42882" y="3502"/>
                    <a:pt x="35742" y="180"/>
                    <a:pt x="27525" y="0"/>
                  </a:cubicBezTo>
                  <a:lnTo>
                    <a:pt x="5523" y="0"/>
                  </a:lnTo>
                  <a:cubicBezTo>
                    <a:pt x="3592" y="0"/>
                    <a:pt x="2065" y="1572"/>
                    <a:pt x="2065" y="3458"/>
                  </a:cubicBezTo>
                  <a:lnTo>
                    <a:pt x="2065" y="100627"/>
                  </a:lnTo>
                  <a:cubicBezTo>
                    <a:pt x="2065" y="110191"/>
                    <a:pt x="9834" y="117959"/>
                    <a:pt x="19398" y="117959"/>
                  </a:cubicBezTo>
                  <a:lnTo>
                    <a:pt x="26088" y="117959"/>
                  </a:lnTo>
                  <a:lnTo>
                    <a:pt x="30624" y="117959"/>
                  </a:lnTo>
                  <a:cubicBezTo>
                    <a:pt x="32554" y="117959"/>
                    <a:pt x="34081" y="116387"/>
                    <a:pt x="34081" y="114457"/>
                  </a:cubicBezTo>
                  <a:lnTo>
                    <a:pt x="34081" y="79882"/>
                  </a:lnTo>
                  <a:cubicBezTo>
                    <a:pt x="34081" y="70811"/>
                    <a:pt x="41445" y="63357"/>
                    <a:pt x="50336" y="63357"/>
                  </a:cubicBezTo>
                  <a:cubicBezTo>
                    <a:pt x="66905" y="63357"/>
                    <a:pt x="78759" y="77547"/>
                    <a:pt x="89491" y="87021"/>
                  </a:cubicBezTo>
                  <a:cubicBezTo>
                    <a:pt x="102647" y="98606"/>
                    <a:pt x="112750" y="109787"/>
                    <a:pt x="125188" y="109787"/>
                  </a:cubicBezTo>
                  <a:cubicBezTo>
                    <a:pt x="137626" y="109787"/>
                    <a:pt x="147729" y="98606"/>
                    <a:pt x="160886" y="87021"/>
                  </a:cubicBezTo>
                  <a:cubicBezTo>
                    <a:pt x="171617" y="77547"/>
                    <a:pt x="183472" y="63357"/>
                    <a:pt x="200041" y="63357"/>
                  </a:cubicBezTo>
                  <a:cubicBezTo>
                    <a:pt x="208887" y="63357"/>
                    <a:pt x="216206" y="70721"/>
                    <a:pt x="216295" y="79702"/>
                  </a:cubicBezTo>
                  <a:lnTo>
                    <a:pt x="216295" y="100582"/>
                  </a:lnTo>
                  <a:cubicBezTo>
                    <a:pt x="216295" y="110146"/>
                    <a:pt x="224064" y="117914"/>
                    <a:pt x="233673" y="117914"/>
                  </a:cubicBezTo>
                  <a:lnTo>
                    <a:pt x="241171" y="117914"/>
                  </a:lnTo>
                  <a:cubicBezTo>
                    <a:pt x="243147" y="117914"/>
                    <a:pt x="244943" y="117914"/>
                    <a:pt x="244943" y="117914"/>
                  </a:cubicBezTo>
                  <a:cubicBezTo>
                    <a:pt x="246874" y="117914"/>
                    <a:pt x="248446" y="116342"/>
                    <a:pt x="248446" y="114412"/>
                  </a:cubicBezTo>
                  <a:cubicBezTo>
                    <a:pt x="248491" y="114546"/>
                    <a:pt x="248491" y="18230"/>
                    <a:pt x="248491" y="17422"/>
                  </a:cubicBezTo>
                  <a:moveTo>
                    <a:pt x="75346" y="159179"/>
                  </a:moveTo>
                  <a:cubicBezTo>
                    <a:pt x="80825" y="160661"/>
                    <a:pt x="85539" y="162547"/>
                    <a:pt x="89580" y="164837"/>
                  </a:cubicBezTo>
                  <a:cubicBezTo>
                    <a:pt x="91601" y="166050"/>
                    <a:pt x="93128" y="166858"/>
                    <a:pt x="94071" y="167127"/>
                  </a:cubicBezTo>
                  <a:cubicBezTo>
                    <a:pt x="95059" y="167442"/>
                    <a:pt x="96181" y="167576"/>
                    <a:pt x="97438" y="167576"/>
                  </a:cubicBezTo>
                  <a:cubicBezTo>
                    <a:pt x="100222" y="167576"/>
                    <a:pt x="103141" y="166050"/>
                    <a:pt x="106239" y="162951"/>
                  </a:cubicBezTo>
                  <a:lnTo>
                    <a:pt x="118049" y="150693"/>
                  </a:lnTo>
                  <a:cubicBezTo>
                    <a:pt x="118498" y="150244"/>
                    <a:pt x="118722" y="149705"/>
                    <a:pt x="118722" y="149076"/>
                  </a:cubicBezTo>
                  <a:cubicBezTo>
                    <a:pt x="118722" y="148313"/>
                    <a:pt x="118273" y="147460"/>
                    <a:pt x="117330" y="146517"/>
                  </a:cubicBezTo>
                  <a:cubicBezTo>
                    <a:pt x="110685" y="140500"/>
                    <a:pt x="102108" y="135785"/>
                    <a:pt x="91556" y="132418"/>
                  </a:cubicBezTo>
                  <a:cubicBezTo>
                    <a:pt x="81004" y="129050"/>
                    <a:pt x="69868" y="127344"/>
                    <a:pt x="58104" y="127344"/>
                  </a:cubicBezTo>
                  <a:cubicBezTo>
                    <a:pt x="50830" y="127344"/>
                    <a:pt x="43960" y="128017"/>
                    <a:pt x="37404" y="129409"/>
                  </a:cubicBezTo>
                  <a:cubicBezTo>
                    <a:pt x="30848" y="130801"/>
                    <a:pt x="25056" y="132956"/>
                    <a:pt x="19937" y="135875"/>
                  </a:cubicBezTo>
                  <a:cubicBezTo>
                    <a:pt x="14863" y="138839"/>
                    <a:pt x="10777" y="142655"/>
                    <a:pt x="7813" y="147325"/>
                  </a:cubicBezTo>
                  <a:cubicBezTo>
                    <a:pt x="4805" y="152040"/>
                    <a:pt x="3278" y="157698"/>
                    <a:pt x="3278" y="164343"/>
                  </a:cubicBezTo>
                  <a:cubicBezTo>
                    <a:pt x="3278" y="170226"/>
                    <a:pt x="4580" y="175210"/>
                    <a:pt x="7184" y="179386"/>
                  </a:cubicBezTo>
                  <a:cubicBezTo>
                    <a:pt x="9834" y="183562"/>
                    <a:pt x="13426" y="187109"/>
                    <a:pt x="18051" y="190028"/>
                  </a:cubicBezTo>
                  <a:cubicBezTo>
                    <a:pt x="22676" y="192946"/>
                    <a:pt x="28199" y="195326"/>
                    <a:pt x="34485" y="197077"/>
                  </a:cubicBezTo>
                  <a:cubicBezTo>
                    <a:pt x="40816" y="198873"/>
                    <a:pt x="47686" y="200265"/>
                    <a:pt x="55050" y="201343"/>
                  </a:cubicBezTo>
                  <a:cubicBezTo>
                    <a:pt x="60439" y="202106"/>
                    <a:pt x="64839" y="202870"/>
                    <a:pt x="68252" y="203543"/>
                  </a:cubicBezTo>
                  <a:cubicBezTo>
                    <a:pt x="71664" y="204262"/>
                    <a:pt x="74359" y="204935"/>
                    <a:pt x="76334" y="205609"/>
                  </a:cubicBezTo>
                  <a:cubicBezTo>
                    <a:pt x="78355" y="206327"/>
                    <a:pt x="79702" y="207046"/>
                    <a:pt x="80420" y="207944"/>
                  </a:cubicBezTo>
                  <a:cubicBezTo>
                    <a:pt x="81094" y="208797"/>
                    <a:pt x="81453" y="209830"/>
                    <a:pt x="81453" y="211087"/>
                  </a:cubicBezTo>
                  <a:cubicBezTo>
                    <a:pt x="81453" y="213556"/>
                    <a:pt x="79926" y="215263"/>
                    <a:pt x="76918" y="216295"/>
                  </a:cubicBezTo>
                  <a:cubicBezTo>
                    <a:pt x="73910" y="217283"/>
                    <a:pt x="69913" y="217822"/>
                    <a:pt x="65019" y="217822"/>
                  </a:cubicBezTo>
                  <a:cubicBezTo>
                    <a:pt x="56847" y="217822"/>
                    <a:pt x="49887" y="217104"/>
                    <a:pt x="44184" y="215712"/>
                  </a:cubicBezTo>
                  <a:cubicBezTo>
                    <a:pt x="38481" y="214320"/>
                    <a:pt x="33542" y="212389"/>
                    <a:pt x="29366" y="209919"/>
                  </a:cubicBezTo>
                  <a:cubicBezTo>
                    <a:pt x="27391" y="208707"/>
                    <a:pt x="25864" y="207944"/>
                    <a:pt x="24876" y="207629"/>
                  </a:cubicBezTo>
                  <a:cubicBezTo>
                    <a:pt x="23888" y="207315"/>
                    <a:pt x="22766" y="207180"/>
                    <a:pt x="21508" y="207180"/>
                  </a:cubicBezTo>
                  <a:cubicBezTo>
                    <a:pt x="18724" y="207180"/>
                    <a:pt x="15806" y="208752"/>
                    <a:pt x="12707" y="211805"/>
                  </a:cubicBezTo>
                  <a:lnTo>
                    <a:pt x="674" y="224288"/>
                  </a:lnTo>
                  <a:cubicBezTo>
                    <a:pt x="224" y="224737"/>
                    <a:pt x="0" y="225276"/>
                    <a:pt x="0" y="225905"/>
                  </a:cubicBezTo>
                  <a:cubicBezTo>
                    <a:pt x="0" y="226668"/>
                    <a:pt x="449" y="227521"/>
                    <a:pt x="1392" y="228464"/>
                  </a:cubicBezTo>
                  <a:cubicBezTo>
                    <a:pt x="4311" y="231383"/>
                    <a:pt x="8082" y="234077"/>
                    <a:pt x="12618" y="236457"/>
                  </a:cubicBezTo>
                  <a:cubicBezTo>
                    <a:pt x="17153" y="238837"/>
                    <a:pt x="22317" y="240857"/>
                    <a:pt x="28109" y="242474"/>
                  </a:cubicBezTo>
                  <a:cubicBezTo>
                    <a:pt x="33901" y="244090"/>
                    <a:pt x="40188" y="245347"/>
                    <a:pt x="46968" y="246290"/>
                  </a:cubicBezTo>
                  <a:cubicBezTo>
                    <a:pt x="53748" y="247233"/>
                    <a:pt x="60843" y="247682"/>
                    <a:pt x="68252" y="247682"/>
                  </a:cubicBezTo>
                  <a:lnTo>
                    <a:pt x="117106" y="247682"/>
                  </a:lnTo>
                  <a:cubicBezTo>
                    <a:pt x="117869" y="247682"/>
                    <a:pt x="118408" y="247368"/>
                    <a:pt x="118722" y="246739"/>
                  </a:cubicBezTo>
                  <a:cubicBezTo>
                    <a:pt x="118902" y="246425"/>
                    <a:pt x="118947" y="246021"/>
                    <a:pt x="118947" y="245572"/>
                  </a:cubicBezTo>
                  <a:lnTo>
                    <a:pt x="118947" y="218496"/>
                  </a:lnTo>
                  <a:cubicBezTo>
                    <a:pt x="118947" y="210638"/>
                    <a:pt x="118049" y="204127"/>
                    <a:pt x="116163" y="198918"/>
                  </a:cubicBezTo>
                  <a:cubicBezTo>
                    <a:pt x="114322" y="193754"/>
                    <a:pt x="111673" y="189578"/>
                    <a:pt x="108305" y="186345"/>
                  </a:cubicBezTo>
                  <a:cubicBezTo>
                    <a:pt x="104892" y="183113"/>
                    <a:pt x="100806" y="180643"/>
                    <a:pt x="95957" y="178937"/>
                  </a:cubicBezTo>
                  <a:cubicBezTo>
                    <a:pt x="91107" y="177230"/>
                    <a:pt x="85674" y="175928"/>
                    <a:pt x="79612" y="175030"/>
                  </a:cubicBezTo>
                  <a:cubicBezTo>
                    <a:pt x="67129" y="173144"/>
                    <a:pt x="57251" y="171483"/>
                    <a:pt x="49977" y="169911"/>
                  </a:cubicBezTo>
                  <a:cubicBezTo>
                    <a:pt x="42747" y="168384"/>
                    <a:pt x="39110" y="166139"/>
                    <a:pt x="39110" y="163221"/>
                  </a:cubicBezTo>
                  <a:cubicBezTo>
                    <a:pt x="39110" y="159045"/>
                    <a:pt x="44947" y="156979"/>
                    <a:pt x="56712" y="156979"/>
                  </a:cubicBezTo>
                  <a:cubicBezTo>
                    <a:pt x="63627" y="156979"/>
                    <a:pt x="69868" y="157698"/>
                    <a:pt x="75346" y="159179"/>
                  </a:cubicBezTo>
                </a:path>
              </a:pathLst>
            </a:custGeom>
            <a:solidFill>
              <a:srgbClr val="2DBECD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pic>
          <p:nvPicPr>
            <p:cNvPr id="47" name="Grafik 46">
              <a:extLst>
                <a:ext uri="{FF2B5EF4-FFF2-40B4-BE49-F238E27FC236}">
                  <a16:creationId xmlns:a16="http://schemas.microsoft.com/office/drawing/2014/main" id="{476B96C3-FD57-4E71-9A1D-84C749BAE1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15688" y="6166994"/>
              <a:ext cx="1237859" cy="248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8486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72E51C3F-45BF-4228-9D36-14DF5EDD2289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45" name="Bildplatzhalter 62">
            <a:extLst>
              <a:ext uri="{FF2B5EF4-FFF2-40B4-BE49-F238E27FC236}">
                <a16:creationId xmlns:a16="http://schemas.microsoft.com/office/drawing/2014/main" id="{5AA96D2F-C803-46E7-B4BD-F75DFA8303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89003" y="-1"/>
            <a:ext cx="5802996" cy="5189065"/>
          </a:xfrm>
          <a:custGeom>
            <a:avLst/>
            <a:gdLst>
              <a:gd name="connsiteX0" fmla="*/ 0 w 5802996"/>
              <a:gd name="connsiteY0" fmla="*/ 0 h 5189065"/>
              <a:gd name="connsiteX1" fmla="*/ 5802996 w 5802996"/>
              <a:gd name="connsiteY1" fmla="*/ 0 h 5189065"/>
              <a:gd name="connsiteX2" fmla="*/ 5802996 w 5802996"/>
              <a:gd name="connsiteY2" fmla="*/ 5174145 h 5189065"/>
              <a:gd name="connsiteX3" fmla="*/ 5799234 w 5802996"/>
              <a:gd name="connsiteY3" fmla="*/ 5174691 h 5189065"/>
              <a:gd name="connsiteX4" fmla="*/ 5329484 w 5802996"/>
              <a:gd name="connsiteY4" fmla="*/ 5169087 h 5189065"/>
              <a:gd name="connsiteX5" fmla="*/ 1552731 w 5802996"/>
              <a:gd name="connsiteY5" fmla="*/ 4477977 h 5189065"/>
              <a:gd name="connsiteX6" fmla="*/ 165046 w 5802996"/>
              <a:gd name="connsiteY6" fmla="*/ 2262690 h 5189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02996" h="5189065">
                <a:moveTo>
                  <a:pt x="0" y="0"/>
                </a:moveTo>
                <a:lnTo>
                  <a:pt x="5802996" y="0"/>
                </a:lnTo>
                <a:lnTo>
                  <a:pt x="5802996" y="5174145"/>
                </a:lnTo>
                <a:lnTo>
                  <a:pt x="5799234" y="5174691"/>
                </a:lnTo>
                <a:cubicBezTo>
                  <a:pt x="5669842" y="5190567"/>
                  <a:pt x="5498256" y="5198973"/>
                  <a:pt x="5329484" y="5169087"/>
                </a:cubicBezTo>
                <a:cubicBezTo>
                  <a:pt x="1552731" y="4477977"/>
                  <a:pt x="1552731" y="4477977"/>
                  <a:pt x="1552731" y="4477977"/>
                </a:cubicBezTo>
                <a:cubicBezTo>
                  <a:pt x="1552731" y="4477977"/>
                  <a:pt x="183799" y="4470505"/>
                  <a:pt x="165046" y="226269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tIns="720000" anchor="ctr">
            <a:noAutofit/>
          </a:bodyPr>
          <a:lstStyle>
            <a:lvl1pPr algn="ctr">
              <a:defRPr sz="1000">
                <a:solidFill>
                  <a:schemeClr val="accent3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3" name="Rechteck 18">
            <a:extLst>
              <a:ext uri="{FF2B5EF4-FFF2-40B4-BE49-F238E27FC236}">
                <a16:creationId xmlns:a16="http://schemas.microsoft.com/office/drawing/2014/main" id="{D7B39C99-1523-43D4-B156-FE761A4D5C65}"/>
              </a:ext>
            </a:extLst>
          </p:cNvPr>
          <p:cNvSpPr/>
          <p:nvPr/>
        </p:nvSpPr>
        <p:spPr bwMode="gray">
          <a:xfrm>
            <a:off x="623634" y="404664"/>
            <a:ext cx="5327407" cy="14386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lIns="0" tIns="0" rIns="0" bIns="0" rtlCol="0" anchor="t" anchorCtr="0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700" kern="0" dirty="0">
                <a:solidFill>
                  <a:schemeClr val="accent1"/>
                </a:solidFill>
                <a:latin typeface="+mn-lt"/>
              </a:rPr>
              <a:t>The businesses of Merck KGaA, Darmstadt, Germany operate as </a:t>
            </a:r>
            <a:br>
              <a:rPr lang="en-US" sz="700" kern="0" dirty="0">
                <a:solidFill>
                  <a:schemeClr val="accent1"/>
                </a:solidFill>
                <a:latin typeface="+mn-lt"/>
              </a:rPr>
            </a:br>
            <a:r>
              <a:rPr lang="en-US" sz="700" kern="0" dirty="0">
                <a:solidFill>
                  <a:schemeClr val="accent1"/>
                </a:solidFill>
                <a:latin typeface="+mn-lt"/>
              </a:rPr>
              <a:t>EMD Serono, MilliporeSigma and EMD Electronics in the U.S. and Canada.</a:t>
            </a:r>
          </a:p>
        </p:txBody>
      </p:sp>
      <p:pic>
        <p:nvPicPr>
          <p:cNvPr id="15" name="M">
            <a:extLst>
              <a:ext uri="{FF2B5EF4-FFF2-40B4-BE49-F238E27FC236}">
                <a16:creationId xmlns:a16="http://schemas.microsoft.com/office/drawing/2014/main" id="{49D9562A-119D-4E8C-AFC9-B268D9464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05" y="5293713"/>
            <a:ext cx="2455069" cy="1241153"/>
          </a:xfrm>
          <a:prstGeom prst="rect">
            <a:avLst/>
          </a:prstGeom>
        </p:spPr>
      </p:pic>
      <p:sp>
        <p:nvSpPr>
          <p:cNvPr id="80" name="Freihandform: Form 79">
            <a:extLst>
              <a:ext uri="{FF2B5EF4-FFF2-40B4-BE49-F238E27FC236}">
                <a16:creationId xmlns:a16="http://schemas.microsoft.com/office/drawing/2014/main" id="{1A8A9A6D-FAA8-4F80-8901-3912B6505F22}"/>
              </a:ext>
            </a:extLst>
          </p:cNvPr>
          <p:cNvSpPr>
            <a:spLocks/>
          </p:cNvSpPr>
          <p:nvPr/>
        </p:nvSpPr>
        <p:spPr bwMode="auto">
          <a:xfrm>
            <a:off x="7119912" y="5347531"/>
            <a:ext cx="5072087" cy="1510469"/>
          </a:xfrm>
          <a:custGeom>
            <a:avLst/>
            <a:gdLst>
              <a:gd name="connsiteX0" fmla="*/ 1884742 w 5072087"/>
              <a:gd name="connsiteY0" fmla="*/ 82 h 1510469"/>
              <a:gd name="connsiteX1" fmla="*/ 3083240 w 5072087"/>
              <a:gd name="connsiteY1" fmla="*/ 106000 h 1510469"/>
              <a:gd name="connsiteX2" fmla="*/ 5022630 w 5072087"/>
              <a:gd name="connsiteY2" fmla="*/ 414291 h 1510469"/>
              <a:gd name="connsiteX3" fmla="*/ 5072087 w 5072087"/>
              <a:gd name="connsiteY3" fmla="*/ 422281 h 1510469"/>
              <a:gd name="connsiteX4" fmla="*/ 5072087 w 5072087"/>
              <a:gd name="connsiteY4" fmla="*/ 1510469 h 1510469"/>
              <a:gd name="connsiteX5" fmla="*/ 0 w 5072087"/>
              <a:gd name="connsiteY5" fmla="*/ 1510469 h 1510469"/>
              <a:gd name="connsiteX6" fmla="*/ 16587 w 5072087"/>
              <a:gd name="connsiteY6" fmla="*/ 1454792 h 1510469"/>
              <a:gd name="connsiteX7" fmla="*/ 164735 w 5072087"/>
              <a:gd name="connsiteY7" fmla="*/ 955275 h 1510469"/>
              <a:gd name="connsiteX8" fmla="*/ 1884742 w 5072087"/>
              <a:gd name="connsiteY8" fmla="*/ 82 h 151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72087" h="1510469">
                <a:moveTo>
                  <a:pt x="1884742" y="82"/>
                </a:moveTo>
                <a:cubicBezTo>
                  <a:pt x="2260769" y="-2154"/>
                  <a:pt x="2669328" y="41661"/>
                  <a:pt x="3083240" y="106000"/>
                </a:cubicBezTo>
                <a:cubicBezTo>
                  <a:pt x="3492014" y="168195"/>
                  <a:pt x="4308418" y="299017"/>
                  <a:pt x="5022630" y="414291"/>
                </a:cubicBezTo>
                <a:lnTo>
                  <a:pt x="5072087" y="422281"/>
                </a:lnTo>
                <a:lnTo>
                  <a:pt x="5072087" y="1510469"/>
                </a:lnTo>
                <a:lnTo>
                  <a:pt x="0" y="1510469"/>
                </a:lnTo>
                <a:lnTo>
                  <a:pt x="16587" y="1454792"/>
                </a:lnTo>
                <a:cubicBezTo>
                  <a:pt x="107292" y="1150026"/>
                  <a:pt x="164735" y="955275"/>
                  <a:pt x="164735" y="955275"/>
                </a:cubicBezTo>
                <a:cubicBezTo>
                  <a:pt x="387677" y="232801"/>
                  <a:pt x="1057482" y="5000"/>
                  <a:pt x="1884742" y="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23392" y="3645024"/>
            <a:ext cx="5327649" cy="576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</a:p>
          <a:p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634" y="2877362"/>
            <a:ext cx="5327407" cy="64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Subtitle and other information of this 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23634" y="1484784"/>
            <a:ext cx="5327407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1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sp>
        <p:nvSpPr>
          <p:cNvPr id="21" name="Rechteck 19">
            <a:extLst>
              <a:ext uri="{FF2B5EF4-FFF2-40B4-BE49-F238E27FC236}">
                <a16:creationId xmlns:a16="http://schemas.microsoft.com/office/drawing/2014/main" id="{A9EE1B2E-FC5D-4918-B6AA-C7B6D8CC5C9B}"/>
              </a:ext>
            </a:extLst>
          </p:cNvPr>
          <p:cNvSpPr/>
          <p:nvPr/>
        </p:nvSpPr>
        <p:spPr bwMode="gray">
          <a:xfrm>
            <a:off x="0" y="-387424"/>
            <a:ext cx="12192000" cy="288032"/>
          </a:xfrm>
          <a:prstGeom prst="rect">
            <a:avLst/>
          </a:prstGeom>
          <a:solidFill>
            <a:srgbClr val="E61E50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400" kern="0" dirty="0">
                <a:solidFill>
                  <a:srgbClr val="FFFFFF"/>
                </a:solidFill>
                <a:latin typeface="+mn-lt"/>
              </a:rPr>
              <a:t>Only to be used in USA &amp; Canada, never outside these two countries</a:t>
            </a: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C03F3610-6DF9-484D-89C5-96BAAF566733}"/>
              </a:ext>
            </a:extLst>
          </p:cNvPr>
          <p:cNvSpPr/>
          <p:nvPr/>
        </p:nvSpPr>
        <p:spPr>
          <a:xfrm>
            <a:off x="6313007" y="-4783379"/>
            <a:ext cx="7373479" cy="10002443"/>
          </a:xfrm>
          <a:custGeom>
            <a:avLst/>
            <a:gdLst>
              <a:gd name="connsiteX0" fmla="*/ 18 w 7373479"/>
              <a:gd name="connsiteY0" fmla="*/ 3949246 h 10002443"/>
              <a:gd name="connsiteX1" fmla="*/ 1390143 w 7373479"/>
              <a:gd name="connsiteY1" fmla="*/ 1245876 h 10002443"/>
              <a:gd name="connsiteX2" fmla="*/ 5892511 w 7373479"/>
              <a:gd name="connsiteY2" fmla="*/ 23604 h 10002443"/>
              <a:gd name="connsiteX3" fmla="*/ 7324750 w 7373479"/>
              <a:gd name="connsiteY3" fmla="*/ 1960958 h 10002443"/>
              <a:gd name="connsiteX4" fmla="*/ 7373449 w 7373479"/>
              <a:gd name="connsiteY4" fmla="*/ 7341830 h 10002443"/>
              <a:gd name="connsiteX5" fmla="*/ 6350444 w 7373479"/>
              <a:gd name="connsiteY5" fmla="*/ 9945685 h 10002443"/>
              <a:gd name="connsiteX6" fmla="*/ 5629535 w 7373479"/>
              <a:gd name="connsiteY6" fmla="*/ 9980573 h 10002443"/>
              <a:gd name="connsiteX7" fmla="*/ 1671521 w 7373479"/>
              <a:gd name="connsiteY7" fmla="*/ 9255273 h 10002443"/>
              <a:gd name="connsiteX8" fmla="*/ 215572 w 7373479"/>
              <a:gd name="connsiteY8" fmla="*/ 6925731 h 10002443"/>
              <a:gd name="connsiteX9" fmla="*/ 18 w 7373479"/>
              <a:gd name="connsiteY9" fmla="*/ 3949246 h 10002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373479" h="10002443">
                <a:moveTo>
                  <a:pt x="18" y="3949246"/>
                </a:moveTo>
                <a:cubicBezTo>
                  <a:pt x="18" y="3949246"/>
                  <a:pt x="-20979" y="1628884"/>
                  <a:pt x="1390143" y="1245876"/>
                </a:cubicBezTo>
                <a:lnTo>
                  <a:pt x="5892511" y="23604"/>
                </a:lnTo>
                <a:cubicBezTo>
                  <a:pt x="5892511" y="23604"/>
                  <a:pt x="7303793" y="-359484"/>
                  <a:pt x="7324750" y="1960958"/>
                </a:cubicBezTo>
                <a:lnTo>
                  <a:pt x="7373449" y="7341830"/>
                </a:lnTo>
                <a:cubicBezTo>
                  <a:pt x="7373449" y="7341830"/>
                  <a:pt x="7394445" y="9662311"/>
                  <a:pt x="6350444" y="9945685"/>
                </a:cubicBezTo>
                <a:cubicBezTo>
                  <a:pt x="6350444" y="9945685"/>
                  <a:pt x="5983284" y="10045319"/>
                  <a:pt x="5629535" y="9980573"/>
                </a:cubicBezTo>
                <a:lnTo>
                  <a:pt x="1671521" y="9255273"/>
                </a:lnTo>
                <a:cubicBezTo>
                  <a:pt x="1671521" y="9255273"/>
                  <a:pt x="236648" y="9246012"/>
                  <a:pt x="215572" y="6925731"/>
                </a:cubicBezTo>
                <a:lnTo>
                  <a:pt x="18" y="3949246"/>
                </a:lnTo>
                <a:close/>
              </a:path>
            </a:pathLst>
          </a:custGeom>
          <a:noFill/>
          <a:ln w="9179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4" name="Cell - unten rechts - alt ursprünglich" hidden="1">
            <a:extLst>
              <a:ext uri="{FF2B5EF4-FFF2-40B4-BE49-F238E27FC236}">
                <a16:creationId xmlns:a16="http://schemas.microsoft.com/office/drawing/2014/main" id="{F9305DF0-815D-4CEE-A4FC-B3D718C6437C}"/>
              </a:ext>
            </a:extLst>
          </p:cNvPr>
          <p:cNvSpPr>
            <a:spLocks/>
          </p:cNvSpPr>
          <p:nvPr/>
        </p:nvSpPr>
        <p:spPr bwMode="auto">
          <a:xfrm>
            <a:off x="8590554" y="5347530"/>
            <a:ext cx="3601445" cy="1510470"/>
          </a:xfrm>
          <a:custGeom>
            <a:avLst/>
            <a:gdLst>
              <a:gd name="connsiteX0" fmla="*/ 1419798 w 3633180"/>
              <a:gd name="connsiteY0" fmla="*/ 61 h 1510470"/>
              <a:gd name="connsiteX1" fmla="*/ 2252069 w 3633180"/>
              <a:gd name="connsiteY1" fmla="*/ 78281 h 1510470"/>
              <a:gd name="connsiteX2" fmla="*/ 3598836 w 3633180"/>
              <a:gd name="connsiteY2" fmla="*/ 305954 h 1510470"/>
              <a:gd name="connsiteX3" fmla="*/ 3633180 w 3633180"/>
              <a:gd name="connsiteY3" fmla="*/ 311854 h 1510470"/>
              <a:gd name="connsiteX4" fmla="*/ 3633180 w 3633180"/>
              <a:gd name="connsiteY4" fmla="*/ 1510470 h 1510470"/>
              <a:gd name="connsiteX5" fmla="*/ 0 w 3633180"/>
              <a:gd name="connsiteY5" fmla="*/ 1510470 h 1510470"/>
              <a:gd name="connsiteX6" fmla="*/ 52435 w 3633180"/>
              <a:gd name="connsiteY6" fmla="*/ 1324194 h 1510470"/>
              <a:gd name="connsiteX7" fmla="*/ 225377 w 3633180"/>
              <a:gd name="connsiteY7" fmla="*/ 705469 h 1510470"/>
              <a:gd name="connsiteX8" fmla="*/ 1419798 w 3633180"/>
              <a:gd name="connsiteY8" fmla="*/ 61 h 1510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33180" h="1510470">
                <a:moveTo>
                  <a:pt x="1419798" y="61"/>
                </a:moveTo>
                <a:cubicBezTo>
                  <a:pt x="1680922" y="-1590"/>
                  <a:pt x="1964637" y="30767"/>
                  <a:pt x="2252069" y="78281"/>
                </a:cubicBezTo>
                <a:cubicBezTo>
                  <a:pt x="2535933" y="124212"/>
                  <a:pt x="3102867" y="220824"/>
                  <a:pt x="3598836" y="305954"/>
                </a:cubicBezTo>
                <a:lnTo>
                  <a:pt x="3633180" y="311854"/>
                </a:lnTo>
                <a:lnTo>
                  <a:pt x="3633180" y="1510470"/>
                </a:lnTo>
                <a:lnTo>
                  <a:pt x="0" y="1510470"/>
                </a:lnTo>
                <a:lnTo>
                  <a:pt x="52435" y="1324194"/>
                </a:lnTo>
                <a:cubicBezTo>
                  <a:pt x="154461" y="961155"/>
                  <a:pt x="225377" y="705469"/>
                  <a:pt x="225377" y="705469"/>
                </a:cubicBezTo>
                <a:cubicBezTo>
                  <a:pt x="380194" y="171924"/>
                  <a:pt x="845326" y="3693"/>
                  <a:pt x="1419798" y="6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5" name="Cell - unten rechts - alt ursprünglich - vertikal vergrößert" hidden="1">
            <a:extLst>
              <a:ext uri="{FF2B5EF4-FFF2-40B4-BE49-F238E27FC236}">
                <a16:creationId xmlns:a16="http://schemas.microsoft.com/office/drawing/2014/main" id="{C35B7CE9-C7DE-411C-A69C-D3A30DBC2E4B}"/>
              </a:ext>
            </a:extLst>
          </p:cNvPr>
          <p:cNvSpPr>
            <a:spLocks/>
          </p:cNvSpPr>
          <p:nvPr/>
        </p:nvSpPr>
        <p:spPr bwMode="auto">
          <a:xfrm>
            <a:off x="7180610" y="5347530"/>
            <a:ext cx="5011389" cy="1510470"/>
          </a:xfrm>
          <a:custGeom>
            <a:avLst/>
            <a:gdLst>
              <a:gd name="connsiteX0" fmla="*/ 1419798 w 3633180"/>
              <a:gd name="connsiteY0" fmla="*/ 61 h 1510470"/>
              <a:gd name="connsiteX1" fmla="*/ 2252069 w 3633180"/>
              <a:gd name="connsiteY1" fmla="*/ 78281 h 1510470"/>
              <a:gd name="connsiteX2" fmla="*/ 3598836 w 3633180"/>
              <a:gd name="connsiteY2" fmla="*/ 305954 h 1510470"/>
              <a:gd name="connsiteX3" fmla="*/ 3633180 w 3633180"/>
              <a:gd name="connsiteY3" fmla="*/ 311854 h 1510470"/>
              <a:gd name="connsiteX4" fmla="*/ 3633180 w 3633180"/>
              <a:gd name="connsiteY4" fmla="*/ 1510470 h 1510470"/>
              <a:gd name="connsiteX5" fmla="*/ 0 w 3633180"/>
              <a:gd name="connsiteY5" fmla="*/ 1510470 h 1510470"/>
              <a:gd name="connsiteX6" fmla="*/ 52435 w 3633180"/>
              <a:gd name="connsiteY6" fmla="*/ 1324194 h 1510470"/>
              <a:gd name="connsiteX7" fmla="*/ 225377 w 3633180"/>
              <a:gd name="connsiteY7" fmla="*/ 705469 h 1510470"/>
              <a:gd name="connsiteX8" fmla="*/ 1419798 w 3633180"/>
              <a:gd name="connsiteY8" fmla="*/ 61 h 1510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33180" h="1510470">
                <a:moveTo>
                  <a:pt x="1419798" y="61"/>
                </a:moveTo>
                <a:cubicBezTo>
                  <a:pt x="1680922" y="-1590"/>
                  <a:pt x="1964637" y="30767"/>
                  <a:pt x="2252069" y="78281"/>
                </a:cubicBezTo>
                <a:cubicBezTo>
                  <a:pt x="2535933" y="124212"/>
                  <a:pt x="3102867" y="220824"/>
                  <a:pt x="3598836" y="305954"/>
                </a:cubicBezTo>
                <a:lnTo>
                  <a:pt x="3633180" y="311854"/>
                </a:lnTo>
                <a:lnTo>
                  <a:pt x="3633180" y="1510470"/>
                </a:lnTo>
                <a:lnTo>
                  <a:pt x="0" y="1510470"/>
                </a:lnTo>
                <a:lnTo>
                  <a:pt x="52435" y="1324194"/>
                </a:lnTo>
                <a:cubicBezTo>
                  <a:pt x="154461" y="961155"/>
                  <a:pt x="225377" y="705469"/>
                  <a:pt x="225377" y="705469"/>
                </a:cubicBezTo>
                <a:cubicBezTo>
                  <a:pt x="380194" y="171924"/>
                  <a:pt x="845326" y="3693"/>
                  <a:pt x="1419798" y="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grpSp>
        <p:nvGrpSpPr>
          <p:cNvPr id="44" name="Logo-Begrenzungen MM" hidden="1">
            <a:extLst>
              <a:ext uri="{FF2B5EF4-FFF2-40B4-BE49-F238E27FC236}">
                <a16:creationId xmlns:a16="http://schemas.microsoft.com/office/drawing/2014/main" id="{9AF58A67-954C-4E72-985C-AD757CDD9699}"/>
              </a:ext>
            </a:extLst>
          </p:cNvPr>
          <p:cNvGrpSpPr/>
          <p:nvPr/>
        </p:nvGrpSpPr>
        <p:grpSpPr>
          <a:xfrm>
            <a:off x="7437120" y="5668441"/>
            <a:ext cx="4624960" cy="1206934"/>
            <a:chOff x="7437120" y="5668441"/>
            <a:chExt cx="4624960" cy="1206934"/>
          </a:xfrm>
        </p:grpSpPr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30C7A883-24A7-456F-9B3D-AB6C597F4535}"/>
                </a:ext>
              </a:extLst>
            </p:cNvPr>
            <p:cNvSpPr/>
            <p:nvPr/>
          </p:nvSpPr>
          <p:spPr>
            <a:xfrm>
              <a:off x="8738215" y="5921152"/>
              <a:ext cx="4490" cy="859658"/>
            </a:xfrm>
            <a:custGeom>
              <a:avLst/>
              <a:gdLst>
                <a:gd name="connsiteX0" fmla="*/ 0 w 4490"/>
                <a:gd name="connsiteY0" fmla="*/ 859659 h 859658"/>
                <a:gd name="connsiteX1" fmla="*/ 0 w 4490"/>
                <a:gd name="connsiteY1" fmla="*/ 859659 h 859658"/>
                <a:gd name="connsiteX2" fmla="*/ 0 w 4490"/>
                <a:gd name="connsiteY2" fmla="*/ 0 h 859658"/>
                <a:gd name="connsiteX3" fmla="*/ 0 w 4490"/>
                <a:gd name="connsiteY3" fmla="*/ 0 h 85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90" h="859658">
                  <a:moveTo>
                    <a:pt x="0" y="859659"/>
                  </a:moveTo>
                  <a:lnTo>
                    <a:pt x="0" y="859659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243" cap="rnd">
              <a:solidFill>
                <a:srgbClr val="005CA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7" name="Freihandform: Form 46">
              <a:extLst>
                <a:ext uri="{FF2B5EF4-FFF2-40B4-BE49-F238E27FC236}">
                  <a16:creationId xmlns:a16="http://schemas.microsoft.com/office/drawing/2014/main" id="{964D329C-F6D9-4B9F-B37E-78C3426206BE}"/>
                </a:ext>
              </a:extLst>
            </p:cNvPr>
            <p:cNvSpPr/>
            <p:nvPr/>
          </p:nvSpPr>
          <p:spPr>
            <a:xfrm>
              <a:off x="9960237" y="5921152"/>
              <a:ext cx="4490" cy="859658"/>
            </a:xfrm>
            <a:custGeom>
              <a:avLst/>
              <a:gdLst>
                <a:gd name="connsiteX0" fmla="*/ 0 w 4490"/>
                <a:gd name="connsiteY0" fmla="*/ 859659 h 859658"/>
                <a:gd name="connsiteX1" fmla="*/ 0 w 4490"/>
                <a:gd name="connsiteY1" fmla="*/ 859659 h 859658"/>
                <a:gd name="connsiteX2" fmla="*/ 0 w 4490"/>
                <a:gd name="connsiteY2" fmla="*/ 0 h 859658"/>
                <a:gd name="connsiteX3" fmla="*/ 0 w 4490"/>
                <a:gd name="connsiteY3" fmla="*/ 0 h 85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90" h="859658">
                  <a:moveTo>
                    <a:pt x="0" y="859659"/>
                  </a:moveTo>
                  <a:lnTo>
                    <a:pt x="0" y="859659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243" cap="rnd">
              <a:solidFill>
                <a:srgbClr val="005CA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E3748053-C6FB-42FF-96C6-ACDEBF70E55D}"/>
                </a:ext>
              </a:extLst>
            </p:cNvPr>
            <p:cNvSpPr/>
            <p:nvPr/>
          </p:nvSpPr>
          <p:spPr>
            <a:xfrm>
              <a:off x="8982260" y="5921152"/>
              <a:ext cx="4490" cy="859658"/>
            </a:xfrm>
            <a:custGeom>
              <a:avLst/>
              <a:gdLst>
                <a:gd name="connsiteX0" fmla="*/ 0 w 4490"/>
                <a:gd name="connsiteY0" fmla="*/ 859659 h 859658"/>
                <a:gd name="connsiteX1" fmla="*/ 0 w 4490"/>
                <a:gd name="connsiteY1" fmla="*/ 859659 h 859658"/>
                <a:gd name="connsiteX2" fmla="*/ 0 w 4490"/>
                <a:gd name="connsiteY2" fmla="*/ 0 h 859658"/>
                <a:gd name="connsiteX3" fmla="*/ 0 w 4490"/>
                <a:gd name="connsiteY3" fmla="*/ 0 h 85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90" h="859658">
                  <a:moveTo>
                    <a:pt x="0" y="859659"/>
                  </a:moveTo>
                  <a:lnTo>
                    <a:pt x="0" y="859659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243" cap="rnd">
              <a:solidFill>
                <a:srgbClr val="005CA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9" name="Freihandform: Form 48">
              <a:extLst>
                <a:ext uri="{FF2B5EF4-FFF2-40B4-BE49-F238E27FC236}">
                  <a16:creationId xmlns:a16="http://schemas.microsoft.com/office/drawing/2014/main" id="{A15BF88D-5DCB-4858-84CF-BCA25F7279B3}"/>
                </a:ext>
              </a:extLst>
            </p:cNvPr>
            <p:cNvSpPr/>
            <p:nvPr/>
          </p:nvSpPr>
          <p:spPr>
            <a:xfrm>
              <a:off x="8861338" y="6169284"/>
              <a:ext cx="117644" cy="240587"/>
            </a:xfrm>
            <a:custGeom>
              <a:avLst/>
              <a:gdLst>
                <a:gd name="connsiteX0" fmla="*/ 100357 w 117644"/>
                <a:gd name="connsiteY0" fmla="*/ 240588 h 240587"/>
                <a:gd name="connsiteX1" fmla="*/ 117645 w 117644"/>
                <a:gd name="connsiteY1" fmla="*/ 223660 h 240587"/>
                <a:gd name="connsiteX2" fmla="*/ 117645 w 117644"/>
                <a:gd name="connsiteY2" fmla="*/ 205699 h 240587"/>
                <a:gd name="connsiteX3" fmla="*/ 116702 w 117644"/>
                <a:gd name="connsiteY3" fmla="*/ 203408 h 240587"/>
                <a:gd name="connsiteX4" fmla="*/ 82217 w 117644"/>
                <a:gd name="connsiteY4" fmla="*/ 167442 h 240587"/>
                <a:gd name="connsiteX5" fmla="*/ 63762 w 117644"/>
                <a:gd name="connsiteY5" fmla="*/ 120294 h 240587"/>
                <a:gd name="connsiteX6" fmla="*/ 83698 w 117644"/>
                <a:gd name="connsiteY6" fmla="*/ 71620 h 240587"/>
                <a:gd name="connsiteX7" fmla="*/ 109293 w 117644"/>
                <a:gd name="connsiteY7" fmla="*/ 44947 h 240587"/>
                <a:gd name="connsiteX8" fmla="*/ 117645 w 117644"/>
                <a:gd name="connsiteY8" fmla="*/ 24831 h 240587"/>
                <a:gd name="connsiteX9" fmla="*/ 117645 w 117644"/>
                <a:gd name="connsiteY9" fmla="*/ 3368 h 240587"/>
                <a:gd name="connsiteX10" fmla="*/ 114187 w 117644"/>
                <a:gd name="connsiteY10" fmla="*/ 0 h 240587"/>
                <a:gd name="connsiteX11" fmla="*/ 17288 w 117644"/>
                <a:gd name="connsiteY11" fmla="*/ 0 h 240587"/>
                <a:gd name="connsiteX12" fmla="*/ 0 w 117644"/>
                <a:gd name="connsiteY12" fmla="*/ 16928 h 240587"/>
                <a:gd name="connsiteX13" fmla="*/ 0 w 117644"/>
                <a:gd name="connsiteY13" fmla="*/ 23484 h 240587"/>
                <a:gd name="connsiteX14" fmla="*/ 0 w 117644"/>
                <a:gd name="connsiteY14" fmla="*/ 27884 h 240587"/>
                <a:gd name="connsiteX15" fmla="*/ 3458 w 117644"/>
                <a:gd name="connsiteY15" fmla="*/ 31297 h 240587"/>
                <a:gd name="connsiteX16" fmla="*/ 37943 w 117644"/>
                <a:gd name="connsiteY16" fmla="*/ 31297 h 240587"/>
                <a:gd name="connsiteX17" fmla="*/ 54377 w 117644"/>
                <a:gd name="connsiteY17" fmla="*/ 47193 h 240587"/>
                <a:gd name="connsiteX18" fmla="*/ 30803 w 117644"/>
                <a:gd name="connsiteY18" fmla="*/ 85405 h 240587"/>
                <a:gd name="connsiteX19" fmla="*/ 8083 w 117644"/>
                <a:gd name="connsiteY19" fmla="*/ 120249 h 240587"/>
                <a:gd name="connsiteX20" fmla="*/ 30803 w 117644"/>
                <a:gd name="connsiteY20" fmla="*/ 155093 h 240587"/>
                <a:gd name="connsiteX21" fmla="*/ 54377 w 117644"/>
                <a:gd name="connsiteY21" fmla="*/ 193305 h 240587"/>
                <a:gd name="connsiteX22" fmla="*/ 38077 w 117644"/>
                <a:gd name="connsiteY22" fmla="*/ 209201 h 240587"/>
                <a:gd name="connsiteX23" fmla="*/ 17288 w 117644"/>
                <a:gd name="connsiteY23" fmla="*/ 209201 h 240587"/>
                <a:gd name="connsiteX24" fmla="*/ 0 w 117644"/>
                <a:gd name="connsiteY24" fmla="*/ 226174 h 240587"/>
                <a:gd name="connsiteX25" fmla="*/ 0 w 117644"/>
                <a:gd name="connsiteY25" fmla="*/ 233493 h 240587"/>
                <a:gd name="connsiteX26" fmla="*/ 0 w 117644"/>
                <a:gd name="connsiteY26" fmla="*/ 237175 h 240587"/>
                <a:gd name="connsiteX27" fmla="*/ 3458 w 117644"/>
                <a:gd name="connsiteY27" fmla="*/ 240588 h 240587"/>
                <a:gd name="connsiteX28" fmla="*/ 100357 w 117644"/>
                <a:gd name="connsiteY28" fmla="*/ 240588 h 24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644" h="240587">
                  <a:moveTo>
                    <a:pt x="100357" y="240588"/>
                  </a:moveTo>
                  <a:cubicBezTo>
                    <a:pt x="109921" y="240588"/>
                    <a:pt x="117645" y="232999"/>
                    <a:pt x="117645" y="223660"/>
                  </a:cubicBezTo>
                  <a:lnTo>
                    <a:pt x="117645" y="205699"/>
                  </a:lnTo>
                  <a:cubicBezTo>
                    <a:pt x="117645" y="204800"/>
                    <a:pt x="117285" y="203992"/>
                    <a:pt x="116702" y="203408"/>
                  </a:cubicBezTo>
                  <a:lnTo>
                    <a:pt x="82217" y="167442"/>
                  </a:lnTo>
                  <a:cubicBezTo>
                    <a:pt x="70407" y="155138"/>
                    <a:pt x="63762" y="138524"/>
                    <a:pt x="63762" y="120294"/>
                  </a:cubicBezTo>
                  <a:cubicBezTo>
                    <a:pt x="63762" y="101300"/>
                    <a:pt x="70991" y="84102"/>
                    <a:pt x="83698" y="71620"/>
                  </a:cubicBezTo>
                  <a:cubicBezTo>
                    <a:pt x="83698" y="71620"/>
                    <a:pt x="109068" y="45172"/>
                    <a:pt x="109293" y="44947"/>
                  </a:cubicBezTo>
                  <a:cubicBezTo>
                    <a:pt x="114097" y="39873"/>
                    <a:pt x="117465" y="32869"/>
                    <a:pt x="117645" y="24831"/>
                  </a:cubicBezTo>
                  <a:lnTo>
                    <a:pt x="117645" y="3368"/>
                  </a:lnTo>
                  <a:cubicBezTo>
                    <a:pt x="117645" y="1482"/>
                    <a:pt x="116118" y="0"/>
                    <a:pt x="114187" y="0"/>
                  </a:cubicBezTo>
                  <a:lnTo>
                    <a:pt x="17288" y="0"/>
                  </a:lnTo>
                  <a:cubicBezTo>
                    <a:pt x="7723" y="0"/>
                    <a:pt x="0" y="7589"/>
                    <a:pt x="0" y="16928"/>
                  </a:cubicBezTo>
                  <a:lnTo>
                    <a:pt x="0" y="23484"/>
                  </a:lnTo>
                  <a:lnTo>
                    <a:pt x="0" y="27884"/>
                  </a:lnTo>
                  <a:cubicBezTo>
                    <a:pt x="0" y="29770"/>
                    <a:pt x="1572" y="31297"/>
                    <a:pt x="3458" y="31297"/>
                  </a:cubicBezTo>
                  <a:lnTo>
                    <a:pt x="37943" y="31297"/>
                  </a:lnTo>
                  <a:cubicBezTo>
                    <a:pt x="46968" y="31297"/>
                    <a:pt x="54377" y="38526"/>
                    <a:pt x="54377" y="47193"/>
                  </a:cubicBezTo>
                  <a:cubicBezTo>
                    <a:pt x="54377" y="63357"/>
                    <a:pt x="40233" y="74942"/>
                    <a:pt x="30803" y="85405"/>
                  </a:cubicBezTo>
                  <a:cubicBezTo>
                    <a:pt x="19218" y="98247"/>
                    <a:pt x="8083" y="108125"/>
                    <a:pt x="8083" y="120249"/>
                  </a:cubicBezTo>
                  <a:cubicBezTo>
                    <a:pt x="8083" y="132373"/>
                    <a:pt x="19218" y="142296"/>
                    <a:pt x="30803" y="155093"/>
                  </a:cubicBezTo>
                  <a:cubicBezTo>
                    <a:pt x="40233" y="165556"/>
                    <a:pt x="54377" y="177141"/>
                    <a:pt x="54377" y="193305"/>
                  </a:cubicBezTo>
                  <a:cubicBezTo>
                    <a:pt x="54377" y="201927"/>
                    <a:pt x="47013" y="209111"/>
                    <a:pt x="38077" y="209201"/>
                  </a:cubicBezTo>
                  <a:lnTo>
                    <a:pt x="17288" y="209201"/>
                  </a:lnTo>
                  <a:cubicBezTo>
                    <a:pt x="7723" y="209201"/>
                    <a:pt x="0" y="216789"/>
                    <a:pt x="0" y="226174"/>
                  </a:cubicBezTo>
                  <a:lnTo>
                    <a:pt x="0" y="233493"/>
                  </a:lnTo>
                  <a:cubicBezTo>
                    <a:pt x="0" y="235379"/>
                    <a:pt x="0" y="237175"/>
                    <a:pt x="0" y="237175"/>
                  </a:cubicBezTo>
                  <a:cubicBezTo>
                    <a:pt x="0" y="239061"/>
                    <a:pt x="1572" y="240588"/>
                    <a:pt x="3458" y="240588"/>
                  </a:cubicBezTo>
                  <a:cubicBezTo>
                    <a:pt x="3502" y="240588"/>
                    <a:pt x="99504" y="240588"/>
                    <a:pt x="100357" y="240588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0" name="Freihandform: Form 49">
              <a:extLst>
                <a:ext uri="{FF2B5EF4-FFF2-40B4-BE49-F238E27FC236}">
                  <a16:creationId xmlns:a16="http://schemas.microsoft.com/office/drawing/2014/main" id="{97E75082-3A47-4690-AAD1-F659FA2E7C87}"/>
                </a:ext>
              </a:extLst>
            </p:cNvPr>
            <p:cNvSpPr/>
            <p:nvPr/>
          </p:nvSpPr>
          <p:spPr>
            <a:xfrm>
              <a:off x="8741493" y="6169284"/>
              <a:ext cx="117644" cy="240587"/>
            </a:xfrm>
            <a:custGeom>
              <a:avLst/>
              <a:gdLst>
                <a:gd name="connsiteX0" fmla="*/ 100357 w 117644"/>
                <a:gd name="connsiteY0" fmla="*/ 240588 h 240587"/>
                <a:gd name="connsiteX1" fmla="*/ 117645 w 117644"/>
                <a:gd name="connsiteY1" fmla="*/ 223660 h 240587"/>
                <a:gd name="connsiteX2" fmla="*/ 117645 w 117644"/>
                <a:gd name="connsiteY2" fmla="*/ 205699 h 240587"/>
                <a:gd name="connsiteX3" fmla="*/ 116702 w 117644"/>
                <a:gd name="connsiteY3" fmla="*/ 203408 h 240587"/>
                <a:gd name="connsiteX4" fmla="*/ 82217 w 117644"/>
                <a:gd name="connsiteY4" fmla="*/ 167442 h 240587"/>
                <a:gd name="connsiteX5" fmla="*/ 63762 w 117644"/>
                <a:gd name="connsiteY5" fmla="*/ 120294 h 240587"/>
                <a:gd name="connsiteX6" fmla="*/ 83698 w 117644"/>
                <a:gd name="connsiteY6" fmla="*/ 71620 h 240587"/>
                <a:gd name="connsiteX7" fmla="*/ 109293 w 117644"/>
                <a:gd name="connsiteY7" fmla="*/ 44947 h 240587"/>
                <a:gd name="connsiteX8" fmla="*/ 117645 w 117644"/>
                <a:gd name="connsiteY8" fmla="*/ 24831 h 240587"/>
                <a:gd name="connsiteX9" fmla="*/ 117645 w 117644"/>
                <a:gd name="connsiteY9" fmla="*/ 3368 h 240587"/>
                <a:gd name="connsiteX10" fmla="*/ 114187 w 117644"/>
                <a:gd name="connsiteY10" fmla="*/ 0 h 240587"/>
                <a:gd name="connsiteX11" fmla="*/ 17288 w 117644"/>
                <a:gd name="connsiteY11" fmla="*/ 0 h 240587"/>
                <a:gd name="connsiteX12" fmla="*/ 0 w 117644"/>
                <a:gd name="connsiteY12" fmla="*/ 16928 h 240587"/>
                <a:gd name="connsiteX13" fmla="*/ 0 w 117644"/>
                <a:gd name="connsiteY13" fmla="*/ 23484 h 240587"/>
                <a:gd name="connsiteX14" fmla="*/ 0 w 117644"/>
                <a:gd name="connsiteY14" fmla="*/ 27884 h 240587"/>
                <a:gd name="connsiteX15" fmla="*/ 3458 w 117644"/>
                <a:gd name="connsiteY15" fmla="*/ 31297 h 240587"/>
                <a:gd name="connsiteX16" fmla="*/ 37943 w 117644"/>
                <a:gd name="connsiteY16" fmla="*/ 31297 h 240587"/>
                <a:gd name="connsiteX17" fmla="*/ 54377 w 117644"/>
                <a:gd name="connsiteY17" fmla="*/ 47193 h 240587"/>
                <a:gd name="connsiteX18" fmla="*/ 30803 w 117644"/>
                <a:gd name="connsiteY18" fmla="*/ 85405 h 240587"/>
                <a:gd name="connsiteX19" fmla="*/ 8083 w 117644"/>
                <a:gd name="connsiteY19" fmla="*/ 120249 h 240587"/>
                <a:gd name="connsiteX20" fmla="*/ 30803 w 117644"/>
                <a:gd name="connsiteY20" fmla="*/ 155093 h 240587"/>
                <a:gd name="connsiteX21" fmla="*/ 54377 w 117644"/>
                <a:gd name="connsiteY21" fmla="*/ 193305 h 240587"/>
                <a:gd name="connsiteX22" fmla="*/ 38077 w 117644"/>
                <a:gd name="connsiteY22" fmla="*/ 209201 h 240587"/>
                <a:gd name="connsiteX23" fmla="*/ 17288 w 117644"/>
                <a:gd name="connsiteY23" fmla="*/ 209201 h 240587"/>
                <a:gd name="connsiteX24" fmla="*/ 0 w 117644"/>
                <a:gd name="connsiteY24" fmla="*/ 226174 h 240587"/>
                <a:gd name="connsiteX25" fmla="*/ 0 w 117644"/>
                <a:gd name="connsiteY25" fmla="*/ 233493 h 240587"/>
                <a:gd name="connsiteX26" fmla="*/ 0 w 117644"/>
                <a:gd name="connsiteY26" fmla="*/ 237175 h 240587"/>
                <a:gd name="connsiteX27" fmla="*/ 3458 w 117644"/>
                <a:gd name="connsiteY27" fmla="*/ 240588 h 240587"/>
                <a:gd name="connsiteX28" fmla="*/ 100357 w 117644"/>
                <a:gd name="connsiteY28" fmla="*/ 240588 h 24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644" h="240587">
                  <a:moveTo>
                    <a:pt x="100357" y="240588"/>
                  </a:moveTo>
                  <a:cubicBezTo>
                    <a:pt x="109921" y="240588"/>
                    <a:pt x="117645" y="232999"/>
                    <a:pt x="117645" y="223660"/>
                  </a:cubicBezTo>
                  <a:lnTo>
                    <a:pt x="117645" y="205699"/>
                  </a:lnTo>
                  <a:cubicBezTo>
                    <a:pt x="117645" y="204800"/>
                    <a:pt x="117285" y="203992"/>
                    <a:pt x="116702" y="203408"/>
                  </a:cubicBezTo>
                  <a:lnTo>
                    <a:pt x="82217" y="167442"/>
                  </a:lnTo>
                  <a:cubicBezTo>
                    <a:pt x="70407" y="155138"/>
                    <a:pt x="63762" y="138524"/>
                    <a:pt x="63762" y="120294"/>
                  </a:cubicBezTo>
                  <a:cubicBezTo>
                    <a:pt x="63762" y="101300"/>
                    <a:pt x="70991" y="84102"/>
                    <a:pt x="83698" y="71620"/>
                  </a:cubicBezTo>
                  <a:cubicBezTo>
                    <a:pt x="83698" y="71620"/>
                    <a:pt x="109068" y="45172"/>
                    <a:pt x="109293" y="44947"/>
                  </a:cubicBezTo>
                  <a:cubicBezTo>
                    <a:pt x="114097" y="39873"/>
                    <a:pt x="117465" y="32869"/>
                    <a:pt x="117645" y="24831"/>
                  </a:cubicBezTo>
                  <a:lnTo>
                    <a:pt x="117645" y="3368"/>
                  </a:lnTo>
                  <a:cubicBezTo>
                    <a:pt x="117645" y="1482"/>
                    <a:pt x="116118" y="0"/>
                    <a:pt x="114187" y="0"/>
                  </a:cubicBezTo>
                  <a:lnTo>
                    <a:pt x="17288" y="0"/>
                  </a:lnTo>
                  <a:cubicBezTo>
                    <a:pt x="7723" y="0"/>
                    <a:pt x="0" y="7589"/>
                    <a:pt x="0" y="16928"/>
                  </a:cubicBezTo>
                  <a:lnTo>
                    <a:pt x="0" y="23484"/>
                  </a:lnTo>
                  <a:lnTo>
                    <a:pt x="0" y="27884"/>
                  </a:lnTo>
                  <a:cubicBezTo>
                    <a:pt x="0" y="29770"/>
                    <a:pt x="1572" y="31297"/>
                    <a:pt x="3458" y="31297"/>
                  </a:cubicBezTo>
                  <a:lnTo>
                    <a:pt x="37943" y="31297"/>
                  </a:lnTo>
                  <a:cubicBezTo>
                    <a:pt x="46968" y="31297"/>
                    <a:pt x="54377" y="38526"/>
                    <a:pt x="54377" y="47193"/>
                  </a:cubicBezTo>
                  <a:cubicBezTo>
                    <a:pt x="54377" y="63357"/>
                    <a:pt x="40233" y="74942"/>
                    <a:pt x="30803" y="85405"/>
                  </a:cubicBezTo>
                  <a:cubicBezTo>
                    <a:pt x="19218" y="98247"/>
                    <a:pt x="8083" y="108125"/>
                    <a:pt x="8083" y="120249"/>
                  </a:cubicBezTo>
                  <a:cubicBezTo>
                    <a:pt x="8083" y="132373"/>
                    <a:pt x="19218" y="142296"/>
                    <a:pt x="30803" y="155093"/>
                  </a:cubicBezTo>
                  <a:cubicBezTo>
                    <a:pt x="40233" y="165556"/>
                    <a:pt x="54377" y="177141"/>
                    <a:pt x="54377" y="193305"/>
                  </a:cubicBezTo>
                  <a:cubicBezTo>
                    <a:pt x="54377" y="201927"/>
                    <a:pt x="47013" y="209111"/>
                    <a:pt x="38077" y="209201"/>
                  </a:cubicBezTo>
                  <a:lnTo>
                    <a:pt x="17288" y="209201"/>
                  </a:lnTo>
                  <a:cubicBezTo>
                    <a:pt x="7723" y="209201"/>
                    <a:pt x="0" y="216789"/>
                    <a:pt x="0" y="226174"/>
                  </a:cubicBezTo>
                  <a:lnTo>
                    <a:pt x="0" y="233493"/>
                  </a:lnTo>
                  <a:cubicBezTo>
                    <a:pt x="0" y="235379"/>
                    <a:pt x="0" y="237175"/>
                    <a:pt x="0" y="237175"/>
                  </a:cubicBezTo>
                  <a:cubicBezTo>
                    <a:pt x="0" y="239061"/>
                    <a:pt x="1572" y="240588"/>
                    <a:pt x="3458" y="240588"/>
                  </a:cubicBezTo>
                  <a:cubicBezTo>
                    <a:pt x="3502" y="240588"/>
                    <a:pt x="99504" y="240588"/>
                    <a:pt x="100357" y="240588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B1C7B08-FD95-4911-A8F9-1C4664549B87}"/>
                </a:ext>
              </a:extLst>
            </p:cNvPr>
            <p:cNvSpPr/>
            <p:nvPr/>
          </p:nvSpPr>
          <p:spPr>
            <a:xfrm>
              <a:off x="10204283" y="5921152"/>
              <a:ext cx="4490" cy="859658"/>
            </a:xfrm>
            <a:custGeom>
              <a:avLst/>
              <a:gdLst>
                <a:gd name="connsiteX0" fmla="*/ 0 w 4490"/>
                <a:gd name="connsiteY0" fmla="*/ 859659 h 859658"/>
                <a:gd name="connsiteX1" fmla="*/ 0 w 4490"/>
                <a:gd name="connsiteY1" fmla="*/ 859659 h 859658"/>
                <a:gd name="connsiteX2" fmla="*/ 0 w 4490"/>
                <a:gd name="connsiteY2" fmla="*/ 0 h 859658"/>
                <a:gd name="connsiteX3" fmla="*/ 0 w 4490"/>
                <a:gd name="connsiteY3" fmla="*/ 0 h 85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90" h="859658">
                  <a:moveTo>
                    <a:pt x="0" y="859659"/>
                  </a:moveTo>
                  <a:lnTo>
                    <a:pt x="0" y="859659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243" cap="rnd">
              <a:solidFill>
                <a:srgbClr val="005CA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2562C77C-0949-4B1A-9E5F-4F48DDEDBFEB}"/>
                </a:ext>
              </a:extLst>
            </p:cNvPr>
            <p:cNvSpPr/>
            <p:nvPr/>
          </p:nvSpPr>
          <p:spPr>
            <a:xfrm>
              <a:off x="10083360" y="6169284"/>
              <a:ext cx="117644" cy="240587"/>
            </a:xfrm>
            <a:custGeom>
              <a:avLst/>
              <a:gdLst>
                <a:gd name="connsiteX0" fmla="*/ 100357 w 117644"/>
                <a:gd name="connsiteY0" fmla="*/ 240588 h 240587"/>
                <a:gd name="connsiteX1" fmla="*/ 117645 w 117644"/>
                <a:gd name="connsiteY1" fmla="*/ 223660 h 240587"/>
                <a:gd name="connsiteX2" fmla="*/ 117645 w 117644"/>
                <a:gd name="connsiteY2" fmla="*/ 205699 h 240587"/>
                <a:gd name="connsiteX3" fmla="*/ 116702 w 117644"/>
                <a:gd name="connsiteY3" fmla="*/ 203408 h 240587"/>
                <a:gd name="connsiteX4" fmla="*/ 82217 w 117644"/>
                <a:gd name="connsiteY4" fmla="*/ 167442 h 240587"/>
                <a:gd name="connsiteX5" fmla="*/ 63762 w 117644"/>
                <a:gd name="connsiteY5" fmla="*/ 120294 h 240587"/>
                <a:gd name="connsiteX6" fmla="*/ 83698 w 117644"/>
                <a:gd name="connsiteY6" fmla="*/ 71620 h 240587"/>
                <a:gd name="connsiteX7" fmla="*/ 109293 w 117644"/>
                <a:gd name="connsiteY7" fmla="*/ 44947 h 240587"/>
                <a:gd name="connsiteX8" fmla="*/ 117645 w 117644"/>
                <a:gd name="connsiteY8" fmla="*/ 24831 h 240587"/>
                <a:gd name="connsiteX9" fmla="*/ 117645 w 117644"/>
                <a:gd name="connsiteY9" fmla="*/ 3368 h 240587"/>
                <a:gd name="connsiteX10" fmla="*/ 114187 w 117644"/>
                <a:gd name="connsiteY10" fmla="*/ 0 h 240587"/>
                <a:gd name="connsiteX11" fmla="*/ 17287 w 117644"/>
                <a:gd name="connsiteY11" fmla="*/ 0 h 240587"/>
                <a:gd name="connsiteX12" fmla="*/ 0 w 117644"/>
                <a:gd name="connsiteY12" fmla="*/ 16928 h 240587"/>
                <a:gd name="connsiteX13" fmla="*/ 0 w 117644"/>
                <a:gd name="connsiteY13" fmla="*/ 23484 h 240587"/>
                <a:gd name="connsiteX14" fmla="*/ 0 w 117644"/>
                <a:gd name="connsiteY14" fmla="*/ 27884 h 240587"/>
                <a:gd name="connsiteX15" fmla="*/ 3457 w 117644"/>
                <a:gd name="connsiteY15" fmla="*/ 31297 h 240587"/>
                <a:gd name="connsiteX16" fmla="*/ 37943 w 117644"/>
                <a:gd name="connsiteY16" fmla="*/ 31297 h 240587"/>
                <a:gd name="connsiteX17" fmla="*/ 54377 w 117644"/>
                <a:gd name="connsiteY17" fmla="*/ 47193 h 240587"/>
                <a:gd name="connsiteX18" fmla="*/ 30803 w 117644"/>
                <a:gd name="connsiteY18" fmla="*/ 85405 h 240587"/>
                <a:gd name="connsiteX19" fmla="*/ 8082 w 117644"/>
                <a:gd name="connsiteY19" fmla="*/ 120249 h 240587"/>
                <a:gd name="connsiteX20" fmla="*/ 30803 w 117644"/>
                <a:gd name="connsiteY20" fmla="*/ 155093 h 240587"/>
                <a:gd name="connsiteX21" fmla="*/ 54377 w 117644"/>
                <a:gd name="connsiteY21" fmla="*/ 193305 h 240587"/>
                <a:gd name="connsiteX22" fmla="*/ 38077 w 117644"/>
                <a:gd name="connsiteY22" fmla="*/ 209201 h 240587"/>
                <a:gd name="connsiteX23" fmla="*/ 17287 w 117644"/>
                <a:gd name="connsiteY23" fmla="*/ 209201 h 240587"/>
                <a:gd name="connsiteX24" fmla="*/ 0 w 117644"/>
                <a:gd name="connsiteY24" fmla="*/ 226174 h 240587"/>
                <a:gd name="connsiteX25" fmla="*/ 0 w 117644"/>
                <a:gd name="connsiteY25" fmla="*/ 233493 h 240587"/>
                <a:gd name="connsiteX26" fmla="*/ 0 w 117644"/>
                <a:gd name="connsiteY26" fmla="*/ 237175 h 240587"/>
                <a:gd name="connsiteX27" fmla="*/ 3457 w 117644"/>
                <a:gd name="connsiteY27" fmla="*/ 240588 h 240587"/>
                <a:gd name="connsiteX28" fmla="*/ 100357 w 117644"/>
                <a:gd name="connsiteY28" fmla="*/ 240588 h 24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644" h="240587">
                  <a:moveTo>
                    <a:pt x="100357" y="240588"/>
                  </a:moveTo>
                  <a:cubicBezTo>
                    <a:pt x="109921" y="240588"/>
                    <a:pt x="117645" y="232999"/>
                    <a:pt x="117645" y="223660"/>
                  </a:cubicBezTo>
                  <a:lnTo>
                    <a:pt x="117645" y="205699"/>
                  </a:lnTo>
                  <a:cubicBezTo>
                    <a:pt x="117645" y="204800"/>
                    <a:pt x="117285" y="203992"/>
                    <a:pt x="116702" y="203408"/>
                  </a:cubicBezTo>
                  <a:lnTo>
                    <a:pt x="82217" y="167442"/>
                  </a:lnTo>
                  <a:cubicBezTo>
                    <a:pt x="70407" y="155138"/>
                    <a:pt x="63762" y="138524"/>
                    <a:pt x="63762" y="120294"/>
                  </a:cubicBezTo>
                  <a:cubicBezTo>
                    <a:pt x="63762" y="101300"/>
                    <a:pt x="70991" y="84102"/>
                    <a:pt x="83698" y="71620"/>
                  </a:cubicBezTo>
                  <a:cubicBezTo>
                    <a:pt x="83698" y="71620"/>
                    <a:pt x="109068" y="45172"/>
                    <a:pt x="109293" y="44947"/>
                  </a:cubicBezTo>
                  <a:cubicBezTo>
                    <a:pt x="114097" y="39873"/>
                    <a:pt x="117465" y="32869"/>
                    <a:pt x="117645" y="24831"/>
                  </a:cubicBezTo>
                  <a:lnTo>
                    <a:pt x="117645" y="3368"/>
                  </a:lnTo>
                  <a:cubicBezTo>
                    <a:pt x="117645" y="1482"/>
                    <a:pt x="116118" y="0"/>
                    <a:pt x="114187" y="0"/>
                  </a:cubicBezTo>
                  <a:lnTo>
                    <a:pt x="17287" y="0"/>
                  </a:lnTo>
                  <a:cubicBezTo>
                    <a:pt x="7723" y="0"/>
                    <a:pt x="0" y="7589"/>
                    <a:pt x="0" y="16928"/>
                  </a:cubicBezTo>
                  <a:lnTo>
                    <a:pt x="0" y="23484"/>
                  </a:lnTo>
                  <a:lnTo>
                    <a:pt x="0" y="27884"/>
                  </a:lnTo>
                  <a:cubicBezTo>
                    <a:pt x="0" y="29770"/>
                    <a:pt x="1571" y="31297"/>
                    <a:pt x="3457" y="31297"/>
                  </a:cubicBezTo>
                  <a:lnTo>
                    <a:pt x="37943" y="31297"/>
                  </a:lnTo>
                  <a:cubicBezTo>
                    <a:pt x="46968" y="31297"/>
                    <a:pt x="54377" y="38526"/>
                    <a:pt x="54377" y="47193"/>
                  </a:cubicBezTo>
                  <a:cubicBezTo>
                    <a:pt x="54377" y="63357"/>
                    <a:pt x="40232" y="74942"/>
                    <a:pt x="30803" y="85405"/>
                  </a:cubicBezTo>
                  <a:cubicBezTo>
                    <a:pt x="19218" y="98247"/>
                    <a:pt x="8082" y="108125"/>
                    <a:pt x="8082" y="120249"/>
                  </a:cubicBezTo>
                  <a:cubicBezTo>
                    <a:pt x="8082" y="132373"/>
                    <a:pt x="19218" y="142296"/>
                    <a:pt x="30803" y="155093"/>
                  </a:cubicBezTo>
                  <a:cubicBezTo>
                    <a:pt x="40232" y="165556"/>
                    <a:pt x="54377" y="177141"/>
                    <a:pt x="54377" y="193305"/>
                  </a:cubicBezTo>
                  <a:cubicBezTo>
                    <a:pt x="54377" y="201927"/>
                    <a:pt x="47013" y="209111"/>
                    <a:pt x="38077" y="209201"/>
                  </a:cubicBezTo>
                  <a:lnTo>
                    <a:pt x="17287" y="209201"/>
                  </a:lnTo>
                  <a:cubicBezTo>
                    <a:pt x="7723" y="209201"/>
                    <a:pt x="0" y="216789"/>
                    <a:pt x="0" y="226174"/>
                  </a:cubicBezTo>
                  <a:lnTo>
                    <a:pt x="0" y="233493"/>
                  </a:lnTo>
                  <a:cubicBezTo>
                    <a:pt x="0" y="235379"/>
                    <a:pt x="0" y="237175"/>
                    <a:pt x="0" y="237175"/>
                  </a:cubicBezTo>
                  <a:cubicBezTo>
                    <a:pt x="0" y="239061"/>
                    <a:pt x="1571" y="240588"/>
                    <a:pt x="3457" y="240588"/>
                  </a:cubicBezTo>
                  <a:cubicBezTo>
                    <a:pt x="3502" y="240588"/>
                    <a:pt x="99504" y="240588"/>
                    <a:pt x="100357" y="240588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3" name="Freihandform: Form 52">
              <a:extLst>
                <a:ext uri="{FF2B5EF4-FFF2-40B4-BE49-F238E27FC236}">
                  <a16:creationId xmlns:a16="http://schemas.microsoft.com/office/drawing/2014/main" id="{732EE45B-EED5-469C-B03A-80C81AEABA2F}"/>
                </a:ext>
              </a:extLst>
            </p:cNvPr>
            <p:cNvSpPr/>
            <p:nvPr/>
          </p:nvSpPr>
          <p:spPr>
            <a:xfrm>
              <a:off x="9963515" y="6169284"/>
              <a:ext cx="117644" cy="240587"/>
            </a:xfrm>
            <a:custGeom>
              <a:avLst/>
              <a:gdLst>
                <a:gd name="connsiteX0" fmla="*/ 100357 w 117644"/>
                <a:gd name="connsiteY0" fmla="*/ 240588 h 240587"/>
                <a:gd name="connsiteX1" fmla="*/ 117645 w 117644"/>
                <a:gd name="connsiteY1" fmla="*/ 223660 h 240587"/>
                <a:gd name="connsiteX2" fmla="*/ 117645 w 117644"/>
                <a:gd name="connsiteY2" fmla="*/ 205699 h 240587"/>
                <a:gd name="connsiteX3" fmla="*/ 116702 w 117644"/>
                <a:gd name="connsiteY3" fmla="*/ 203408 h 240587"/>
                <a:gd name="connsiteX4" fmla="*/ 82217 w 117644"/>
                <a:gd name="connsiteY4" fmla="*/ 167442 h 240587"/>
                <a:gd name="connsiteX5" fmla="*/ 63762 w 117644"/>
                <a:gd name="connsiteY5" fmla="*/ 120294 h 240587"/>
                <a:gd name="connsiteX6" fmla="*/ 83698 w 117644"/>
                <a:gd name="connsiteY6" fmla="*/ 71620 h 240587"/>
                <a:gd name="connsiteX7" fmla="*/ 109293 w 117644"/>
                <a:gd name="connsiteY7" fmla="*/ 44947 h 240587"/>
                <a:gd name="connsiteX8" fmla="*/ 117645 w 117644"/>
                <a:gd name="connsiteY8" fmla="*/ 24831 h 240587"/>
                <a:gd name="connsiteX9" fmla="*/ 117645 w 117644"/>
                <a:gd name="connsiteY9" fmla="*/ 3368 h 240587"/>
                <a:gd name="connsiteX10" fmla="*/ 114187 w 117644"/>
                <a:gd name="connsiteY10" fmla="*/ 0 h 240587"/>
                <a:gd name="connsiteX11" fmla="*/ 17287 w 117644"/>
                <a:gd name="connsiteY11" fmla="*/ 0 h 240587"/>
                <a:gd name="connsiteX12" fmla="*/ 0 w 117644"/>
                <a:gd name="connsiteY12" fmla="*/ 16928 h 240587"/>
                <a:gd name="connsiteX13" fmla="*/ 0 w 117644"/>
                <a:gd name="connsiteY13" fmla="*/ 23484 h 240587"/>
                <a:gd name="connsiteX14" fmla="*/ 0 w 117644"/>
                <a:gd name="connsiteY14" fmla="*/ 27884 h 240587"/>
                <a:gd name="connsiteX15" fmla="*/ 3457 w 117644"/>
                <a:gd name="connsiteY15" fmla="*/ 31297 h 240587"/>
                <a:gd name="connsiteX16" fmla="*/ 37943 w 117644"/>
                <a:gd name="connsiteY16" fmla="*/ 31297 h 240587"/>
                <a:gd name="connsiteX17" fmla="*/ 54377 w 117644"/>
                <a:gd name="connsiteY17" fmla="*/ 47193 h 240587"/>
                <a:gd name="connsiteX18" fmla="*/ 30803 w 117644"/>
                <a:gd name="connsiteY18" fmla="*/ 85405 h 240587"/>
                <a:gd name="connsiteX19" fmla="*/ 8082 w 117644"/>
                <a:gd name="connsiteY19" fmla="*/ 120249 h 240587"/>
                <a:gd name="connsiteX20" fmla="*/ 30803 w 117644"/>
                <a:gd name="connsiteY20" fmla="*/ 155093 h 240587"/>
                <a:gd name="connsiteX21" fmla="*/ 54377 w 117644"/>
                <a:gd name="connsiteY21" fmla="*/ 193305 h 240587"/>
                <a:gd name="connsiteX22" fmla="*/ 38077 w 117644"/>
                <a:gd name="connsiteY22" fmla="*/ 209201 h 240587"/>
                <a:gd name="connsiteX23" fmla="*/ 17287 w 117644"/>
                <a:gd name="connsiteY23" fmla="*/ 209201 h 240587"/>
                <a:gd name="connsiteX24" fmla="*/ 0 w 117644"/>
                <a:gd name="connsiteY24" fmla="*/ 226174 h 240587"/>
                <a:gd name="connsiteX25" fmla="*/ 0 w 117644"/>
                <a:gd name="connsiteY25" fmla="*/ 233493 h 240587"/>
                <a:gd name="connsiteX26" fmla="*/ 0 w 117644"/>
                <a:gd name="connsiteY26" fmla="*/ 237175 h 240587"/>
                <a:gd name="connsiteX27" fmla="*/ 3457 w 117644"/>
                <a:gd name="connsiteY27" fmla="*/ 240588 h 240587"/>
                <a:gd name="connsiteX28" fmla="*/ 100357 w 117644"/>
                <a:gd name="connsiteY28" fmla="*/ 240588 h 24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644" h="240587">
                  <a:moveTo>
                    <a:pt x="100357" y="240588"/>
                  </a:moveTo>
                  <a:cubicBezTo>
                    <a:pt x="109921" y="240588"/>
                    <a:pt x="117645" y="232999"/>
                    <a:pt x="117645" y="223660"/>
                  </a:cubicBezTo>
                  <a:lnTo>
                    <a:pt x="117645" y="205699"/>
                  </a:lnTo>
                  <a:cubicBezTo>
                    <a:pt x="117645" y="204800"/>
                    <a:pt x="117285" y="203992"/>
                    <a:pt x="116702" y="203408"/>
                  </a:cubicBezTo>
                  <a:lnTo>
                    <a:pt x="82217" y="167442"/>
                  </a:lnTo>
                  <a:cubicBezTo>
                    <a:pt x="70407" y="155138"/>
                    <a:pt x="63762" y="138524"/>
                    <a:pt x="63762" y="120294"/>
                  </a:cubicBezTo>
                  <a:cubicBezTo>
                    <a:pt x="63762" y="101300"/>
                    <a:pt x="70991" y="84102"/>
                    <a:pt x="83698" y="71620"/>
                  </a:cubicBezTo>
                  <a:cubicBezTo>
                    <a:pt x="83698" y="71620"/>
                    <a:pt x="109068" y="45172"/>
                    <a:pt x="109293" y="44947"/>
                  </a:cubicBezTo>
                  <a:cubicBezTo>
                    <a:pt x="114097" y="39873"/>
                    <a:pt x="117465" y="32869"/>
                    <a:pt x="117645" y="24831"/>
                  </a:cubicBezTo>
                  <a:lnTo>
                    <a:pt x="117645" y="3368"/>
                  </a:lnTo>
                  <a:cubicBezTo>
                    <a:pt x="117645" y="1482"/>
                    <a:pt x="116118" y="0"/>
                    <a:pt x="114187" y="0"/>
                  </a:cubicBezTo>
                  <a:lnTo>
                    <a:pt x="17287" y="0"/>
                  </a:lnTo>
                  <a:cubicBezTo>
                    <a:pt x="7723" y="0"/>
                    <a:pt x="0" y="7589"/>
                    <a:pt x="0" y="16928"/>
                  </a:cubicBezTo>
                  <a:lnTo>
                    <a:pt x="0" y="23484"/>
                  </a:lnTo>
                  <a:lnTo>
                    <a:pt x="0" y="27884"/>
                  </a:lnTo>
                  <a:cubicBezTo>
                    <a:pt x="0" y="29770"/>
                    <a:pt x="1571" y="31297"/>
                    <a:pt x="3457" y="31297"/>
                  </a:cubicBezTo>
                  <a:lnTo>
                    <a:pt x="37943" y="31297"/>
                  </a:lnTo>
                  <a:cubicBezTo>
                    <a:pt x="46968" y="31297"/>
                    <a:pt x="54377" y="38526"/>
                    <a:pt x="54377" y="47193"/>
                  </a:cubicBezTo>
                  <a:cubicBezTo>
                    <a:pt x="54377" y="63357"/>
                    <a:pt x="40232" y="74942"/>
                    <a:pt x="30803" y="85405"/>
                  </a:cubicBezTo>
                  <a:cubicBezTo>
                    <a:pt x="19218" y="98247"/>
                    <a:pt x="8082" y="108125"/>
                    <a:pt x="8082" y="120249"/>
                  </a:cubicBezTo>
                  <a:cubicBezTo>
                    <a:pt x="8082" y="132373"/>
                    <a:pt x="19218" y="142296"/>
                    <a:pt x="30803" y="155093"/>
                  </a:cubicBezTo>
                  <a:cubicBezTo>
                    <a:pt x="40232" y="165556"/>
                    <a:pt x="54377" y="177141"/>
                    <a:pt x="54377" y="193305"/>
                  </a:cubicBezTo>
                  <a:cubicBezTo>
                    <a:pt x="54377" y="201927"/>
                    <a:pt x="47013" y="209111"/>
                    <a:pt x="38077" y="209201"/>
                  </a:cubicBezTo>
                  <a:lnTo>
                    <a:pt x="17287" y="209201"/>
                  </a:lnTo>
                  <a:cubicBezTo>
                    <a:pt x="7723" y="209201"/>
                    <a:pt x="0" y="216789"/>
                    <a:pt x="0" y="226174"/>
                  </a:cubicBezTo>
                  <a:lnTo>
                    <a:pt x="0" y="233493"/>
                  </a:lnTo>
                  <a:cubicBezTo>
                    <a:pt x="0" y="235379"/>
                    <a:pt x="0" y="237175"/>
                    <a:pt x="0" y="237175"/>
                  </a:cubicBezTo>
                  <a:cubicBezTo>
                    <a:pt x="0" y="239061"/>
                    <a:pt x="1571" y="240588"/>
                    <a:pt x="3457" y="240588"/>
                  </a:cubicBezTo>
                  <a:cubicBezTo>
                    <a:pt x="3502" y="240588"/>
                    <a:pt x="99504" y="240588"/>
                    <a:pt x="100357" y="240588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397FFE4C-AD2E-410A-AB15-DE2F3637BD4F}"/>
                </a:ext>
              </a:extLst>
            </p:cNvPr>
            <p:cNvSpPr/>
            <p:nvPr/>
          </p:nvSpPr>
          <p:spPr>
            <a:xfrm>
              <a:off x="10229024" y="6165243"/>
              <a:ext cx="1560677" cy="4490"/>
            </a:xfrm>
            <a:custGeom>
              <a:avLst/>
              <a:gdLst>
                <a:gd name="connsiteX0" fmla="*/ 1560677 w 1560677"/>
                <a:gd name="connsiteY0" fmla="*/ 0 h 4490"/>
                <a:gd name="connsiteX1" fmla="*/ 1560677 w 1560677"/>
                <a:gd name="connsiteY1" fmla="*/ 0 h 4490"/>
                <a:gd name="connsiteX2" fmla="*/ 0 w 1560677"/>
                <a:gd name="connsiteY2" fmla="*/ 0 h 4490"/>
                <a:gd name="connsiteX3" fmla="*/ 0 w 1560677"/>
                <a:gd name="connsiteY3" fmla="*/ 0 h 4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0677" h="4490">
                  <a:moveTo>
                    <a:pt x="1560677" y="0"/>
                  </a:moveTo>
                  <a:lnTo>
                    <a:pt x="1560677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243" cap="rnd">
              <a:solidFill>
                <a:srgbClr val="005CA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765C96C1-1A4C-46A4-A5C1-E5314CCD09CD}"/>
                </a:ext>
              </a:extLst>
            </p:cNvPr>
            <p:cNvSpPr/>
            <p:nvPr/>
          </p:nvSpPr>
          <p:spPr>
            <a:xfrm>
              <a:off x="10253047" y="5921152"/>
              <a:ext cx="1524620" cy="4490"/>
            </a:xfrm>
            <a:custGeom>
              <a:avLst/>
              <a:gdLst>
                <a:gd name="connsiteX0" fmla="*/ 0 w 1524620"/>
                <a:gd name="connsiteY0" fmla="*/ 0 h 4490"/>
                <a:gd name="connsiteX1" fmla="*/ 1524620 w 1524620"/>
                <a:gd name="connsiteY1" fmla="*/ 0 h 4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4620" h="4490">
                  <a:moveTo>
                    <a:pt x="0" y="0"/>
                  </a:moveTo>
                  <a:lnTo>
                    <a:pt x="1524620" y="0"/>
                  </a:lnTo>
                </a:path>
              </a:pathLst>
            </a:custGeom>
            <a:ln w="2243" cap="rnd">
              <a:solidFill>
                <a:srgbClr val="005CA9"/>
              </a:solidFill>
              <a:custDash>
                <a:ds d="0" sp="112425"/>
              </a:custDash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CE1DEFE4-9FAB-4EAF-9415-5D631272ED11}"/>
                </a:ext>
              </a:extLst>
            </p:cNvPr>
            <p:cNvSpPr/>
            <p:nvPr/>
          </p:nvSpPr>
          <p:spPr>
            <a:xfrm>
              <a:off x="10229024" y="5921152"/>
              <a:ext cx="1560677" cy="4490"/>
            </a:xfrm>
            <a:custGeom>
              <a:avLst/>
              <a:gdLst>
                <a:gd name="connsiteX0" fmla="*/ 1560677 w 1560677"/>
                <a:gd name="connsiteY0" fmla="*/ 0 h 4490"/>
                <a:gd name="connsiteX1" fmla="*/ 1560677 w 1560677"/>
                <a:gd name="connsiteY1" fmla="*/ 0 h 4490"/>
                <a:gd name="connsiteX2" fmla="*/ 0 w 1560677"/>
                <a:gd name="connsiteY2" fmla="*/ 0 h 4490"/>
                <a:gd name="connsiteX3" fmla="*/ 0 w 1560677"/>
                <a:gd name="connsiteY3" fmla="*/ 0 h 4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0677" h="4490">
                  <a:moveTo>
                    <a:pt x="1560677" y="0"/>
                  </a:moveTo>
                  <a:lnTo>
                    <a:pt x="1560677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243" cap="rnd">
              <a:solidFill>
                <a:srgbClr val="005CA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7" name="Freihandform: Form 56">
              <a:extLst>
                <a:ext uri="{FF2B5EF4-FFF2-40B4-BE49-F238E27FC236}">
                  <a16:creationId xmlns:a16="http://schemas.microsoft.com/office/drawing/2014/main" id="{A129C24B-3525-4217-A91C-76AC5977A52B}"/>
                </a:ext>
              </a:extLst>
            </p:cNvPr>
            <p:cNvSpPr/>
            <p:nvPr/>
          </p:nvSpPr>
          <p:spPr>
            <a:xfrm>
              <a:off x="10216900" y="5926675"/>
              <a:ext cx="246380" cy="117599"/>
            </a:xfrm>
            <a:custGeom>
              <a:avLst/>
              <a:gdLst>
                <a:gd name="connsiteX0" fmla="*/ 246335 w 246380"/>
                <a:gd name="connsiteY0" fmla="*/ 17287 h 117599"/>
                <a:gd name="connsiteX1" fmla="*/ 229003 w 246380"/>
                <a:gd name="connsiteY1" fmla="*/ 0 h 117599"/>
                <a:gd name="connsiteX2" fmla="*/ 210638 w 246380"/>
                <a:gd name="connsiteY2" fmla="*/ 0 h 117599"/>
                <a:gd name="connsiteX3" fmla="*/ 208303 w 246380"/>
                <a:gd name="connsiteY3" fmla="*/ 943 h 117599"/>
                <a:gd name="connsiteX4" fmla="*/ 171483 w 246380"/>
                <a:gd name="connsiteY4" fmla="*/ 35428 h 117599"/>
                <a:gd name="connsiteX5" fmla="*/ 123213 w 246380"/>
                <a:gd name="connsiteY5" fmla="*/ 53883 h 117599"/>
                <a:gd name="connsiteX6" fmla="*/ 73371 w 246380"/>
                <a:gd name="connsiteY6" fmla="*/ 33946 h 117599"/>
                <a:gd name="connsiteX7" fmla="*/ 46070 w 246380"/>
                <a:gd name="connsiteY7" fmla="*/ 8352 h 117599"/>
                <a:gd name="connsiteX8" fmla="*/ 25460 w 246380"/>
                <a:gd name="connsiteY8" fmla="*/ 0 h 117599"/>
                <a:gd name="connsiteX9" fmla="*/ 3458 w 246380"/>
                <a:gd name="connsiteY9" fmla="*/ 0 h 117599"/>
                <a:gd name="connsiteX10" fmla="*/ 0 w 246380"/>
                <a:gd name="connsiteY10" fmla="*/ 3457 h 117599"/>
                <a:gd name="connsiteX11" fmla="*/ 0 w 246380"/>
                <a:gd name="connsiteY11" fmla="*/ 100312 h 117599"/>
                <a:gd name="connsiteX12" fmla="*/ 17332 w 246380"/>
                <a:gd name="connsiteY12" fmla="*/ 117600 h 117599"/>
                <a:gd name="connsiteX13" fmla="*/ 24068 w 246380"/>
                <a:gd name="connsiteY13" fmla="*/ 117600 h 117599"/>
                <a:gd name="connsiteX14" fmla="*/ 28603 w 246380"/>
                <a:gd name="connsiteY14" fmla="*/ 117600 h 117599"/>
                <a:gd name="connsiteX15" fmla="*/ 32105 w 246380"/>
                <a:gd name="connsiteY15" fmla="*/ 114142 h 117599"/>
                <a:gd name="connsiteX16" fmla="*/ 32105 w 246380"/>
                <a:gd name="connsiteY16" fmla="*/ 79657 h 117599"/>
                <a:gd name="connsiteX17" fmla="*/ 48360 w 246380"/>
                <a:gd name="connsiteY17" fmla="*/ 63223 h 117599"/>
                <a:gd name="connsiteX18" fmla="*/ 87515 w 246380"/>
                <a:gd name="connsiteY18" fmla="*/ 86797 h 117599"/>
                <a:gd name="connsiteX19" fmla="*/ 123213 w 246380"/>
                <a:gd name="connsiteY19" fmla="*/ 109517 h 117599"/>
                <a:gd name="connsiteX20" fmla="*/ 158910 w 246380"/>
                <a:gd name="connsiteY20" fmla="*/ 86797 h 117599"/>
                <a:gd name="connsiteX21" fmla="*/ 198020 w 246380"/>
                <a:gd name="connsiteY21" fmla="*/ 63223 h 117599"/>
                <a:gd name="connsiteX22" fmla="*/ 214320 w 246380"/>
                <a:gd name="connsiteY22" fmla="*/ 79522 h 117599"/>
                <a:gd name="connsiteX23" fmla="*/ 214320 w 246380"/>
                <a:gd name="connsiteY23" fmla="*/ 100312 h 117599"/>
                <a:gd name="connsiteX24" fmla="*/ 231652 w 246380"/>
                <a:gd name="connsiteY24" fmla="*/ 117600 h 117599"/>
                <a:gd name="connsiteX25" fmla="*/ 239151 w 246380"/>
                <a:gd name="connsiteY25" fmla="*/ 117600 h 117599"/>
                <a:gd name="connsiteX26" fmla="*/ 242923 w 246380"/>
                <a:gd name="connsiteY26" fmla="*/ 117600 h 117599"/>
                <a:gd name="connsiteX27" fmla="*/ 246380 w 246380"/>
                <a:gd name="connsiteY27" fmla="*/ 114142 h 117599"/>
                <a:gd name="connsiteX28" fmla="*/ 246335 w 246380"/>
                <a:gd name="connsiteY28" fmla="*/ 17287 h 11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380" h="117599">
                  <a:moveTo>
                    <a:pt x="246335" y="17287"/>
                  </a:moveTo>
                  <a:cubicBezTo>
                    <a:pt x="246335" y="7723"/>
                    <a:pt x="238567" y="0"/>
                    <a:pt x="229003" y="0"/>
                  </a:cubicBezTo>
                  <a:lnTo>
                    <a:pt x="210638" y="0"/>
                  </a:lnTo>
                  <a:cubicBezTo>
                    <a:pt x="209740" y="0"/>
                    <a:pt x="208887" y="359"/>
                    <a:pt x="208303" y="943"/>
                  </a:cubicBezTo>
                  <a:lnTo>
                    <a:pt x="171483" y="35428"/>
                  </a:lnTo>
                  <a:cubicBezTo>
                    <a:pt x="158865" y="47237"/>
                    <a:pt x="141892" y="53883"/>
                    <a:pt x="123213" y="53883"/>
                  </a:cubicBezTo>
                  <a:cubicBezTo>
                    <a:pt x="103725" y="53883"/>
                    <a:pt x="86123" y="46654"/>
                    <a:pt x="73371" y="33946"/>
                  </a:cubicBezTo>
                  <a:cubicBezTo>
                    <a:pt x="73371" y="33946"/>
                    <a:pt x="46294" y="8576"/>
                    <a:pt x="46070" y="8352"/>
                  </a:cubicBezTo>
                  <a:cubicBezTo>
                    <a:pt x="40861" y="3547"/>
                    <a:pt x="33722" y="180"/>
                    <a:pt x="25460" y="0"/>
                  </a:cubicBezTo>
                  <a:lnTo>
                    <a:pt x="3458" y="0"/>
                  </a:lnTo>
                  <a:cubicBezTo>
                    <a:pt x="1571" y="0"/>
                    <a:pt x="0" y="1527"/>
                    <a:pt x="0" y="3457"/>
                  </a:cubicBezTo>
                  <a:lnTo>
                    <a:pt x="0" y="100312"/>
                  </a:lnTo>
                  <a:cubicBezTo>
                    <a:pt x="0" y="109877"/>
                    <a:pt x="7768" y="117600"/>
                    <a:pt x="17332" y="117600"/>
                  </a:cubicBezTo>
                  <a:lnTo>
                    <a:pt x="24068" y="117600"/>
                  </a:lnTo>
                  <a:lnTo>
                    <a:pt x="28603" y="117600"/>
                  </a:lnTo>
                  <a:cubicBezTo>
                    <a:pt x="30534" y="117600"/>
                    <a:pt x="32105" y="116028"/>
                    <a:pt x="32105" y="114142"/>
                  </a:cubicBezTo>
                  <a:lnTo>
                    <a:pt x="32105" y="79657"/>
                  </a:lnTo>
                  <a:cubicBezTo>
                    <a:pt x="32105" y="70632"/>
                    <a:pt x="39469" y="63223"/>
                    <a:pt x="48360" y="63223"/>
                  </a:cubicBezTo>
                  <a:cubicBezTo>
                    <a:pt x="64929" y="63223"/>
                    <a:pt x="76783" y="77367"/>
                    <a:pt x="87515" y="86797"/>
                  </a:cubicBezTo>
                  <a:cubicBezTo>
                    <a:pt x="100671" y="98381"/>
                    <a:pt x="110774" y="109517"/>
                    <a:pt x="123213" y="109517"/>
                  </a:cubicBezTo>
                  <a:cubicBezTo>
                    <a:pt x="135651" y="109517"/>
                    <a:pt x="145754" y="98381"/>
                    <a:pt x="158910" y="86797"/>
                  </a:cubicBezTo>
                  <a:cubicBezTo>
                    <a:pt x="169642" y="77367"/>
                    <a:pt x="181496" y="63223"/>
                    <a:pt x="198020" y="63223"/>
                  </a:cubicBezTo>
                  <a:cubicBezTo>
                    <a:pt x="206866" y="63223"/>
                    <a:pt x="214230" y="70587"/>
                    <a:pt x="214320" y="79522"/>
                  </a:cubicBezTo>
                  <a:lnTo>
                    <a:pt x="214320" y="100312"/>
                  </a:lnTo>
                  <a:cubicBezTo>
                    <a:pt x="214320" y="109877"/>
                    <a:pt x="222088" y="117600"/>
                    <a:pt x="231652" y="117600"/>
                  </a:cubicBezTo>
                  <a:lnTo>
                    <a:pt x="239151" y="117600"/>
                  </a:lnTo>
                  <a:cubicBezTo>
                    <a:pt x="241127" y="117600"/>
                    <a:pt x="242923" y="117600"/>
                    <a:pt x="242923" y="117600"/>
                  </a:cubicBezTo>
                  <a:cubicBezTo>
                    <a:pt x="244853" y="117600"/>
                    <a:pt x="246380" y="116028"/>
                    <a:pt x="246380" y="114142"/>
                  </a:cubicBezTo>
                  <a:cubicBezTo>
                    <a:pt x="246335" y="114097"/>
                    <a:pt x="246335" y="18096"/>
                    <a:pt x="246335" y="17287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8" name="Freihandform: Form 57">
              <a:extLst>
                <a:ext uri="{FF2B5EF4-FFF2-40B4-BE49-F238E27FC236}">
                  <a16:creationId xmlns:a16="http://schemas.microsoft.com/office/drawing/2014/main" id="{53D0AE5E-7C88-47CA-99D6-1FABC58B5D3A}"/>
                </a:ext>
              </a:extLst>
            </p:cNvPr>
            <p:cNvSpPr/>
            <p:nvPr/>
          </p:nvSpPr>
          <p:spPr>
            <a:xfrm>
              <a:off x="10216900" y="6046520"/>
              <a:ext cx="246380" cy="117644"/>
            </a:xfrm>
            <a:custGeom>
              <a:avLst/>
              <a:gdLst>
                <a:gd name="connsiteX0" fmla="*/ 246335 w 246380"/>
                <a:gd name="connsiteY0" fmla="*/ 17288 h 117644"/>
                <a:gd name="connsiteX1" fmla="*/ 229003 w 246380"/>
                <a:gd name="connsiteY1" fmla="*/ 0 h 117644"/>
                <a:gd name="connsiteX2" fmla="*/ 210638 w 246380"/>
                <a:gd name="connsiteY2" fmla="*/ 0 h 117644"/>
                <a:gd name="connsiteX3" fmla="*/ 208303 w 246380"/>
                <a:gd name="connsiteY3" fmla="*/ 943 h 117644"/>
                <a:gd name="connsiteX4" fmla="*/ 171483 w 246380"/>
                <a:gd name="connsiteY4" fmla="*/ 35428 h 117644"/>
                <a:gd name="connsiteX5" fmla="*/ 123213 w 246380"/>
                <a:gd name="connsiteY5" fmla="*/ 53883 h 117644"/>
                <a:gd name="connsiteX6" fmla="*/ 73371 w 246380"/>
                <a:gd name="connsiteY6" fmla="*/ 33946 h 117644"/>
                <a:gd name="connsiteX7" fmla="*/ 46070 w 246380"/>
                <a:gd name="connsiteY7" fmla="*/ 8352 h 117644"/>
                <a:gd name="connsiteX8" fmla="*/ 25460 w 246380"/>
                <a:gd name="connsiteY8" fmla="*/ 0 h 117644"/>
                <a:gd name="connsiteX9" fmla="*/ 3458 w 246380"/>
                <a:gd name="connsiteY9" fmla="*/ 0 h 117644"/>
                <a:gd name="connsiteX10" fmla="*/ 0 w 246380"/>
                <a:gd name="connsiteY10" fmla="*/ 3458 h 117644"/>
                <a:gd name="connsiteX11" fmla="*/ 0 w 246380"/>
                <a:gd name="connsiteY11" fmla="*/ 100357 h 117644"/>
                <a:gd name="connsiteX12" fmla="*/ 17332 w 246380"/>
                <a:gd name="connsiteY12" fmla="*/ 117645 h 117644"/>
                <a:gd name="connsiteX13" fmla="*/ 24068 w 246380"/>
                <a:gd name="connsiteY13" fmla="*/ 117645 h 117644"/>
                <a:gd name="connsiteX14" fmla="*/ 28603 w 246380"/>
                <a:gd name="connsiteY14" fmla="*/ 117645 h 117644"/>
                <a:gd name="connsiteX15" fmla="*/ 32105 w 246380"/>
                <a:gd name="connsiteY15" fmla="*/ 114187 h 117644"/>
                <a:gd name="connsiteX16" fmla="*/ 32105 w 246380"/>
                <a:gd name="connsiteY16" fmla="*/ 79702 h 117644"/>
                <a:gd name="connsiteX17" fmla="*/ 48360 w 246380"/>
                <a:gd name="connsiteY17" fmla="*/ 63268 h 117644"/>
                <a:gd name="connsiteX18" fmla="*/ 87515 w 246380"/>
                <a:gd name="connsiteY18" fmla="*/ 86842 h 117644"/>
                <a:gd name="connsiteX19" fmla="*/ 123213 w 246380"/>
                <a:gd name="connsiteY19" fmla="*/ 109562 h 117644"/>
                <a:gd name="connsiteX20" fmla="*/ 158910 w 246380"/>
                <a:gd name="connsiteY20" fmla="*/ 86842 h 117644"/>
                <a:gd name="connsiteX21" fmla="*/ 198020 w 246380"/>
                <a:gd name="connsiteY21" fmla="*/ 63268 h 117644"/>
                <a:gd name="connsiteX22" fmla="*/ 214320 w 246380"/>
                <a:gd name="connsiteY22" fmla="*/ 79567 h 117644"/>
                <a:gd name="connsiteX23" fmla="*/ 214320 w 246380"/>
                <a:gd name="connsiteY23" fmla="*/ 100357 h 117644"/>
                <a:gd name="connsiteX24" fmla="*/ 231652 w 246380"/>
                <a:gd name="connsiteY24" fmla="*/ 117645 h 117644"/>
                <a:gd name="connsiteX25" fmla="*/ 239151 w 246380"/>
                <a:gd name="connsiteY25" fmla="*/ 117645 h 117644"/>
                <a:gd name="connsiteX26" fmla="*/ 242923 w 246380"/>
                <a:gd name="connsiteY26" fmla="*/ 117645 h 117644"/>
                <a:gd name="connsiteX27" fmla="*/ 246380 w 246380"/>
                <a:gd name="connsiteY27" fmla="*/ 114187 h 117644"/>
                <a:gd name="connsiteX28" fmla="*/ 246335 w 246380"/>
                <a:gd name="connsiteY28" fmla="*/ 17288 h 11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380" h="117644">
                  <a:moveTo>
                    <a:pt x="246335" y="17288"/>
                  </a:moveTo>
                  <a:cubicBezTo>
                    <a:pt x="246335" y="7723"/>
                    <a:pt x="238567" y="0"/>
                    <a:pt x="229003" y="0"/>
                  </a:cubicBezTo>
                  <a:lnTo>
                    <a:pt x="210638" y="0"/>
                  </a:lnTo>
                  <a:cubicBezTo>
                    <a:pt x="209740" y="0"/>
                    <a:pt x="208887" y="359"/>
                    <a:pt x="208303" y="943"/>
                  </a:cubicBezTo>
                  <a:lnTo>
                    <a:pt x="171483" y="35428"/>
                  </a:lnTo>
                  <a:cubicBezTo>
                    <a:pt x="158865" y="47237"/>
                    <a:pt x="141892" y="53883"/>
                    <a:pt x="123213" y="53883"/>
                  </a:cubicBezTo>
                  <a:cubicBezTo>
                    <a:pt x="103725" y="53883"/>
                    <a:pt x="86123" y="46654"/>
                    <a:pt x="73371" y="33946"/>
                  </a:cubicBezTo>
                  <a:cubicBezTo>
                    <a:pt x="73371" y="33946"/>
                    <a:pt x="46294" y="8576"/>
                    <a:pt x="46070" y="8352"/>
                  </a:cubicBezTo>
                  <a:cubicBezTo>
                    <a:pt x="40861" y="3547"/>
                    <a:pt x="33722" y="180"/>
                    <a:pt x="25460" y="0"/>
                  </a:cubicBezTo>
                  <a:lnTo>
                    <a:pt x="3458" y="0"/>
                  </a:lnTo>
                  <a:cubicBezTo>
                    <a:pt x="1571" y="0"/>
                    <a:pt x="0" y="1527"/>
                    <a:pt x="0" y="3458"/>
                  </a:cubicBezTo>
                  <a:lnTo>
                    <a:pt x="0" y="100357"/>
                  </a:lnTo>
                  <a:cubicBezTo>
                    <a:pt x="0" y="109921"/>
                    <a:pt x="7768" y="117645"/>
                    <a:pt x="17332" y="117645"/>
                  </a:cubicBezTo>
                  <a:lnTo>
                    <a:pt x="24068" y="117645"/>
                  </a:lnTo>
                  <a:lnTo>
                    <a:pt x="28603" y="117645"/>
                  </a:lnTo>
                  <a:cubicBezTo>
                    <a:pt x="30534" y="117645"/>
                    <a:pt x="32105" y="116073"/>
                    <a:pt x="32105" y="114187"/>
                  </a:cubicBezTo>
                  <a:lnTo>
                    <a:pt x="32105" y="79702"/>
                  </a:lnTo>
                  <a:cubicBezTo>
                    <a:pt x="32105" y="70677"/>
                    <a:pt x="39469" y="63268"/>
                    <a:pt x="48360" y="63268"/>
                  </a:cubicBezTo>
                  <a:cubicBezTo>
                    <a:pt x="64929" y="63268"/>
                    <a:pt x="76783" y="77412"/>
                    <a:pt x="87515" y="86842"/>
                  </a:cubicBezTo>
                  <a:cubicBezTo>
                    <a:pt x="100671" y="98426"/>
                    <a:pt x="110774" y="109562"/>
                    <a:pt x="123213" y="109562"/>
                  </a:cubicBezTo>
                  <a:cubicBezTo>
                    <a:pt x="135651" y="109562"/>
                    <a:pt x="145754" y="98426"/>
                    <a:pt x="158910" y="86842"/>
                  </a:cubicBezTo>
                  <a:cubicBezTo>
                    <a:pt x="169642" y="77412"/>
                    <a:pt x="181496" y="63268"/>
                    <a:pt x="198020" y="63268"/>
                  </a:cubicBezTo>
                  <a:cubicBezTo>
                    <a:pt x="206866" y="63268"/>
                    <a:pt x="214230" y="70632"/>
                    <a:pt x="214320" y="79567"/>
                  </a:cubicBezTo>
                  <a:lnTo>
                    <a:pt x="214320" y="100357"/>
                  </a:lnTo>
                  <a:cubicBezTo>
                    <a:pt x="214320" y="109921"/>
                    <a:pt x="222088" y="117645"/>
                    <a:pt x="231652" y="117645"/>
                  </a:cubicBezTo>
                  <a:lnTo>
                    <a:pt x="239151" y="117645"/>
                  </a:lnTo>
                  <a:cubicBezTo>
                    <a:pt x="241127" y="117645"/>
                    <a:pt x="242923" y="117645"/>
                    <a:pt x="242923" y="117645"/>
                  </a:cubicBezTo>
                  <a:cubicBezTo>
                    <a:pt x="244853" y="117645"/>
                    <a:pt x="246380" y="116073"/>
                    <a:pt x="246380" y="114187"/>
                  </a:cubicBezTo>
                  <a:cubicBezTo>
                    <a:pt x="246335" y="114097"/>
                    <a:pt x="246335" y="18096"/>
                    <a:pt x="246335" y="17288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4E1FE604-61A5-42D6-B016-77AC4AE53DE1}"/>
                </a:ext>
              </a:extLst>
            </p:cNvPr>
            <p:cNvSpPr/>
            <p:nvPr/>
          </p:nvSpPr>
          <p:spPr>
            <a:xfrm>
              <a:off x="10216900" y="6528369"/>
              <a:ext cx="246380" cy="117644"/>
            </a:xfrm>
            <a:custGeom>
              <a:avLst/>
              <a:gdLst>
                <a:gd name="connsiteX0" fmla="*/ 246335 w 246380"/>
                <a:gd name="connsiteY0" fmla="*/ 17288 h 117644"/>
                <a:gd name="connsiteX1" fmla="*/ 229003 w 246380"/>
                <a:gd name="connsiteY1" fmla="*/ 0 h 117644"/>
                <a:gd name="connsiteX2" fmla="*/ 210638 w 246380"/>
                <a:gd name="connsiteY2" fmla="*/ 0 h 117644"/>
                <a:gd name="connsiteX3" fmla="*/ 208303 w 246380"/>
                <a:gd name="connsiteY3" fmla="*/ 943 h 117644"/>
                <a:gd name="connsiteX4" fmla="*/ 171483 w 246380"/>
                <a:gd name="connsiteY4" fmla="*/ 35428 h 117644"/>
                <a:gd name="connsiteX5" fmla="*/ 123213 w 246380"/>
                <a:gd name="connsiteY5" fmla="*/ 53883 h 117644"/>
                <a:gd name="connsiteX6" fmla="*/ 73371 w 246380"/>
                <a:gd name="connsiteY6" fmla="*/ 33946 h 117644"/>
                <a:gd name="connsiteX7" fmla="*/ 46070 w 246380"/>
                <a:gd name="connsiteY7" fmla="*/ 8352 h 117644"/>
                <a:gd name="connsiteX8" fmla="*/ 25460 w 246380"/>
                <a:gd name="connsiteY8" fmla="*/ 0 h 117644"/>
                <a:gd name="connsiteX9" fmla="*/ 3458 w 246380"/>
                <a:gd name="connsiteY9" fmla="*/ 0 h 117644"/>
                <a:gd name="connsiteX10" fmla="*/ 0 w 246380"/>
                <a:gd name="connsiteY10" fmla="*/ 3458 h 117644"/>
                <a:gd name="connsiteX11" fmla="*/ 0 w 246380"/>
                <a:gd name="connsiteY11" fmla="*/ 100357 h 117644"/>
                <a:gd name="connsiteX12" fmla="*/ 17332 w 246380"/>
                <a:gd name="connsiteY12" fmla="*/ 117645 h 117644"/>
                <a:gd name="connsiteX13" fmla="*/ 24068 w 246380"/>
                <a:gd name="connsiteY13" fmla="*/ 117645 h 117644"/>
                <a:gd name="connsiteX14" fmla="*/ 28603 w 246380"/>
                <a:gd name="connsiteY14" fmla="*/ 117645 h 117644"/>
                <a:gd name="connsiteX15" fmla="*/ 32105 w 246380"/>
                <a:gd name="connsiteY15" fmla="*/ 114187 h 117644"/>
                <a:gd name="connsiteX16" fmla="*/ 32105 w 246380"/>
                <a:gd name="connsiteY16" fmla="*/ 79702 h 117644"/>
                <a:gd name="connsiteX17" fmla="*/ 48360 w 246380"/>
                <a:gd name="connsiteY17" fmla="*/ 63268 h 117644"/>
                <a:gd name="connsiteX18" fmla="*/ 87515 w 246380"/>
                <a:gd name="connsiteY18" fmla="*/ 86842 h 117644"/>
                <a:gd name="connsiteX19" fmla="*/ 123213 w 246380"/>
                <a:gd name="connsiteY19" fmla="*/ 109562 h 117644"/>
                <a:gd name="connsiteX20" fmla="*/ 158910 w 246380"/>
                <a:gd name="connsiteY20" fmla="*/ 86842 h 117644"/>
                <a:gd name="connsiteX21" fmla="*/ 198020 w 246380"/>
                <a:gd name="connsiteY21" fmla="*/ 63268 h 117644"/>
                <a:gd name="connsiteX22" fmla="*/ 214320 w 246380"/>
                <a:gd name="connsiteY22" fmla="*/ 79567 h 117644"/>
                <a:gd name="connsiteX23" fmla="*/ 214320 w 246380"/>
                <a:gd name="connsiteY23" fmla="*/ 100357 h 117644"/>
                <a:gd name="connsiteX24" fmla="*/ 231652 w 246380"/>
                <a:gd name="connsiteY24" fmla="*/ 117645 h 117644"/>
                <a:gd name="connsiteX25" fmla="*/ 239151 w 246380"/>
                <a:gd name="connsiteY25" fmla="*/ 117645 h 117644"/>
                <a:gd name="connsiteX26" fmla="*/ 242923 w 246380"/>
                <a:gd name="connsiteY26" fmla="*/ 117645 h 117644"/>
                <a:gd name="connsiteX27" fmla="*/ 246380 w 246380"/>
                <a:gd name="connsiteY27" fmla="*/ 114187 h 117644"/>
                <a:gd name="connsiteX28" fmla="*/ 246335 w 246380"/>
                <a:gd name="connsiteY28" fmla="*/ 17288 h 11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380" h="117644">
                  <a:moveTo>
                    <a:pt x="246335" y="17288"/>
                  </a:moveTo>
                  <a:cubicBezTo>
                    <a:pt x="246335" y="7723"/>
                    <a:pt x="238567" y="0"/>
                    <a:pt x="229003" y="0"/>
                  </a:cubicBezTo>
                  <a:lnTo>
                    <a:pt x="210638" y="0"/>
                  </a:lnTo>
                  <a:cubicBezTo>
                    <a:pt x="209740" y="0"/>
                    <a:pt x="208887" y="359"/>
                    <a:pt x="208303" y="943"/>
                  </a:cubicBezTo>
                  <a:lnTo>
                    <a:pt x="171483" y="35428"/>
                  </a:lnTo>
                  <a:cubicBezTo>
                    <a:pt x="158865" y="47237"/>
                    <a:pt x="141892" y="53883"/>
                    <a:pt x="123213" y="53883"/>
                  </a:cubicBezTo>
                  <a:cubicBezTo>
                    <a:pt x="103725" y="53883"/>
                    <a:pt x="86123" y="46654"/>
                    <a:pt x="73371" y="33946"/>
                  </a:cubicBezTo>
                  <a:cubicBezTo>
                    <a:pt x="73371" y="33946"/>
                    <a:pt x="46294" y="8576"/>
                    <a:pt x="46070" y="8352"/>
                  </a:cubicBezTo>
                  <a:cubicBezTo>
                    <a:pt x="40861" y="3547"/>
                    <a:pt x="33722" y="180"/>
                    <a:pt x="25460" y="0"/>
                  </a:cubicBezTo>
                  <a:lnTo>
                    <a:pt x="3458" y="0"/>
                  </a:lnTo>
                  <a:cubicBezTo>
                    <a:pt x="1571" y="0"/>
                    <a:pt x="0" y="1527"/>
                    <a:pt x="0" y="3458"/>
                  </a:cubicBezTo>
                  <a:lnTo>
                    <a:pt x="0" y="100357"/>
                  </a:lnTo>
                  <a:cubicBezTo>
                    <a:pt x="0" y="109921"/>
                    <a:pt x="7768" y="117645"/>
                    <a:pt x="17332" y="117645"/>
                  </a:cubicBezTo>
                  <a:lnTo>
                    <a:pt x="24068" y="117645"/>
                  </a:lnTo>
                  <a:lnTo>
                    <a:pt x="28603" y="117645"/>
                  </a:lnTo>
                  <a:cubicBezTo>
                    <a:pt x="30534" y="117645"/>
                    <a:pt x="32105" y="116073"/>
                    <a:pt x="32105" y="114187"/>
                  </a:cubicBezTo>
                  <a:lnTo>
                    <a:pt x="32105" y="79702"/>
                  </a:lnTo>
                  <a:cubicBezTo>
                    <a:pt x="32105" y="70677"/>
                    <a:pt x="39469" y="63268"/>
                    <a:pt x="48360" y="63268"/>
                  </a:cubicBezTo>
                  <a:cubicBezTo>
                    <a:pt x="64929" y="63268"/>
                    <a:pt x="76783" y="77412"/>
                    <a:pt x="87515" y="86842"/>
                  </a:cubicBezTo>
                  <a:cubicBezTo>
                    <a:pt x="100671" y="98426"/>
                    <a:pt x="110774" y="109562"/>
                    <a:pt x="123213" y="109562"/>
                  </a:cubicBezTo>
                  <a:cubicBezTo>
                    <a:pt x="135651" y="109562"/>
                    <a:pt x="145754" y="98426"/>
                    <a:pt x="158910" y="86842"/>
                  </a:cubicBezTo>
                  <a:cubicBezTo>
                    <a:pt x="169642" y="77412"/>
                    <a:pt x="181496" y="63268"/>
                    <a:pt x="198020" y="63268"/>
                  </a:cubicBezTo>
                  <a:cubicBezTo>
                    <a:pt x="206866" y="63268"/>
                    <a:pt x="214230" y="70632"/>
                    <a:pt x="214320" y="79567"/>
                  </a:cubicBezTo>
                  <a:lnTo>
                    <a:pt x="214320" y="100357"/>
                  </a:lnTo>
                  <a:cubicBezTo>
                    <a:pt x="214320" y="109921"/>
                    <a:pt x="222088" y="117645"/>
                    <a:pt x="231652" y="117645"/>
                  </a:cubicBezTo>
                  <a:lnTo>
                    <a:pt x="239151" y="117645"/>
                  </a:lnTo>
                  <a:cubicBezTo>
                    <a:pt x="241127" y="117645"/>
                    <a:pt x="242923" y="117645"/>
                    <a:pt x="242923" y="117645"/>
                  </a:cubicBezTo>
                  <a:cubicBezTo>
                    <a:pt x="244853" y="117645"/>
                    <a:pt x="246380" y="116073"/>
                    <a:pt x="246380" y="114187"/>
                  </a:cubicBezTo>
                  <a:cubicBezTo>
                    <a:pt x="246335" y="114097"/>
                    <a:pt x="246335" y="18096"/>
                    <a:pt x="246335" y="17288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0" name="Freihandform: Form 59">
              <a:extLst>
                <a:ext uri="{FF2B5EF4-FFF2-40B4-BE49-F238E27FC236}">
                  <a16:creationId xmlns:a16="http://schemas.microsoft.com/office/drawing/2014/main" id="{60D2B73F-CFDF-43C5-A943-944883298A04}"/>
                </a:ext>
              </a:extLst>
            </p:cNvPr>
            <p:cNvSpPr/>
            <p:nvPr/>
          </p:nvSpPr>
          <p:spPr>
            <a:xfrm>
              <a:off x="10216900" y="6648214"/>
              <a:ext cx="246380" cy="117644"/>
            </a:xfrm>
            <a:custGeom>
              <a:avLst/>
              <a:gdLst>
                <a:gd name="connsiteX0" fmla="*/ 246335 w 246380"/>
                <a:gd name="connsiteY0" fmla="*/ 17288 h 117644"/>
                <a:gd name="connsiteX1" fmla="*/ 229003 w 246380"/>
                <a:gd name="connsiteY1" fmla="*/ 0 h 117644"/>
                <a:gd name="connsiteX2" fmla="*/ 210638 w 246380"/>
                <a:gd name="connsiteY2" fmla="*/ 0 h 117644"/>
                <a:gd name="connsiteX3" fmla="*/ 208303 w 246380"/>
                <a:gd name="connsiteY3" fmla="*/ 943 h 117644"/>
                <a:gd name="connsiteX4" fmla="*/ 171483 w 246380"/>
                <a:gd name="connsiteY4" fmla="*/ 35428 h 117644"/>
                <a:gd name="connsiteX5" fmla="*/ 123213 w 246380"/>
                <a:gd name="connsiteY5" fmla="*/ 53883 h 117644"/>
                <a:gd name="connsiteX6" fmla="*/ 73371 w 246380"/>
                <a:gd name="connsiteY6" fmla="*/ 33946 h 117644"/>
                <a:gd name="connsiteX7" fmla="*/ 46070 w 246380"/>
                <a:gd name="connsiteY7" fmla="*/ 8352 h 117644"/>
                <a:gd name="connsiteX8" fmla="*/ 25460 w 246380"/>
                <a:gd name="connsiteY8" fmla="*/ 0 h 117644"/>
                <a:gd name="connsiteX9" fmla="*/ 3458 w 246380"/>
                <a:gd name="connsiteY9" fmla="*/ 0 h 117644"/>
                <a:gd name="connsiteX10" fmla="*/ 0 w 246380"/>
                <a:gd name="connsiteY10" fmla="*/ 3458 h 117644"/>
                <a:gd name="connsiteX11" fmla="*/ 0 w 246380"/>
                <a:gd name="connsiteY11" fmla="*/ 100357 h 117644"/>
                <a:gd name="connsiteX12" fmla="*/ 17332 w 246380"/>
                <a:gd name="connsiteY12" fmla="*/ 117645 h 117644"/>
                <a:gd name="connsiteX13" fmla="*/ 24068 w 246380"/>
                <a:gd name="connsiteY13" fmla="*/ 117645 h 117644"/>
                <a:gd name="connsiteX14" fmla="*/ 28603 w 246380"/>
                <a:gd name="connsiteY14" fmla="*/ 117645 h 117644"/>
                <a:gd name="connsiteX15" fmla="*/ 32105 w 246380"/>
                <a:gd name="connsiteY15" fmla="*/ 114187 h 117644"/>
                <a:gd name="connsiteX16" fmla="*/ 32105 w 246380"/>
                <a:gd name="connsiteY16" fmla="*/ 79702 h 117644"/>
                <a:gd name="connsiteX17" fmla="*/ 48360 w 246380"/>
                <a:gd name="connsiteY17" fmla="*/ 63268 h 117644"/>
                <a:gd name="connsiteX18" fmla="*/ 87515 w 246380"/>
                <a:gd name="connsiteY18" fmla="*/ 86841 h 117644"/>
                <a:gd name="connsiteX19" fmla="*/ 123213 w 246380"/>
                <a:gd name="connsiteY19" fmla="*/ 109562 h 117644"/>
                <a:gd name="connsiteX20" fmla="*/ 158910 w 246380"/>
                <a:gd name="connsiteY20" fmla="*/ 86841 h 117644"/>
                <a:gd name="connsiteX21" fmla="*/ 198020 w 246380"/>
                <a:gd name="connsiteY21" fmla="*/ 63268 h 117644"/>
                <a:gd name="connsiteX22" fmla="*/ 214320 w 246380"/>
                <a:gd name="connsiteY22" fmla="*/ 79567 h 117644"/>
                <a:gd name="connsiteX23" fmla="*/ 214320 w 246380"/>
                <a:gd name="connsiteY23" fmla="*/ 100357 h 117644"/>
                <a:gd name="connsiteX24" fmla="*/ 231652 w 246380"/>
                <a:gd name="connsiteY24" fmla="*/ 117645 h 117644"/>
                <a:gd name="connsiteX25" fmla="*/ 239151 w 246380"/>
                <a:gd name="connsiteY25" fmla="*/ 117645 h 117644"/>
                <a:gd name="connsiteX26" fmla="*/ 242923 w 246380"/>
                <a:gd name="connsiteY26" fmla="*/ 117645 h 117644"/>
                <a:gd name="connsiteX27" fmla="*/ 246380 w 246380"/>
                <a:gd name="connsiteY27" fmla="*/ 114187 h 117644"/>
                <a:gd name="connsiteX28" fmla="*/ 246335 w 246380"/>
                <a:gd name="connsiteY28" fmla="*/ 17288 h 11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380" h="117644">
                  <a:moveTo>
                    <a:pt x="246335" y="17288"/>
                  </a:moveTo>
                  <a:cubicBezTo>
                    <a:pt x="246335" y="7723"/>
                    <a:pt x="238567" y="0"/>
                    <a:pt x="229003" y="0"/>
                  </a:cubicBezTo>
                  <a:lnTo>
                    <a:pt x="210638" y="0"/>
                  </a:lnTo>
                  <a:cubicBezTo>
                    <a:pt x="209740" y="0"/>
                    <a:pt x="208887" y="359"/>
                    <a:pt x="208303" y="943"/>
                  </a:cubicBezTo>
                  <a:lnTo>
                    <a:pt x="171483" y="35428"/>
                  </a:lnTo>
                  <a:cubicBezTo>
                    <a:pt x="158865" y="47237"/>
                    <a:pt x="141892" y="53883"/>
                    <a:pt x="123213" y="53883"/>
                  </a:cubicBezTo>
                  <a:cubicBezTo>
                    <a:pt x="103725" y="53883"/>
                    <a:pt x="86123" y="46654"/>
                    <a:pt x="73371" y="33946"/>
                  </a:cubicBezTo>
                  <a:cubicBezTo>
                    <a:pt x="73371" y="33946"/>
                    <a:pt x="46294" y="8576"/>
                    <a:pt x="46070" y="8352"/>
                  </a:cubicBezTo>
                  <a:cubicBezTo>
                    <a:pt x="40861" y="3547"/>
                    <a:pt x="33722" y="180"/>
                    <a:pt x="25460" y="0"/>
                  </a:cubicBezTo>
                  <a:lnTo>
                    <a:pt x="3458" y="0"/>
                  </a:lnTo>
                  <a:cubicBezTo>
                    <a:pt x="1571" y="0"/>
                    <a:pt x="0" y="1527"/>
                    <a:pt x="0" y="3458"/>
                  </a:cubicBezTo>
                  <a:lnTo>
                    <a:pt x="0" y="100357"/>
                  </a:lnTo>
                  <a:cubicBezTo>
                    <a:pt x="0" y="109921"/>
                    <a:pt x="7768" y="117645"/>
                    <a:pt x="17332" y="117645"/>
                  </a:cubicBezTo>
                  <a:lnTo>
                    <a:pt x="24068" y="117645"/>
                  </a:lnTo>
                  <a:lnTo>
                    <a:pt x="28603" y="117645"/>
                  </a:lnTo>
                  <a:cubicBezTo>
                    <a:pt x="30534" y="117645"/>
                    <a:pt x="32105" y="116073"/>
                    <a:pt x="32105" y="114187"/>
                  </a:cubicBezTo>
                  <a:lnTo>
                    <a:pt x="32105" y="79702"/>
                  </a:lnTo>
                  <a:cubicBezTo>
                    <a:pt x="32105" y="70677"/>
                    <a:pt x="39469" y="63268"/>
                    <a:pt x="48360" y="63268"/>
                  </a:cubicBezTo>
                  <a:cubicBezTo>
                    <a:pt x="64929" y="63268"/>
                    <a:pt x="76783" y="77412"/>
                    <a:pt x="87515" y="86841"/>
                  </a:cubicBezTo>
                  <a:cubicBezTo>
                    <a:pt x="100671" y="98426"/>
                    <a:pt x="110774" y="109562"/>
                    <a:pt x="123213" y="109562"/>
                  </a:cubicBezTo>
                  <a:cubicBezTo>
                    <a:pt x="135651" y="109562"/>
                    <a:pt x="145754" y="98426"/>
                    <a:pt x="158910" y="86841"/>
                  </a:cubicBezTo>
                  <a:cubicBezTo>
                    <a:pt x="169642" y="77412"/>
                    <a:pt x="181496" y="63268"/>
                    <a:pt x="198020" y="63268"/>
                  </a:cubicBezTo>
                  <a:cubicBezTo>
                    <a:pt x="206866" y="63268"/>
                    <a:pt x="214230" y="70632"/>
                    <a:pt x="214320" y="79567"/>
                  </a:cubicBezTo>
                  <a:lnTo>
                    <a:pt x="214320" y="100357"/>
                  </a:lnTo>
                  <a:cubicBezTo>
                    <a:pt x="214320" y="109921"/>
                    <a:pt x="222088" y="117645"/>
                    <a:pt x="231652" y="117645"/>
                  </a:cubicBezTo>
                  <a:lnTo>
                    <a:pt x="239151" y="117645"/>
                  </a:lnTo>
                  <a:cubicBezTo>
                    <a:pt x="241127" y="117645"/>
                    <a:pt x="242923" y="117645"/>
                    <a:pt x="242923" y="117645"/>
                  </a:cubicBezTo>
                  <a:cubicBezTo>
                    <a:pt x="244853" y="117645"/>
                    <a:pt x="246380" y="116073"/>
                    <a:pt x="246380" y="114187"/>
                  </a:cubicBezTo>
                  <a:cubicBezTo>
                    <a:pt x="246335" y="114097"/>
                    <a:pt x="246335" y="18096"/>
                    <a:pt x="246335" y="17288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1" name="Freihandform: Form 60">
              <a:extLst>
                <a:ext uri="{FF2B5EF4-FFF2-40B4-BE49-F238E27FC236}">
                  <a16:creationId xmlns:a16="http://schemas.microsoft.com/office/drawing/2014/main" id="{5E6D9CF8-6B40-47EE-8959-DD7E695E510E}"/>
                </a:ext>
              </a:extLst>
            </p:cNvPr>
            <p:cNvSpPr/>
            <p:nvPr/>
          </p:nvSpPr>
          <p:spPr>
            <a:xfrm>
              <a:off x="10229024" y="5668441"/>
              <a:ext cx="1560677" cy="4490"/>
            </a:xfrm>
            <a:custGeom>
              <a:avLst/>
              <a:gdLst>
                <a:gd name="connsiteX0" fmla="*/ 1560677 w 1560677"/>
                <a:gd name="connsiteY0" fmla="*/ 0 h 4490"/>
                <a:gd name="connsiteX1" fmla="*/ 1560677 w 1560677"/>
                <a:gd name="connsiteY1" fmla="*/ 0 h 4490"/>
                <a:gd name="connsiteX2" fmla="*/ 0 w 1560677"/>
                <a:gd name="connsiteY2" fmla="*/ 0 h 4490"/>
                <a:gd name="connsiteX3" fmla="*/ 0 w 1560677"/>
                <a:gd name="connsiteY3" fmla="*/ 0 h 4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0677" h="4490">
                  <a:moveTo>
                    <a:pt x="1560677" y="0"/>
                  </a:moveTo>
                  <a:lnTo>
                    <a:pt x="1560677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243" cap="rnd">
              <a:solidFill>
                <a:srgbClr val="005CA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2" name="Freihandform: Form 61">
              <a:extLst>
                <a:ext uri="{FF2B5EF4-FFF2-40B4-BE49-F238E27FC236}">
                  <a16:creationId xmlns:a16="http://schemas.microsoft.com/office/drawing/2014/main" id="{449D4283-2C36-43F8-98C2-A7C7C4509F12}"/>
                </a:ext>
              </a:extLst>
            </p:cNvPr>
            <p:cNvSpPr/>
            <p:nvPr/>
          </p:nvSpPr>
          <p:spPr>
            <a:xfrm>
              <a:off x="7851345" y="6169104"/>
              <a:ext cx="117599" cy="240587"/>
            </a:xfrm>
            <a:custGeom>
              <a:avLst/>
              <a:gdLst>
                <a:gd name="connsiteX0" fmla="*/ 100312 w 117599"/>
                <a:gd name="connsiteY0" fmla="*/ 240588 h 240587"/>
                <a:gd name="connsiteX1" fmla="*/ 117600 w 117599"/>
                <a:gd name="connsiteY1" fmla="*/ 223659 h 240587"/>
                <a:gd name="connsiteX2" fmla="*/ 117600 w 117599"/>
                <a:gd name="connsiteY2" fmla="*/ 205698 h 240587"/>
                <a:gd name="connsiteX3" fmla="*/ 116657 w 117599"/>
                <a:gd name="connsiteY3" fmla="*/ 203408 h 240587"/>
                <a:gd name="connsiteX4" fmla="*/ 82172 w 117599"/>
                <a:gd name="connsiteY4" fmla="*/ 167442 h 240587"/>
                <a:gd name="connsiteX5" fmla="*/ 63717 w 117599"/>
                <a:gd name="connsiteY5" fmla="*/ 120294 h 240587"/>
                <a:gd name="connsiteX6" fmla="*/ 83653 w 117599"/>
                <a:gd name="connsiteY6" fmla="*/ 71620 h 240587"/>
                <a:gd name="connsiteX7" fmla="*/ 109248 w 117599"/>
                <a:gd name="connsiteY7" fmla="*/ 44947 h 240587"/>
                <a:gd name="connsiteX8" fmla="*/ 117600 w 117599"/>
                <a:gd name="connsiteY8" fmla="*/ 24831 h 240587"/>
                <a:gd name="connsiteX9" fmla="*/ 117600 w 117599"/>
                <a:gd name="connsiteY9" fmla="*/ 3368 h 240587"/>
                <a:gd name="connsiteX10" fmla="*/ 114142 w 117599"/>
                <a:gd name="connsiteY10" fmla="*/ 0 h 240587"/>
                <a:gd name="connsiteX11" fmla="*/ 17287 w 117599"/>
                <a:gd name="connsiteY11" fmla="*/ 0 h 240587"/>
                <a:gd name="connsiteX12" fmla="*/ 0 w 117599"/>
                <a:gd name="connsiteY12" fmla="*/ 16928 h 240587"/>
                <a:gd name="connsiteX13" fmla="*/ 0 w 117599"/>
                <a:gd name="connsiteY13" fmla="*/ 23484 h 240587"/>
                <a:gd name="connsiteX14" fmla="*/ 0 w 117599"/>
                <a:gd name="connsiteY14" fmla="*/ 27884 h 240587"/>
                <a:gd name="connsiteX15" fmla="*/ 3457 w 117599"/>
                <a:gd name="connsiteY15" fmla="*/ 31297 h 240587"/>
                <a:gd name="connsiteX16" fmla="*/ 37943 w 117599"/>
                <a:gd name="connsiteY16" fmla="*/ 31297 h 240587"/>
                <a:gd name="connsiteX17" fmla="*/ 54377 w 117599"/>
                <a:gd name="connsiteY17" fmla="*/ 47193 h 240587"/>
                <a:gd name="connsiteX18" fmla="*/ 30803 w 117599"/>
                <a:gd name="connsiteY18" fmla="*/ 85405 h 240587"/>
                <a:gd name="connsiteX19" fmla="*/ 8082 w 117599"/>
                <a:gd name="connsiteY19" fmla="*/ 120249 h 240587"/>
                <a:gd name="connsiteX20" fmla="*/ 30803 w 117599"/>
                <a:gd name="connsiteY20" fmla="*/ 155093 h 240587"/>
                <a:gd name="connsiteX21" fmla="*/ 54377 w 117599"/>
                <a:gd name="connsiteY21" fmla="*/ 193305 h 240587"/>
                <a:gd name="connsiteX22" fmla="*/ 38077 w 117599"/>
                <a:gd name="connsiteY22" fmla="*/ 209201 h 240587"/>
                <a:gd name="connsiteX23" fmla="*/ 17287 w 117599"/>
                <a:gd name="connsiteY23" fmla="*/ 209201 h 240587"/>
                <a:gd name="connsiteX24" fmla="*/ 0 w 117599"/>
                <a:gd name="connsiteY24" fmla="*/ 226174 h 240587"/>
                <a:gd name="connsiteX25" fmla="*/ 0 w 117599"/>
                <a:gd name="connsiteY25" fmla="*/ 233493 h 240587"/>
                <a:gd name="connsiteX26" fmla="*/ 0 w 117599"/>
                <a:gd name="connsiteY26" fmla="*/ 237175 h 240587"/>
                <a:gd name="connsiteX27" fmla="*/ 3457 w 117599"/>
                <a:gd name="connsiteY27" fmla="*/ 240588 h 240587"/>
                <a:gd name="connsiteX28" fmla="*/ 100312 w 117599"/>
                <a:gd name="connsiteY28" fmla="*/ 240588 h 24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599" h="240587">
                  <a:moveTo>
                    <a:pt x="100312" y="240588"/>
                  </a:moveTo>
                  <a:cubicBezTo>
                    <a:pt x="109876" y="240588"/>
                    <a:pt x="117600" y="232999"/>
                    <a:pt x="117600" y="223659"/>
                  </a:cubicBezTo>
                  <a:lnTo>
                    <a:pt x="117600" y="205698"/>
                  </a:lnTo>
                  <a:cubicBezTo>
                    <a:pt x="117600" y="204800"/>
                    <a:pt x="117240" y="203992"/>
                    <a:pt x="116657" y="203408"/>
                  </a:cubicBezTo>
                  <a:lnTo>
                    <a:pt x="82172" y="167442"/>
                  </a:lnTo>
                  <a:cubicBezTo>
                    <a:pt x="70362" y="155138"/>
                    <a:pt x="63717" y="138524"/>
                    <a:pt x="63717" y="120294"/>
                  </a:cubicBezTo>
                  <a:cubicBezTo>
                    <a:pt x="63717" y="101300"/>
                    <a:pt x="70946" y="84102"/>
                    <a:pt x="83653" y="71620"/>
                  </a:cubicBezTo>
                  <a:cubicBezTo>
                    <a:pt x="83653" y="71620"/>
                    <a:pt x="109023" y="45172"/>
                    <a:pt x="109248" y="44947"/>
                  </a:cubicBezTo>
                  <a:cubicBezTo>
                    <a:pt x="114052" y="39873"/>
                    <a:pt x="117420" y="32869"/>
                    <a:pt x="117600" y="24831"/>
                  </a:cubicBezTo>
                  <a:lnTo>
                    <a:pt x="117600" y="3368"/>
                  </a:lnTo>
                  <a:cubicBezTo>
                    <a:pt x="117600" y="1482"/>
                    <a:pt x="116073" y="0"/>
                    <a:pt x="114142" y="0"/>
                  </a:cubicBezTo>
                  <a:lnTo>
                    <a:pt x="17287" y="0"/>
                  </a:lnTo>
                  <a:cubicBezTo>
                    <a:pt x="7723" y="0"/>
                    <a:pt x="0" y="7589"/>
                    <a:pt x="0" y="16928"/>
                  </a:cubicBezTo>
                  <a:lnTo>
                    <a:pt x="0" y="23484"/>
                  </a:lnTo>
                  <a:lnTo>
                    <a:pt x="0" y="27884"/>
                  </a:lnTo>
                  <a:cubicBezTo>
                    <a:pt x="0" y="29770"/>
                    <a:pt x="1572" y="31297"/>
                    <a:pt x="3457" y="31297"/>
                  </a:cubicBezTo>
                  <a:lnTo>
                    <a:pt x="37943" y="31297"/>
                  </a:lnTo>
                  <a:cubicBezTo>
                    <a:pt x="46968" y="31297"/>
                    <a:pt x="54377" y="38526"/>
                    <a:pt x="54377" y="47193"/>
                  </a:cubicBezTo>
                  <a:cubicBezTo>
                    <a:pt x="54377" y="63357"/>
                    <a:pt x="40233" y="74942"/>
                    <a:pt x="30803" y="85405"/>
                  </a:cubicBezTo>
                  <a:cubicBezTo>
                    <a:pt x="19218" y="98247"/>
                    <a:pt x="8082" y="108125"/>
                    <a:pt x="8082" y="120249"/>
                  </a:cubicBezTo>
                  <a:cubicBezTo>
                    <a:pt x="8082" y="132373"/>
                    <a:pt x="19218" y="142296"/>
                    <a:pt x="30803" y="155093"/>
                  </a:cubicBezTo>
                  <a:cubicBezTo>
                    <a:pt x="40233" y="165556"/>
                    <a:pt x="54377" y="177140"/>
                    <a:pt x="54377" y="193305"/>
                  </a:cubicBezTo>
                  <a:cubicBezTo>
                    <a:pt x="54377" y="201927"/>
                    <a:pt x="47013" y="209111"/>
                    <a:pt x="38077" y="209201"/>
                  </a:cubicBezTo>
                  <a:lnTo>
                    <a:pt x="17287" y="209201"/>
                  </a:lnTo>
                  <a:cubicBezTo>
                    <a:pt x="7723" y="209201"/>
                    <a:pt x="0" y="216789"/>
                    <a:pt x="0" y="226174"/>
                  </a:cubicBezTo>
                  <a:lnTo>
                    <a:pt x="0" y="233493"/>
                  </a:lnTo>
                  <a:cubicBezTo>
                    <a:pt x="0" y="235379"/>
                    <a:pt x="0" y="237175"/>
                    <a:pt x="0" y="237175"/>
                  </a:cubicBezTo>
                  <a:cubicBezTo>
                    <a:pt x="0" y="239061"/>
                    <a:pt x="1572" y="240588"/>
                    <a:pt x="3457" y="240588"/>
                  </a:cubicBezTo>
                  <a:cubicBezTo>
                    <a:pt x="3502" y="240588"/>
                    <a:pt x="99504" y="240588"/>
                    <a:pt x="100312" y="240588"/>
                  </a:cubicBezTo>
                  <a:close/>
                </a:path>
              </a:pathLst>
            </a:custGeom>
            <a:noFill/>
            <a:ln w="2243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3" name="Freihandform: Form 62">
              <a:extLst>
                <a:ext uri="{FF2B5EF4-FFF2-40B4-BE49-F238E27FC236}">
                  <a16:creationId xmlns:a16="http://schemas.microsoft.com/office/drawing/2014/main" id="{5BEDA41B-3568-4789-8615-D1392B19D012}"/>
                </a:ext>
              </a:extLst>
            </p:cNvPr>
            <p:cNvSpPr/>
            <p:nvPr/>
          </p:nvSpPr>
          <p:spPr>
            <a:xfrm>
              <a:off x="7731500" y="6169104"/>
              <a:ext cx="117599" cy="240587"/>
            </a:xfrm>
            <a:custGeom>
              <a:avLst/>
              <a:gdLst>
                <a:gd name="connsiteX0" fmla="*/ 100312 w 117599"/>
                <a:gd name="connsiteY0" fmla="*/ 240588 h 240587"/>
                <a:gd name="connsiteX1" fmla="*/ 117600 w 117599"/>
                <a:gd name="connsiteY1" fmla="*/ 223659 h 240587"/>
                <a:gd name="connsiteX2" fmla="*/ 117600 w 117599"/>
                <a:gd name="connsiteY2" fmla="*/ 205698 h 240587"/>
                <a:gd name="connsiteX3" fmla="*/ 116657 w 117599"/>
                <a:gd name="connsiteY3" fmla="*/ 203408 h 240587"/>
                <a:gd name="connsiteX4" fmla="*/ 82172 w 117599"/>
                <a:gd name="connsiteY4" fmla="*/ 167442 h 240587"/>
                <a:gd name="connsiteX5" fmla="*/ 63717 w 117599"/>
                <a:gd name="connsiteY5" fmla="*/ 120294 h 240587"/>
                <a:gd name="connsiteX6" fmla="*/ 83653 w 117599"/>
                <a:gd name="connsiteY6" fmla="*/ 71620 h 240587"/>
                <a:gd name="connsiteX7" fmla="*/ 109248 w 117599"/>
                <a:gd name="connsiteY7" fmla="*/ 44947 h 240587"/>
                <a:gd name="connsiteX8" fmla="*/ 117600 w 117599"/>
                <a:gd name="connsiteY8" fmla="*/ 24831 h 240587"/>
                <a:gd name="connsiteX9" fmla="*/ 117600 w 117599"/>
                <a:gd name="connsiteY9" fmla="*/ 3368 h 240587"/>
                <a:gd name="connsiteX10" fmla="*/ 114142 w 117599"/>
                <a:gd name="connsiteY10" fmla="*/ 0 h 240587"/>
                <a:gd name="connsiteX11" fmla="*/ 17288 w 117599"/>
                <a:gd name="connsiteY11" fmla="*/ 0 h 240587"/>
                <a:gd name="connsiteX12" fmla="*/ 0 w 117599"/>
                <a:gd name="connsiteY12" fmla="*/ 16928 h 240587"/>
                <a:gd name="connsiteX13" fmla="*/ 0 w 117599"/>
                <a:gd name="connsiteY13" fmla="*/ 23484 h 240587"/>
                <a:gd name="connsiteX14" fmla="*/ 0 w 117599"/>
                <a:gd name="connsiteY14" fmla="*/ 27884 h 240587"/>
                <a:gd name="connsiteX15" fmla="*/ 3458 w 117599"/>
                <a:gd name="connsiteY15" fmla="*/ 31297 h 240587"/>
                <a:gd name="connsiteX16" fmla="*/ 37943 w 117599"/>
                <a:gd name="connsiteY16" fmla="*/ 31297 h 240587"/>
                <a:gd name="connsiteX17" fmla="*/ 54377 w 117599"/>
                <a:gd name="connsiteY17" fmla="*/ 47193 h 240587"/>
                <a:gd name="connsiteX18" fmla="*/ 30803 w 117599"/>
                <a:gd name="connsiteY18" fmla="*/ 85405 h 240587"/>
                <a:gd name="connsiteX19" fmla="*/ 8082 w 117599"/>
                <a:gd name="connsiteY19" fmla="*/ 120249 h 240587"/>
                <a:gd name="connsiteX20" fmla="*/ 30803 w 117599"/>
                <a:gd name="connsiteY20" fmla="*/ 155093 h 240587"/>
                <a:gd name="connsiteX21" fmla="*/ 54377 w 117599"/>
                <a:gd name="connsiteY21" fmla="*/ 193305 h 240587"/>
                <a:gd name="connsiteX22" fmla="*/ 38077 w 117599"/>
                <a:gd name="connsiteY22" fmla="*/ 209201 h 240587"/>
                <a:gd name="connsiteX23" fmla="*/ 17288 w 117599"/>
                <a:gd name="connsiteY23" fmla="*/ 209201 h 240587"/>
                <a:gd name="connsiteX24" fmla="*/ 0 w 117599"/>
                <a:gd name="connsiteY24" fmla="*/ 226174 h 240587"/>
                <a:gd name="connsiteX25" fmla="*/ 0 w 117599"/>
                <a:gd name="connsiteY25" fmla="*/ 233493 h 240587"/>
                <a:gd name="connsiteX26" fmla="*/ 0 w 117599"/>
                <a:gd name="connsiteY26" fmla="*/ 237175 h 240587"/>
                <a:gd name="connsiteX27" fmla="*/ 3458 w 117599"/>
                <a:gd name="connsiteY27" fmla="*/ 240588 h 240587"/>
                <a:gd name="connsiteX28" fmla="*/ 100312 w 117599"/>
                <a:gd name="connsiteY28" fmla="*/ 240588 h 24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599" h="240587">
                  <a:moveTo>
                    <a:pt x="100312" y="240588"/>
                  </a:moveTo>
                  <a:cubicBezTo>
                    <a:pt x="109876" y="240588"/>
                    <a:pt x="117600" y="232999"/>
                    <a:pt x="117600" y="223659"/>
                  </a:cubicBezTo>
                  <a:lnTo>
                    <a:pt x="117600" y="205698"/>
                  </a:lnTo>
                  <a:cubicBezTo>
                    <a:pt x="117600" y="204800"/>
                    <a:pt x="117240" y="203992"/>
                    <a:pt x="116657" y="203408"/>
                  </a:cubicBezTo>
                  <a:lnTo>
                    <a:pt x="82172" y="167442"/>
                  </a:lnTo>
                  <a:cubicBezTo>
                    <a:pt x="70362" y="155138"/>
                    <a:pt x="63717" y="138524"/>
                    <a:pt x="63717" y="120294"/>
                  </a:cubicBezTo>
                  <a:cubicBezTo>
                    <a:pt x="63717" y="101300"/>
                    <a:pt x="70946" y="84102"/>
                    <a:pt x="83653" y="71620"/>
                  </a:cubicBezTo>
                  <a:cubicBezTo>
                    <a:pt x="83653" y="71620"/>
                    <a:pt x="109023" y="45172"/>
                    <a:pt x="109248" y="44947"/>
                  </a:cubicBezTo>
                  <a:cubicBezTo>
                    <a:pt x="114052" y="39873"/>
                    <a:pt x="117420" y="32869"/>
                    <a:pt x="117600" y="24831"/>
                  </a:cubicBezTo>
                  <a:lnTo>
                    <a:pt x="117600" y="3368"/>
                  </a:lnTo>
                  <a:cubicBezTo>
                    <a:pt x="117600" y="1482"/>
                    <a:pt x="116073" y="0"/>
                    <a:pt x="114142" y="0"/>
                  </a:cubicBezTo>
                  <a:lnTo>
                    <a:pt x="17288" y="0"/>
                  </a:lnTo>
                  <a:cubicBezTo>
                    <a:pt x="7723" y="0"/>
                    <a:pt x="0" y="7589"/>
                    <a:pt x="0" y="16928"/>
                  </a:cubicBezTo>
                  <a:lnTo>
                    <a:pt x="0" y="23484"/>
                  </a:lnTo>
                  <a:lnTo>
                    <a:pt x="0" y="27884"/>
                  </a:lnTo>
                  <a:cubicBezTo>
                    <a:pt x="0" y="29770"/>
                    <a:pt x="1572" y="31297"/>
                    <a:pt x="3458" y="31297"/>
                  </a:cubicBezTo>
                  <a:lnTo>
                    <a:pt x="37943" y="31297"/>
                  </a:lnTo>
                  <a:cubicBezTo>
                    <a:pt x="46968" y="31297"/>
                    <a:pt x="54377" y="38526"/>
                    <a:pt x="54377" y="47193"/>
                  </a:cubicBezTo>
                  <a:cubicBezTo>
                    <a:pt x="54377" y="63357"/>
                    <a:pt x="40233" y="74942"/>
                    <a:pt x="30803" y="85405"/>
                  </a:cubicBezTo>
                  <a:cubicBezTo>
                    <a:pt x="19218" y="98247"/>
                    <a:pt x="8082" y="108125"/>
                    <a:pt x="8082" y="120249"/>
                  </a:cubicBezTo>
                  <a:cubicBezTo>
                    <a:pt x="8082" y="132373"/>
                    <a:pt x="19218" y="142296"/>
                    <a:pt x="30803" y="155093"/>
                  </a:cubicBezTo>
                  <a:cubicBezTo>
                    <a:pt x="40233" y="165556"/>
                    <a:pt x="54377" y="177140"/>
                    <a:pt x="54377" y="193305"/>
                  </a:cubicBezTo>
                  <a:cubicBezTo>
                    <a:pt x="54377" y="201927"/>
                    <a:pt x="47013" y="209111"/>
                    <a:pt x="38077" y="209201"/>
                  </a:cubicBezTo>
                  <a:lnTo>
                    <a:pt x="17288" y="209201"/>
                  </a:lnTo>
                  <a:cubicBezTo>
                    <a:pt x="7723" y="209201"/>
                    <a:pt x="0" y="216789"/>
                    <a:pt x="0" y="226174"/>
                  </a:cubicBezTo>
                  <a:lnTo>
                    <a:pt x="0" y="233493"/>
                  </a:lnTo>
                  <a:cubicBezTo>
                    <a:pt x="0" y="235379"/>
                    <a:pt x="0" y="237175"/>
                    <a:pt x="0" y="237175"/>
                  </a:cubicBezTo>
                  <a:cubicBezTo>
                    <a:pt x="0" y="239061"/>
                    <a:pt x="1572" y="240588"/>
                    <a:pt x="3458" y="240588"/>
                  </a:cubicBezTo>
                  <a:cubicBezTo>
                    <a:pt x="3502" y="240588"/>
                    <a:pt x="99504" y="240588"/>
                    <a:pt x="100312" y="240588"/>
                  </a:cubicBezTo>
                  <a:close/>
                </a:path>
              </a:pathLst>
            </a:custGeom>
            <a:noFill/>
            <a:ln w="2243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4" name="Freihandform: Form 63">
              <a:extLst>
                <a:ext uri="{FF2B5EF4-FFF2-40B4-BE49-F238E27FC236}">
                  <a16:creationId xmlns:a16="http://schemas.microsoft.com/office/drawing/2014/main" id="{6E7A9DCD-6598-42FF-96A2-432125A2FDFD}"/>
                </a:ext>
              </a:extLst>
            </p:cNvPr>
            <p:cNvSpPr/>
            <p:nvPr/>
          </p:nvSpPr>
          <p:spPr>
            <a:xfrm>
              <a:off x="7965083" y="5923712"/>
              <a:ext cx="246380" cy="117644"/>
            </a:xfrm>
            <a:custGeom>
              <a:avLst/>
              <a:gdLst>
                <a:gd name="connsiteX0" fmla="*/ 246290 w 246380"/>
                <a:gd name="connsiteY0" fmla="*/ 17287 h 117644"/>
                <a:gd name="connsiteX1" fmla="*/ 228958 w 246380"/>
                <a:gd name="connsiteY1" fmla="*/ 0 h 117644"/>
                <a:gd name="connsiteX2" fmla="*/ 210593 w 246380"/>
                <a:gd name="connsiteY2" fmla="*/ 0 h 117644"/>
                <a:gd name="connsiteX3" fmla="*/ 208258 w 246380"/>
                <a:gd name="connsiteY3" fmla="*/ 943 h 117644"/>
                <a:gd name="connsiteX4" fmla="*/ 171438 w 246380"/>
                <a:gd name="connsiteY4" fmla="*/ 35428 h 117644"/>
                <a:gd name="connsiteX5" fmla="*/ 123168 w 246380"/>
                <a:gd name="connsiteY5" fmla="*/ 53883 h 117644"/>
                <a:gd name="connsiteX6" fmla="*/ 73326 w 246380"/>
                <a:gd name="connsiteY6" fmla="*/ 33946 h 117644"/>
                <a:gd name="connsiteX7" fmla="*/ 46025 w 246380"/>
                <a:gd name="connsiteY7" fmla="*/ 8352 h 117644"/>
                <a:gd name="connsiteX8" fmla="*/ 25460 w 246380"/>
                <a:gd name="connsiteY8" fmla="*/ 0 h 117644"/>
                <a:gd name="connsiteX9" fmla="*/ 3457 w 246380"/>
                <a:gd name="connsiteY9" fmla="*/ 0 h 117644"/>
                <a:gd name="connsiteX10" fmla="*/ 0 w 246380"/>
                <a:gd name="connsiteY10" fmla="*/ 3457 h 117644"/>
                <a:gd name="connsiteX11" fmla="*/ 0 w 246380"/>
                <a:gd name="connsiteY11" fmla="*/ 100357 h 117644"/>
                <a:gd name="connsiteX12" fmla="*/ 17332 w 246380"/>
                <a:gd name="connsiteY12" fmla="*/ 117645 h 117644"/>
                <a:gd name="connsiteX13" fmla="*/ 24068 w 246380"/>
                <a:gd name="connsiteY13" fmla="*/ 117645 h 117644"/>
                <a:gd name="connsiteX14" fmla="*/ 28603 w 246380"/>
                <a:gd name="connsiteY14" fmla="*/ 117645 h 117644"/>
                <a:gd name="connsiteX15" fmla="*/ 32105 w 246380"/>
                <a:gd name="connsiteY15" fmla="*/ 114187 h 117644"/>
                <a:gd name="connsiteX16" fmla="*/ 32105 w 246380"/>
                <a:gd name="connsiteY16" fmla="*/ 79702 h 117644"/>
                <a:gd name="connsiteX17" fmla="*/ 48360 w 246380"/>
                <a:gd name="connsiteY17" fmla="*/ 63268 h 117644"/>
                <a:gd name="connsiteX18" fmla="*/ 87515 w 246380"/>
                <a:gd name="connsiteY18" fmla="*/ 86842 h 117644"/>
                <a:gd name="connsiteX19" fmla="*/ 123213 w 246380"/>
                <a:gd name="connsiteY19" fmla="*/ 109562 h 117644"/>
                <a:gd name="connsiteX20" fmla="*/ 158910 w 246380"/>
                <a:gd name="connsiteY20" fmla="*/ 86842 h 117644"/>
                <a:gd name="connsiteX21" fmla="*/ 198020 w 246380"/>
                <a:gd name="connsiteY21" fmla="*/ 63268 h 117644"/>
                <a:gd name="connsiteX22" fmla="*/ 214320 w 246380"/>
                <a:gd name="connsiteY22" fmla="*/ 79567 h 117644"/>
                <a:gd name="connsiteX23" fmla="*/ 214320 w 246380"/>
                <a:gd name="connsiteY23" fmla="*/ 100357 h 117644"/>
                <a:gd name="connsiteX24" fmla="*/ 231652 w 246380"/>
                <a:gd name="connsiteY24" fmla="*/ 117645 h 117644"/>
                <a:gd name="connsiteX25" fmla="*/ 239151 w 246380"/>
                <a:gd name="connsiteY25" fmla="*/ 117645 h 117644"/>
                <a:gd name="connsiteX26" fmla="*/ 242923 w 246380"/>
                <a:gd name="connsiteY26" fmla="*/ 117645 h 117644"/>
                <a:gd name="connsiteX27" fmla="*/ 246380 w 246380"/>
                <a:gd name="connsiteY27" fmla="*/ 114187 h 117644"/>
                <a:gd name="connsiteX28" fmla="*/ 246290 w 246380"/>
                <a:gd name="connsiteY28" fmla="*/ 17287 h 11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380" h="117644">
                  <a:moveTo>
                    <a:pt x="246290" y="17287"/>
                  </a:moveTo>
                  <a:cubicBezTo>
                    <a:pt x="246290" y="7723"/>
                    <a:pt x="238522" y="0"/>
                    <a:pt x="228958" y="0"/>
                  </a:cubicBezTo>
                  <a:lnTo>
                    <a:pt x="210593" y="0"/>
                  </a:lnTo>
                  <a:cubicBezTo>
                    <a:pt x="209695" y="0"/>
                    <a:pt x="208842" y="359"/>
                    <a:pt x="208258" y="943"/>
                  </a:cubicBezTo>
                  <a:lnTo>
                    <a:pt x="171438" y="35428"/>
                  </a:lnTo>
                  <a:cubicBezTo>
                    <a:pt x="158820" y="47237"/>
                    <a:pt x="141847" y="53883"/>
                    <a:pt x="123168" y="53883"/>
                  </a:cubicBezTo>
                  <a:cubicBezTo>
                    <a:pt x="103680" y="53883"/>
                    <a:pt x="86078" y="46654"/>
                    <a:pt x="73326" y="33946"/>
                  </a:cubicBezTo>
                  <a:cubicBezTo>
                    <a:pt x="73326" y="33946"/>
                    <a:pt x="46250" y="8576"/>
                    <a:pt x="46025" y="8352"/>
                  </a:cubicBezTo>
                  <a:cubicBezTo>
                    <a:pt x="40816" y="3547"/>
                    <a:pt x="33677" y="180"/>
                    <a:pt x="25460" y="0"/>
                  </a:cubicBezTo>
                  <a:lnTo>
                    <a:pt x="3457" y="0"/>
                  </a:lnTo>
                  <a:cubicBezTo>
                    <a:pt x="1572" y="0"/>
                    <a:pt x="0" y="1527"/>
                    <a:pt x="0" y="3457"/>
                  </a:cubicBezTo>
                  <a:lnTo>
                    <a:pt x="0" y="100357"/>
                  </a:lnTo>
                  <a:cubicBezTo>
                    <a:pt x="0" y="109921"/>
                    <a:pt x="7768" y="117645"/>
                    <a:pt x="17332" y="117645"/>
                  </a:cubicBezTo>
                  <a:lnTo>
                    <a:pt x="24068" y="117645"/>
                  </a:lnTo>
                  <a:lnTo>
                    <a:pt x="28603" y="117645"/>
                  </a:lnTo>
                  <a:cubicBezTo>
                    <a:pt x="30534" y="117645"/>
                    <a:pt x="32105" y="116073"/>
                    <a:pt x="32105" y="114187"/>
                  </a:cubicBezTo>
                  <a:lnTo>
                    <a:pt x="32105" y="79702"/>
                  </a:lnTo>
                  <a:cubicBezTo>
                    <a:pt x="32105" y="70677"/>
                    <a:pt x="39469" y="63268"/>
                    <a:pt x="48360" y="63268"/>
                  </a:cubicBezTo>
                  <a:cubicBezTo>
                    <a:pt x="64929" y="63268"/>
                    <a:pt x="76783" y="77412"/>
                    <a:pt x="87515" y="86842"/>
                  </a:cubicBezTo>
                  <a:cubicBezTo>
                    <a:pt x="100671" y="98426"/>
                    <a:pt x="110775" y="109562"/>
                    <a:pt x="123213" y="109562"/>
                  </a:cubicBezTo>
                  <a:cubicBezTo>
                    <a:pt x="135650" y="109562"/>
                    <a:pt x="145754" y="98426"/>
                    <a:pt x="158910" y="86842"/>
                  </a:cubicBezTo>
                  <a:cubicBezTo>
                    <a:pt x="169642" y="77412"/>
                    <a:pt x="181496" y="63268"/>
                    <a:pt x="198020" y="63268"/>
                  </a:cubicBezTo>
                  <a:cubicBezTo>
                    <a:pt x="206866" y="63268"/>
                    <a:pt x="214230" y="70632"/>
                    <a:pt x="214320" y="79567"/>
                  </a:cubicBezTo>
                  <a:lnTo>
                    <a:pt x="214320" y="100357"/>
                  </a:lnTo>
                  <a:cubicBezTo>
                    <a:pt x="214320" y="109921"/>
                    <a:pt x="222088" y="117645"/>
                    <a:pt x="231652" y="117645"/>
                  </a:cubicBezTo>
                  <a:lnTo>
                    <a:pt x="239151" y="117645"/>
                  </a:lnTo>
                  <a:cubicBezTo>
                    <a:pt x="241127" y="117645"/>
                    <a:pt x="242923" y="117645"/>
                    <a:pt x="242923" y="117645"/>
                  </a:cubicBezTo>
                  <a:cubicBezTo>
                    <a:pt x="244853" y="117645"/>
                    <a:pt x="246380" y="116073"/>
                    <a:pt x="246380" y="114187"/>
                  </a:cubicBezTo>
                  <a:cubicBezTo>
                    <a:pt x="246290" y="114097"/>
                    <a:pt x="246290" y="18096"/>
                    <a:pt x="246290" y="17287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5" name="Freihandform: Form 64">
              <a:extLst>
                <a:ext uri="{FF2B5EF4-FFF2-40B4-BE49-F238E27FC236}">
                  <a16:creationId xmlns:a16="http://schemas.microsoft.com/office/drawing/2014/main" id="{1CE11D97-EA1F-4FFD-95E3-59C920AE29EC}"/>
                </a:ext>
              </a:extLst>
            </p:cNvPr>
            <p:cNvSpPr/>
            <p:nvPr/>
          </p:nvSpPr>
          <p:spPr>
            <a:xfrm>
              <a:off x="7965083" y="6042344"/>
              <a:ext cx="246380" cy="118876"/>
            </a:xfrm>
            <a:custGeom>
              <a:avLst/>
              <a:gdLst>
                <a:gd name="connsiteX0" fmla="*/ 246290 w 246380"/>
                <a:gd name="connsiteY0" fmla="*/ 17288 h 118876"/>
                <a:gd name="connsiteX1" fmla="*/ 228958 w 246380"/>
                <a:gd name="connsiteY1" fmla="*/ 0 h 118876"/>
                <a:gd name="connsiteX2" fmla="*/ 210593 w 246380"/>
                <a:gd name="connsiteY2" fmla="*/ 0 h 118876"/>
                <a:gd name="connsiteX3" fmla="*/ 208258 w 246380"/>
                <a:gd name="connsiteY3" fmla="*/ 943 h 118876"/>
                <a:gd name="connsiteX4" fmla="*/ 171438 w 246380"/>
                <a:gd name="connsiteY4" fmla="*/ 35428 h 118876"/>
                <a:gd name="connsiteX5" fmla="*/ 123168 w 246380"/>
                <a:gd name="connsiteY5" fmla="*/ 53883 h 118876"/>
                <a:gd name="connsiteX6" fmla="*/ 73326 w 246380"/>
                <a:gd name="connsiteY6" fmla="*/ 33946 h 118876"/>
                <a:gd name="connsiteX7" fmla="*/ 46025 w 246380"/>
                <a:gd name="connsiteY7" fmla="*/ 8352 h 118876"/>
                <a:gd name="connsiteX8" fmla="*/ 25460 w 246380"/>
                <a:gd name="connsiteY8" fmla="*/ 0 h 118876"/>
                <a:gd name="connsiteX9" fmla="*/ 3457 w 246380"/>
                <a:gd name="connsiteY9" fmla="*/ 0 h 118876"/>
                <a:gd name="connsiteX10" fmla="*/ 0 w 246380"/>
                <a:gd name="connsiteY10" fmla="*/ 3458 h 118876"/>
                <a:gd name="connsiteX11" fmla="*/ 0 w 246380"/>
                <a:gd name="connsiteY11" fmla="*/ 100357 h 118876"/>
                <a:gd name="connsiteX12" fmla="*/ 17332 w 246380"/>
                <a:gd name="connsiteY12" fmla="*/ 117645 h 118876"/>
                <a:gd name="connsiteX13" fmla="*/ 24068 w 246380"/>
                <a:gd name="connsiteY13" fmla="*/ 117645 h 118876"/>
                <a:gd name="connsiteX14" fmla="*/ 28603 w 246380"/>
                <a:gd name="connsiteY14" fmla="*/ 117645 h 118876"/>
                <a:gd name="connsiteX15" fmla="*/ 32105 w 246380"/>
                <a:gd name="connsiteY15" fmla="*/ 114187 h 118876"/>
                <a:gd name="connsiteX16" fmla="*/ 32105 w 246380"/>
                <a:gd name="connsiteY16" fmla="*/ 79702 h 118876"/>
                <a:gd name="connsiteX17" fmla="*/ 48360 w 246380"/>
                <a:gd name="connsiteY17" fmla="*/ 63268 h 118876"/>
                <a:gd name="connsiteX18" fmla="*/ 87515 w 246380"/>
                <a:gd name="connsiteY18" fmla="*/ 86842 h 118876"/>
                <a:gd name="connsiteX19" fmla="*/ 123213 w 246380"/>
                <a:gd name="connsiteY19" fmla="*/ 109562 h 118876"/>
                <a:gd name="connsiteX20" fmla="*/ 158910 w 246380"/>
                <a:gd name="connsiteY20" fmla="*/ 86842 h 118876"/>
                <a:gd name="connsiteX21" fmla="*/ 198020 w 246380"/>
                <a:gd name="connsiteY21" fmla="*/ 63268 h 118876"/>
                <a:gd name="connsiteX22" fmla="*/ 214320 w 246380"/>
                <a:gd name="connsiteY22" fmla="*/ 79567 h 118876"/>
                <a:gd name="connsiteX23" fmla="*/ 214320 w 246380"/>
                <a:gd name="connsiteY23" fmla="*/ 100357 h 118876"/>
                <a:gd name="connsiteX24" fmla="*/ 231652 w 246380"/>
                <a:gd name="connsiteY24" fmla="*/ 117645 h 118876"/>
                <a:gd name="connsiteX25" fmla="*/ 239151 w 246380"/>
                <a:gd name="connsiteY25" fmla="*/ 117645 h 118876"/>
                <a:gd name="connsiteX26" fmla="*/ 242923 w 246380"/>
                <a:gd name="connsiteY26" fmla="*/ 117645 h 118876"/>
                <a:gd name="connsiteX27" fmla="*/ 246380 w 246380"/>
                <a:gd name="connsiteY27" fmla="*/ 114187 h 118876"/>
                <a:gd name="connsiteX28" fmla="*/ 246290 w 246380"/>
                <a:gd name="connsiteY28" fmla="*/ 17288 h 118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380" h="118876">
                  <a:moveTo>
                    <a:pt x="246290" y="17288"/>
                  </a:moveTo>
                  <a:cubicBezTo>
                    <a:pt x="246290" y="7723"/>
                    <a:pt x="238522" y="0"/>
                    <a:pt x="228958" y="0"/>
                  </a:cubicBezTo>
                  <a:lnTo>
                    <a:pt x="210593" y="0"/>
                  </a:lnTo>
                  <a:cubicBezTo>
                    <a:pt x="209695" y="0"/>
                    <a:pt x="208842" y="359"/>
                    <a:pt x="208258" y="943"/>
                  </a:cubicBezTo>
                  <a:lnTo>
                    <a:pt x="171438" y="35428"/>
                  </a:lnTo>
                  <a:cubicBezTo>
                    <a:pt x="158820" y="47237"/>
                    <a:pt x="141847" y="53883"/>
                    <a:pt x="123168" y="53883"/>
                  </a:cubicBezTo>
                  <a:cubicBezTo>
                    <a:pt x="103680" y="53883"/>
                    <a:pt x="86078" y="46654"/>
                    <a:pt x="73326" y="33946"/>
                  </a:cubicBezTo>
                  <a:cubicBezTo>
                    <a:pt x="73326" y="33946"/>
                    <a:pt x="46250" y="8576"/>
                    <a:pt x="46025" y="8352"/>
                  </a:cubicBezTo>
                  <a:cubicBezTo>
                    <a:pt x="40816" y="3547"/>
                    <a:pt x="33677" y="180"/>
                    <a:pt x="25460" y="0"/>
                  </a:cubicBezTo>
                  <a:lnTo>
                    <a:pt x="3457" y="0"/>
                  </a:lnTo>
                  <a:cubicBezTo>
                    <a:pt x="1572" y="0"/>
                    <a:pt x="0" y="1527"/>
                    <a:pt x="0" y="3458"/>
                  </a:cubicBezTo>
                  <a:lnTo>
                    <a:pt x="0" y="100357"/>
                  </a:lnTo>
                  <a:cubicBezTo>
                    <a:pt x="0" y="109921"/>
                    <a:pt x="7768" y="117645"/>
                    <a:pt x="17332" y="117645"/>
                  </a:cubicBezTo>
                  <a:lnTo>
                    <a:pt x="24068" y="117645"/>
                  </a:lnTo>
                  <a:lnTo>
                    <a:pt x="28603" y="117645"/>
                  </a:lnTo>
                  <a:cubicBezTo>
                    <a:pt x="30534" y="117645"/>
                    <a:pt x="32105" y="116073"/>
                    <a:pt x="32105" y="114187"/>
                  </a:cubicBezTo>
                  <a:lnTo>
                    <a:pt x="32105" y="79702"/>
                  </a:lnTo>
                  <a:cubicBezTo>
                    <a:pt x="32105" y="70677"/>
                    <a:pt x="39469" y="63268"/>
                    <a:pt x="48360" y="63268"/>
                  </a:cubicBezTo>
                  <a:cubicBezTo>
                    <a:pt x="64929" y="63268"/>
                    <a:pt x="76783" y="77412"/>
                    <a:pt x="87515" y="86842"/>
                  </a:cubicBezTo>
                  <a:cubicBezTo>
                    <a:pt x="100671" y="98426"/>
                    <a:pt x="110775" y="109562"/>
                    <a:pt x="123213" y="109562"/>
                  </a:cubicBezTo>
                  <a:cubicBezTo>
                    <a:pt x="135650" y="109562"/>
                    <a:pt x="145754" y="98426"/>
                    <a:pt x="158910" y="86842"/>
                  </a:cubicBezTo>
                  <a:cubicBezTo>
                    <a:pt x="169642" y="77412"/>
                    <a:pt x="181496" y="63268"/>
                    <a:pt x="198020" y="63268"/>
                  </a:cubicBezTo>
                  <a:cubicBezTo>
                    <a:pt x="206866" y="63268"/>
                    <a:pt x="214230" y="70632"/>
                    <a:pt x="214320" y="79567"/>
                  </a:cubicBezTo>
                  <a:lnTo>
                    <a:pt x="214320" y="100357"/>
                  </a:lnTo>
                  <a:cubicBezTo>
                    <a:pt x="214320" y="109921"/>
                    <a:pt x="222088" y="117645"/>
                    <a:pt x="231652" y="117645"/>
                  </a:cubicBezTo>
                  <a:lnTo>
                    <a:pt x="239151" y="117645"/>
                  </a:lnTo>
                  <a:cubicBezTo>
                    <a:pt x="241127" y="117645"/>
                    <a:pt x="242923" y="117645"/>
                    <a:pt x="242923" y="117645"/>
                  </a:cubicBezTo>
                  <a:cubicBezTo>
                    <a:pt x="244853" y="117645"/>
                    <a:pt x="246380" y="116073"/>
                    <a:pt x="246380" y="114187"/>
                  </a:cubicBezTo>
                  <a:cubicBezTo>
                    <a:pt x="246290" y="141039"/>
                    <a:pt x="246290" y="45037"/>
                    <a:pt x="246290" y="17288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6" name="Freihandform: Form 65">
              <a:extLst>
                <a:ext uri="{FF2B5EF4-FFF2-40B4-BE49-F238E27FC236}">
                  <a16:creationId xmlns:a16="http://schemas.microsoft.com/office/drawing/2014/main" id="{16DCB2FC-B8F2-4DC8-9C9D-7D604E4E2487}"/>
                </a:ext>
              </a:extLst>
            </p:cNvPr>
            <p:cNvSpPr/>
            <p:nvPr/>
          </p:nvSpPr>
          <p:spPr>
            <a:xfrm>
              <a:off x="11906043" y="6222987"/>
              <a:ext cx="117599" cy="240587"/>
            </a:xfrm>
            <a:custGeom>
              <a:avLst/>
              <a:gdLst>
                <a:gd name="connsiteX0" fmla="*/ 100312 w 117599"/>
                <a:gd name="connsiteY0" fmla="*/ 240588 h 240587"/>
                <a:gd name="connsiteX1" fmla="*/ 117600 w 117599"/>
                <a:gd name="connsiteY1" fmla="*/ 223659 h 240587"/>
                <a:gd name="connsiteX2" fmla="*/ 117600 w 117599"/>
                <a:gd name="connsiteY2" fmla="*/ 205698 h 240587"/>
                <a:gd name="connsiteX3" fmla="*/ 116657 w 117599"/>
                <a:gd name="connsiteY3" fmla="*/ 203408 h 240587"/>
                <a:gd name="connsiteX4" fmla="*/ 82172 w 117599"/>
                <a:gd name="connsiteY4" fmla="*/ 167442 h 240587"/>
                <a:gd name="connsiteX5" fmla="*/ 63717 w 117599"/>
                <a:gd name="connsiteY5" fmla="*/ 120294 h 240587"/>
                <a:gd name="connsiteX6" fmla="*/ 83653 w 117599"/>
                <a:gd name="connsiteY6" fmla="*/ 71620 h 240587"/>
                <a:gd name="connsiteX7" fmla="*/ 109248 w 117599"/>
                <a:gd name="connsiteY7" fmla="*/ 44947 h 240587"/>
                <a:gd name="connsiteX8" fmla="*/ 117600 w 117599"/>
                <a:gd name="connsiteY8" fmla="*/ 24831 h 240587"/>
                <a:gd name="connsiteX9" fmla="*/ 117600 w 117599"/>
                <a:gd name="connsiteY9" fmla="*/ 3368 h 240587"/>
                <a:gd name="connsiteX10" fmla="*/ 114142 w 117599"/>
                <a:gd name="connsiteY10" fmla="*/ 0 h 240587"/>
                <a:gd name="connsiteX11" fmla="*/ 17287 w 117599"/>
                <a:gd name="connsiteY11" fmla="*/ 0 h 240587"/>
                <a:gd name="connsiteX12" fmla="*/ 0 w 117599"/>
                <a:gd name="connsiteY12" fmla="*/ 16928 h 240587"/>
                <a:gd name="connsiteX13" fmla="*/ 0 w 117599"/>
                <a:gd name="connsiteY13" fmla="*/ 23484 h 240587"/>
                <a:gd name="connsiteX14" fmla="*/ 0 w 117599"/>
                <a:gd name="connsiteY14" fmla="*/ 27885 h 240587"/>
                <a:gd name="connsiteX15" fmla="*/ 3458 w 117599"/>
                <a:gd name="connsiteY15" fmla="*/ 31297 h 240587"/>
                <a:gd name="connsiteX16" fmla="*/ 37943 w 117599"/>
                <a:gd name="connsiteY16" fmla="*/ 31297 h 240587"/>
                <a:gd name="connsiteX17" fmla="*/ 54377 w 117599"/>
                <a:gd name="connsiteY17" fmla="*/ 47193 h 240587"/>
                <a:gd name="connsiteX18" fmla="*/ 30803 w 117599"/>
                <a:gd name="connsiteY18" fmla="*/ 85405 h 240587"/>
                <a:gd name="connsiteX19" fmla="*/ 8082 w 117599"/>
                <a:gd name="connsiteY19" fmla="*/ 120249 h 240587"/>
                <a:gd name="connsiteX20" fmla="*/ 30803 w 117599"/>
                <a:gd name="connsiteY20" fmla="*/ 155093 h 240587"/>
                <a:gd name="connsiteX21" fmla="*/ 54377 w 117599"/>
                <a:gd name="connsiteY21" fmla="*/ 193305 h 240587"/>
                <a:gd name="connsiteX22" fmla="*/ 38077 w 117599"/>
                <a:gd name="connsiteY22" fmla="*/ 209201 h 240587"/>
                <a:gd name="connsiteX23" fmla="*/ 17287 w 117599"/>
                <a:gd name="connsiteY23" fmla="*/ 209201 h 240587"/>
                <a:gd name="connsiteX24" fmla="*/ 0 w 117599"/>
                <a:gd name="connsiteY24" fmla="*/ 226174 h 240587"/>
                <a:gd name="connsiteX25" fmla="*/ 0 w 117599"/>
                <a:gd name="connsiteY25" fmla="*/ 233493 h 240587"/>
                <a:gd name="connsiteX26" fmla="*/ 0 w 117599"/>
                <a:gd name="connsiteY26" fmla="*/ 237175 h 240587"/>
                <a:gd name="connsiteX27" fmla="*/ 3458 w 117599"/>
                <a:gd name="connsiteY27" fmla="*/ 240588 h 240587"/>
                <a:gd name="connsiteX28" fmla="*/ 100312 w 117599"/>
                <a:gd name="connsiteY28" fmla="*/ 240588 h 24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599" h="240587">
                  <a:moveTo>
                    <a:pt x="100312" y="240588"/>
                  </a:moveTo>
                  <a:cubicBezTo>
                    <a:pt x="109876" y="240588"/>
                    <a:pt x="117600" y="232999"/>
                    <a:pt x="117600" y="223659"/>
                  </a:cubicBezTo>
                  <a:lnTo>
                    <a:pt x="117600" y="205698"/>
                  </a:lnTo>
                  <a:cubicBezTo>
                    <a:pt x="117600" y="204800"/>
                    <a:pt x="117240" y="203992"/>
                    <a:pt x="116657" y="203408"/>
                  </a:cubicBezTo>
                  <a:lnTo>
                    <a:pt x="82172" y="167442"/>
                  </a:lnTo>
                  <a:cubicBezTo>
                    <a:pt x="70362" y="155138"/>
                    <a:pt x="63717" y="138524"/>
                    <a:pt x="63717" y="120294"/>
                  </a:cubicBezTo>
                  <a:cubicBezTo>
                    <a:pt x="63717" y="101300"/>
                    <a:pt x="70946" y="84102"/>
                    <a:pt x="83653" y="71620"/>
                  </a:cubicBezTo>
                  <a:cubicBezTo>
                    <a:pt x="83653" y="71620"/>
                    <a:pt x="109023" y="45172"/>
                    <a:pt x="109248" y="44947"/>
                  </a:cubicBezTo>
                  <a:cubicBezTo>
                    <a:pt x="114053" y="39873"/>
                    <a:pt x="117420" y="32869"/>
                    <a:pt x="117600" y="24831"/>
                  </a:cubicBezTo>
                  <a:lnTo>
                    <a:pt x="117600" y="3368"/>
                  </a:lnTo>
                  <a:cubicBezTo>
                    <a:pt x="117600" y="1482"/>
                    <a:pt x="116073" y="0"/>
                    <a:pt x="114142" y="0"/>
                  </a:cubicBezTo>
                  <a:lnTo>
                    <a:pt x="17287" y="0"/>
                  </a:lnTo>
                  <a:cubicBezTo>
                    <a:pt x="7723" y="0"/>
                    <a:pt x="0" y="7589"/>
                    <a:pt x="0" y="16928"/>
                  </a:cubicBezTo>
                  <a:lnTo>
                    <a:pt x="0" y="23484"/>
                  </a:lnTo>
                  <a:lnTo>
                    <a:pt x="0" y="27885"/>
                  </a:lnTo>
                  <a:cubicBezTo>
                    <a:pt x="0" y="29770"/>
                    <a:pt x="1571" y="31297"/>
                    <a:pt x="3458" y="31297"/>
                  </a:cubicBezTo>
                  <a:lnTo>
                    <a:pt x="37943" y="31297"/>
                  </a:lnTo>
                  <a:cubicBezTo>
                    <a:pt x="46968" y="31297"/>
                    <a:pt x="54377" y="38526"/>
                    <a:pt x="54377" y="47193"/>
                  </a:cubicBezTo>
                  <a:cubicBezTo>
                    <a:pt x="54377" y="63357"/>
                    <a:pt x="40233" y="74942"/>
                    <a:pt x="30803" y="85405"/>
                  </a:cubicBezTo>
                  <a:cubicBezTo>
                    <a:pt x="19218" y="98247"/>
                    <a:pt x="8082" y="108125"/>
                    <a:pt x="8082" y="120249"/>
                  </a:cubicBezTo>
                  <a:cubicBezTo>
                    <a:pt x="8082" y="132373"/>
                    <a:pt x="19218" y="142296"/>
                    <a:pt x="30803" y="155093"/>
                  </a:cubicBezTo>
                  <a:cubicBezTo>
                    <a:pt x="40233" y="165556"/>
                    <a:pt x="54377" y="177140"/>
                    <a:pt x="54377" y="193305"/>
                  </a:cubicBezTo>
                  <a:cubicBezTo>
                    <a:pt x="54377" y="201927"/>
                    <a:pt x="47013" y="209111"/>
                    <a:pt x="38077" y="209201"/>
                  </a:cubicBezTo>
                  <a:lnTo>
                    <a:pt x="17287" y="209201"/>
                  </a:lnTo>
                  <a:cubicBezTo>
                    <a:pt x="7723" y="209201"/>
                    <a:pt x="0" y="216789"/>
                    <a:pt x="0" y="226174"/>
                  </a:cubicBezTo>
                  <a:lnTo>
                    <a:pt x="0" y="233493"/>
                  </a:lnTo>
                  <a:cubicBezTo>
                    <a:pt x="0" y="235379"/>
                    <a:pt x="0" y="237175"/>
                    <a:pt x="0" y="237175"/>
                  </a:cubicBezTo>
                  <a:cubicBezTo>
                    <a:pt x="0" y="239061"/>
                    <a:pt x="1571" y="240588"/>
                    <a:pt x="3458" y="240588"/>
                  </a:cubicBezTo>
                  <a:cubicBezTo>
                    <a:pt x="3503" y="240588"/>
                    <a:pt x="99504" y="240588"/>
                    <a:pt x="100312" y="240588"/>
                  </a:cubicBezTo>
                  <a:close/>
                </a:path>
              </a:pathLst>
            </a:custGeom>
            <a:noFill/>
            <a:ln w="2243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7" name="Freihandform: Form 66">
              <a:extLst>
                <a:ext uri="{FF2B5EF4-FFF2-40B4-BE49-F238E27FC236}">
                  <a16:creationId xmlns:a16="http://schemas.microsoft.com/office/drawing/2014/main" id="{8A9861C4-E459-4073-9F52-DC6D3D9C1811}"/>
                </a:ext>
              </a:extLst>
            </p:cNvPr>
            <p:cNvSpPr/>
            <p:nvPr/>
          </p:nvSpPr>
          <p:spPr>
            <a:xfrm>
              <a:off x="11786153" y="6222987"/>
              <a:ext cx="117644" cy="240587"/>
            </a:xfrm>
            <a:custGeom>
              <a:avLst/>
              <a:gdLst>
                <a:gd name="connsiteX0" fmla="*/ 100357 w 117644"/>
                <a:gd name="connsiteY0" fmla="*/ 240588 h 240587"/>
                <a:gd name="connsiteX1" fmla="*/ 117645 w 117644"/>
                <a:gd name="connsiteY1" fmla="*/ 223659 h 240587"/>
                <a:gd name="connsiteX2" fmla="*/ 117645 w 117644"/>
                <a:gd name="connsiteY2" fmla="*/ 205698 h 240587"/>
                <a:gd name="connsiteX3" fmla="*/ 116702 w 117644"/>
                <a:gd name="connsiteY3" fmla="*/ 203408 h 240587"/>
                <a:gd name="connsiteX4" fmla="*/ 82217 w 117644"/>
                <a:gd name="connsiteY4" fmla="*/ 167442 h 240587"/>
                <a:gd name="connsiteX5" fmla="*/ 63762 w 117644"/>
                <a:gd name="connsiteY5" fmla="*/ 120294 h 240587"/>
                <a:gd name="connsiteX6" fmla="*/ 83698 w 117644"/>
                <a:gd name="connsiteY6" fmla="*/ 71620 h 240587"/>
                <a:gd name="connsiteX7" fmla="*/ 109293 w 117644"/>
                <a:gd name="connsiteY7" fmla="*/ 44947 h 240587"/>
                <a:gd name="connsiteX8" fmla="*/ 117645 w 117644"/>
                <a:gd name="connsiteY8" fmla="*/ 24831 h 240587"/>
                <a:gd name="connsiteX9" fmla="*/ 117645 w 117644"/>
                <a:gd name="connsiteY9" fmla="*/ 3368 h 240587"/>
                <a:gd name="connsiteX10" fmla="*/ 114187 w 117644"/>
                <a:gd name="connsiteY10" fmla="*/ 0 h 240587"/>
                <a:gd name="connsiteX11" fmla="*/ 17288 w 117644"/>
                <a:gd name="connsiteY11" fmla="*/ 0 h 240587"/>
                <a:gd name="connsiteX12" fmla="*/ 0 w 117644"/>
                <a:gd name="connsiteY12" fmla="*/ 16928 h 240587"/>
                <a:gd name="connsiteX13" fmla="*/ 0 w 117644"/>
                <a:gd name="connsiteY13" fmla="*/ 23484 h 240587"/>
                <a:gd name="connsiteX14" fmla="*/ 0 w 117644"/>
                <a:gd name="connsiteY14" fmla="*/ 27885 h 240587"/>
                <a:gd name="connsiteX15" fmla="*/ 3458 w 117644"/>
                <a:gd name="connsiteY15" fmla="*/ 31297 h 240587"/>
                <a:gd name="connsiteX16" fmla="*/ 37943 w 117644"/>
                <a:gd name="connsiteY16" fmla="*/ 31297 h 240587"/>
                <a:gd name="connsiteX17" fmla="*/ 54377 w 117644"/>
                <a:gd name="connsiteY17" fmla="*/ 47193 h 240587"/>
                <a:gd name="connsiteX18" fmla="*/ 30803 w 117644"/>
                <a:gd name="connsiteY18" fmla="*/ 85405 h 240587"/>
                <a:gd name="connsiteX19" fmla="*/ 8082 w 117644"/>
                <a:gd name="connsiteY19" fmla="*/ 120249 h 240587"/>
                <a:gd name="connsiteX20" fmla="*/ 30803 w 117644"/>
                <a:gd name="connsiteY20" fmla="*/ 155093 h 240587"/>
                <a:gd name="connsiteX21" fmla="*/ 54377 w 117644"/>
                <a:gd name="connsiteY21" fmla="*/ 193305 h 240587"/>
                <a:gd name="connsiteX22" fmla="*/ 38078 w 117644"/>
                <a:gd name="connsiteY22" fmla="*/ 209201 h 240587"/>
                <a:gd name="connsiteX23" fmla="*/ 17288 w 117644"/>
                <a:gd name="connsiteY23" fmla="*/ 209201 h 240587"/>
                <a:gd name="connsiteX24" fmla="*/ 0 w 117644"/>
                <a:gd name="connsiteY24" fmla="*/ 226174 h 240587"/>
                <a:gd name="connsiteX25" fmla="*/ 0 w 117644"/>
                <a:gd name="connsiteY25" fmla="*/ 233493 h 240587"/>
                <a:gd name="connsiteX26" fmla="*/ 0 w 117644"/>
                <a:gd name="connsiteY26" fmla="*/ 237175 h 240587"/>
                <a:gd name="connsiteX27" fmla="*/ 3458 w 117644"/>
                <a:gd name="connsiteY27" fmla="*/ 240588 h 240587"/>
                <a:gd name="connsiteX28" fmla="*/ 100357 w 117644"/>
                <a:gd name="connsiteY28" fmla="*/ 240588 h 24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644" h="240587">
                  <a:moveTo>
                    <a:pt x="100357" y="240588"/>
                  </a:moveTo>
                  <a:cubicBezTo>
                    <a:pt x="109922" y="240588"/>
                    <a:pt x="117645" y="232999"/>
                    <a:pt x="117645" y="223659"/>
                  </a:cubicBezTo>
                  <a:lnTo>
                    <a:pt x="117645" y="205698"/>
                  </a:lnTo>
                  <a:cubicBezTo>
                    <a:pt x="117645" y="204800"/>
                    <a:pt x="117285" y="203992"/>
                    <a:pt x="116702" y="203408"/>
                  </a:cubicBezTo>
                  <a:lnTo>
                    <a:pt x="82217" y="167442"/>
                  </a:lnTo>
                  <a:cubicBezTo>
                    <a:pt x="70407" y="155138"/>
                    <a:pt x="63762" y="138524"/>
                    <a:pt x="63762" y="120294"/>
                  </a:cubicBezTo>
                  <a:cubicBezTo>
                    <a:pt x="63762" y="101300"/>
                    <a:pt x="70991" y="84102"/>
                    <a:pt x="83698" y="71620"/>
                  </a:cubicBezTo>
                  <a:cubicBezTo>
                    <a:pt x="83698" y="71620"/>
                    <a:pt x="109068" y="45172"/>
                    <a:pt x="109293" y="44947"/>
                  </a:cubicBezTo>
                  <a:cubicBezTo>
                    <a:pt x="114097" y="39873"/>
                    <a:pt x="117465" y="32869"/>
                    <a:pt x="117645" y="24831"/>
                  </a:cubicBezTo>
                  <a:lnTo>
                    <a:pt x="117645" y="3368"/>
                  </a:lnTo>
                  <a:cubicBezTo>
                    <a:pt x="117645" y="1482"/>
                    <a:pt x="116118" y="0"/>
                    <a:pt x="114187" y="0"/>
                  </a:cubicBezTo>
                  <a:lnTo>
                    <a:pt x="17288" y="0"/>
                  </a:lnTo>
                  <a:cubicBezTo>
                    <a:pt x="7723" y="0"/>
                    <a:pt x="0" y="7589"/>
                    <a:pt x="0" y="16928"/>
                  </a:cubicBezTo>
                  <a:lnTo>
                    <a:pt x="0" y="23484"/>
                  </a:lnTo>
                  <a:lnTo>
                    <a:pt x="0" y="27885"/>
                  </a:lnTo>
                  <a:cubicBezTo>
                    <a:pt x="0" y="29770"/>
                    <a:pt x="1572" y="31297"/>
                    <a:pt x="3458" y="31297"/>
                  </a:cubicBezTo>
                  <a:lnTo>
                    <a:pt x="37943" y="31297"/>
                  </a:lnTo>
                  <a:cubicBezTo>
                    <a:pt x="46968" y="31297"/>
                    <a:pt x="54377" y="38526"/>
                    <a:pt x="54377" y="47193"/>
                  </a:cubicBezTo>
                  <a:cubicBezTo>
                    <a:pt x="54377" y="63357"/>
                    <a:pt x="40233" y="74942"/>
                    <a:pt x="30803" y="85405"/>
                  </a:cubicBezTo>
                  <a:cubicBezTo>
                    <a:pt x="19218" y="98247"/>
                    <a:pt x="8082" y="108125"/>
                    <a:pt x="8082" y="120249"/>
                  </a:cubicBezTo>
                  <a:cubicBezTo>
                    <a:pt x="8082" y="132373"/>
                    <a:pt x="19218" y="142296"/>
                    <a:pt x="30803" y="155093"/>
                  </a:cubicBezTo>
                  <a:cubicBezTo>
                    <a:pt x="40233" y="165556"/>
                    <a:pt x="54377" y="177140"/>
                    <a:pt x="54377" y="193305"/>
                  </a:cubicBezTo>
                  <a:cubicBezTo>
                    <a:pt x="54377" y="201927"/>
                    <a:pt x="47013" y="209111"/>
                    <a:pt x="38078" y="209201"/>
                  </a:cubicBezTo>
                  <a:lnTo>
                    <a:pt x="17288" y="209201"/>
                  </a:lnTo>
                  <a:cubicBezTo>
                    <a:pt x="7723" y="209201"/>
                    <a:pt x="0" y="216789"/>
                    <a:pt x="0" y="226174"/>
                  </a:cubicBezTo>
                  <a:lnTo>
                    <a:pt x="0" y="233493"/>
                  </a:lnTo>
                  <a:cubicBezTo>
                    <a:pt x="0" y="235379"/>
                    <a:pt x="0" y="237175"/>
                    <a:pt x="0" y="237175"/>
                  </a:cubicBezTo>
                  <a:cubicBezTo>
                    <a:pt x="0" y="239061"/>
                    <a:pt x="1572" y="240588"/>
                    <a:pt x="3458" y="240588"/>
                  </a:cubicBezTo>
                  <a:cubicBezTo>
                    <a:pt x="3547" y="240588"/>
                    <a:pt x="99549" y="240588"/>
                    <a:pt x="100357" y="240588"/>
                  </a:cubicBezTo>
                  <a:close/>
                </a:path>
              </a:pathLst>
            </a:custGeom>
            <a:noFill/>
            <a:ln w="2243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8" name="Freihandform: Form 67">
              <a:extLst>
                <a:ext uri="{FF2B5EF4-FFF2-40B4-BE49-F238E27FC236}">
                  <a16:creationId xmlns:a16="http://schemas.microsoft.com/office/drawing/2014/main" id="{4E247E79-2998-482C-8725-A4D23520CD13}"/>
                </a:ext>
              </a:extLst>
            </p:cNvPr>
            <p:cNvSpPr/>
            <p:nvPr/>
          </p:nvSpPr>
          <p:spPr>
            <a:xfrm>
              <a:off x="11530299" y="5923712"/>
              <a:ext cx="246380" cy="117644"/>
            </a:xfrm>
            <a:custGeom>
              <a:avLst/>
              <a:gdLst>
                <a:gd name="connsiteX0" fmla="*/ 246335 w 246380"/>
                <a:gd name="connsiteY0" fmla="*/ 17287 h 117644"/>
                <a:gd name="connsiteX1" fmla="*/ 229003 w 246380"/>
                <a:gd name="connsiteY1" fmla="*/ 0 h 117644"/>
                <a:gd name="connsiteX2" fmla="*/ 210638 w 246380"/>
                <a:gd name="connsiteY2" fmla="*/ 0 h 117644"/>
                <a:gd name="connsiteX3" fmla="*/ 208303 w 246380"/>
                <a:gd name="connsiteY3" fmla="*/ 943 h 117644"/>
                <a:gd name="connsiteX4" fmla="*/ 171483 w 246380"/>
                <a:gd name="connsiteY4" fmla="*/ 35428 h 117644"/>
                <a:gd name="connsiteX5" fmla="*/ 123213 w 246380"/>
                <a:gd name="connsiteY5" fmla="*/ 53883 h 117644"/>
                <a:gd name="connsiteX6" fmla="*/ 73371 w 246380"/>
                <a:gd name="connsiteY6" fmla="*/ 33946 h 117644"/>
                <a:gd name="connsiteX7" fmla="*/ 46070 w 246380"/>
                <a:gd name="connsiteY7" fmla="*/ 8352 h 117644"/>
                <a:gd name="connsiteX8" fmla="*/ 25460 w 246380"/>
                <a:gd name="connsiteY8" fmla="*/ 0 h 117644"/>
                <a:gd name="connsiteX9" fmla="*/ 3458 w 246380"/>
                <a:gd name="connsiteY9" fmla="*/ 0 h 117644"/>
                <a:gd name="connsiteX10" fmla="*/ 0 w 246380"/>
                <a:gd name="connsiteY10" fmla="*/ 3457 h 117644"/>
                <a:gd name="connsiteX11" fmla="*/ 0 w 246380"/>
                <a:gd name="connsiteY11" fmla="*/ 100357 h 117644"/>
                <a:gd name="connsiteX12" fmla="*/ 17332 w 246380"/>
                <a:gd name="connsiteY12" fmla="*/ 117645 h 117644"/>
                <a:gd name="connsiteX13" fmla="*/ 24068 w 246380"/>
                <a:gd name="connsiteY13" fmla="*/ 117645 h 117644"/>
                <a:gd name="connsiteX14" fmla="*/ 28603 w 246380"/>
                <a:gd name="connsiteY14" fmla="*/ 117645 h 117644"/>
                <a:gd name="connsiteX15" fmla="*/ 32105 w 246380"/>
                <a:gd name="connsiteY15" fmla="*/ 114187 h 117644"/>
                <a:gd name="connsiteX16" fmla="*/ 32105 w 246380"/>
                <a:gd name="connsiteY16" fmla="*/ 79702 h 117644"/>
                <a:gd name="connsiteX17" fmla="*/ 48360 w 246380"/>
                <a:gd name="connsiteY17" fmla="*/ 63268 h 117644"/>
                <a:gd name="connsiteX18" fmla="*/ 87515 w 246380"/>
                <a:gd name="connsiteY18" fmla="*/ 86842 h 117644"/>
                <a:gd name="connsiteX19" fmla="*/ 123213 w 246380"/>
                <a:gd name="connsiteY19" fmla="*/ 109562 h 117644"/>
                <a:gd name="connsiteX20" fmla="*/ 158910 w 246380"/>
                <a:gd name="connsiteY20" fmla="*/ 86842 h 117644"/>
                <a:gd name="connsiteX21" fmla="*/ 198020 w 246380"/>
                <a:gd name="connsiteY21" fmla="*/ 63268 h 117644"/>
                <a:gd name="connsiteX22" fmla="*/ 214320 w 246380"/>
                <a:gd name="connsiteY22" fmla="*/ 79567 h 117644"/>
                <a:gd name="connsiteX23" fmla="*/ 214320 w 246380"/>
                <a:gd name="connsiteY23" fmla="*/ 100357 h 117644"/>
                <a:gd name="connsiteX24" fmla="*/ 231652 w 246380"/>
                <a:gd name="connsiteY24" fmla="*/ 117645 h 117644"/>
                <a:gd name="connsiteX25" fmla="*/ 239151 w 246380"/>
                <a:gd name="connsiteY25" fmla="*/ 117645 h 117644"/>
                <a:gd name="connsiteX26" fmla="*/ 242923 w 246380"/>
                <a:gd name="connsiteY26" fmla="*/ 117645 h 117644"/>
                <a:gd name="connsiteX27" fmla="*/ 246380 w 246380"/>
                <a:gd name="connsiteY27" fmla="*/ 114187 h 117644"/>
                <a:gd name="connsiteX28" fmla="*/ 246335 w 246380"/>
                <a:gd name="connsiteY28" fmla="*/ 17287 h 11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380" h="117644">
                  <a:moveTo>
                    <a:pt x="246335" y="17287"/>
                  </a:moveTo>
                  <a:cubicBezTo>
                    <a:pt x="246335" y="7723"/>
                    <a:pt x="238567" y="0"/>
                    <a:pt x="229003" y="0"/>
                  </a:cubicBezTo>
                  <a:lnTo>
                    <a:pt x="210638" y="0"/>
                  </a:lnTo>
                  <a:cubicBezTo>
                    <a:pt x="209740" y="0"/>
                    <a:pt x="208887" y="359"/>
                    <a:pt x="208303" y="943"/>
                  </a:cubicBezTo>
                  <a:lnTo>
                    <a:pt x="171483" y="35428"/>
                  </a:lnTo>
                  <a:cubicBezTo>
                    <a:pt x="158865" y="47237"/>
                    <a:pt x="141892" y="53883"/>
                    <a:pt x="123213" y="53883"/>
                  </a:cubicBezTo>
                  <a:cubicBezTo>
                    <a:pt x="103725" y="53883"/>
                    <a:pt x="86123" y="46654"/>
                    <a:pt x="73371" y="33946"/>
                  </a:cubicBezTo>
                  <a:cubicBezTo>
                    <a:pt x="73371" y="33946"/>
                    <a:pt x="46294" y="8576"/>
                    <a:pt x="46070" y="8352"/>
                  </a:cubicBezTo>
                  <a:cubicBezTo>
                    <a:pt x="40861" y="3547"/>
                    <a:pt x="33722" y="180"/>
                    <a:pt x="25460" y="0"/>
                  </a:cubicBezTo>
                  <a:lnTo>
                    <a:pt x="3458" y="0"/>
                  </a:lnTo>
                  <a:cubicBezTo>
                    <a:pt x="1571" y="0"/>
                    <a:pt x="0" y="1527"/>
                    <a:pt x="0" y="3457"/>
                  </a:cubicBezTo>
                  <a:lnTo>
                    <a:pt x="0" y="100357"/>
                  </a:lnTo>
                  <a:cubicBezTo>
                    <a:pt x="0" y="109921"/>
                    <a:pt x="7768" y="117645"/>
                    <a:pt x="17332" y="117645"/>
                  </a:cubicBezTo>
                  <a:lnTo>
                    <a:pt x="24068" y="117645"/>
                  </a:lnTo>
                  <a:lnTo>
                    <a:pt x="28603" y="117645"/>
                  </a:lnTo>
                  <a:cubicBezTo>
                    <a:pt x="30534" y="117645"/>
                    <a:pt x="32105" y="116073"/>
                    <a:pt x="32105" y="114187"/>
                  </a:cubicBezTo>
                  <a:lnTo>
                    <a:pt x="32105" y="79702"/>
                  </a:lnTo>
                  <a:cubicBezTo>
                    <a:pt x="32105" y="70677"/>
                    <a:pt x="39469" y="63268"/>
                    <a:pt x="48360" y="63268"/>
                  </a:cubicBezTo>
                  <a:cubicBezTo>
                    <a:pt x="64929" y="63268"/>
                    <a:pt x="76783" y="77412"/>
                    <a:pt x="87515" y="86842"/>
                  </a:cubicBezTo>
                  <a:cubicBezTo>
                    <a:pt x="100671" y="98426"/>
                    <a:pt x="110774" y="109562"/>
                    <a:pt x="123213" y="109562"/>
                  </a:cubicBezTo>
                  <a:cubicBezTo>
                    <a:pt x="135651" y="109562"/>
                    <a:pt x="145754" y="98426"/>
                    <a:pt x="158910" y="86842"/>
                  </a:cubicBezTo>
                  <a:cubicBezTo>
                    <a:pt x="169642" y="77412"/>
                    <a:pt x="181496" y="63268"/>
                    <a:pt x="198020" y="63268"/>
                  </a:cubicBezTo>
                  <a:cubicBezTo>
                    <a:pt x="206866" y="63268"/>
                    <a:pt x="214230" y="70632"/>
                    <a:pt x="214320" y="79567"/>
                  </a:cubicBezTo>
                  <a:lnTo>
                    <a:pt x="214320" y="100357"/>
                  </a:lnTo>
                  <a:cubicBezTo>
                    <a:pt x="214320" y="109921"/>
                    <a:pt x="222088" y="117645"/>
                    <a:pt x="231652" y="117645"/>
                  </a:cubicBezTo>
                  <a:lnTo>
                    <a:pt x="239151" y="117645"/>
                  </a:lnTo>
                  <a:cubicBezTo>
                    <a:pt x="241127" y="117645"/>
                    <a:pt x="242923" y="117645"/>
                    <a:pt x="242923" y="117645"/>
                  </a:cubicBezTo>
                  <a:cubicBezTo>
                    <a:pt x="244853" y="117645"/>
                    <a:pt x="246380" y="116073"/>
                    <a:pt x="246380" y="114187"/>
                  </a:cubicBezTo>
                  <a:cubicBezTo>
                    <a:pt x="246335" y="114097"/>
                    <a:pt x="246335" y="18096"/>
                    <a:pt x="246335" y="17287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9" name="Freihandform: Form 68">
              <a:extLst>
                <a:ext uri="{FF2B5EF4-FFF2-40B4-BE49-F238E27FC236}">
                  <a16:creationId xmlns:a16="http://schemas.microsoft.com/office/drawing/2014/main" id="{9534DC87-ECE3-403E-B4C2-5B003C903E20}"/>
                </a:ext>
              </a:extLst>
            </p:cNvPr>
            <p:cNvSpPr/>
            <p:nvPr/>
          </p:nvSpPr>
          <p:spPr>
            <a:xfrm>
              <a:off x="11530299" y="6043557"/>
              <a:ext cx="246380" cy="117644"/>
            </a:xfrm>
            <a:custGeom>
              <a:avLst/>
              <a:gdLst>
                <a:gd name="connsiteX0" fmla="*/ 246335 w 246380"/>
                <a:gd name="connsiteY0" fmla="*/ 17287 h 117644"/>
                <a:gd name="connsiteX1" fmla="*/ 229003 w 246380"/>
                <a:gd name="connsiteY1" fmla="*/ 0 h 117644"/>
                <a:gd name="connsiteX2" fmla="*/ 210638 w 246380"/>
                <a:gd name="connsiteY2" fmla="*/ 0 h 117644"/>
                <a:gd name="connsiteX3" fmla="*/ 208303 w 246380"/>
                <a:gd name="connsiteY3" fmla="*/ 943 h 117644"/>
                <a:gd name="connsiteX4" fmla="*/ 171483 w 246380"/>
                <a:gd name="connsiteY4" fmla="*/ 35428 h 117644"/>
                <a:gd name="connsiteX5" fmla="*/ 123213 w 246380"/>
                <a:gd name="connsiteY5" fmla="*/ 53883 h 117644"/>
                <a:gd name="connsiteX6" fmla="*/ 73371 w 246380"/>
                <a:gd name="connsiteY6" fmla="*/ 33946 h 117644"/>
                <a:gd name="connsiteX7" fmla="*/ 46070 w 246380"/>
                <a:gd name="connsiteY7" fmla="*/ 8352 h 117644"/>
                <a:gd name="connsiteX8" fmla="*/ 25460 w 246380"/>
                <a:gd name="connsiteY8" fmla="*/ 0 h 117644"/>
                <a:gd name="connsiteX9" fmla="*/ 3458 w 246380"/>
                <a:gd name="connsiteY9" fmla="*/ 0 h 117644"/>
                <a:gd name="connsiteX10" fmla="*/ 0 w 246380"/>
                <a:gd name="connsiteY10" fmla="*/ 3457 h 117644"/>
                <a:gd name="connsiteX11" fmla="*/ 0 w 246380"/>
                <a:gd name="connsiteY11" fmla="*/ 100357 h 117644"/>
                <a:gd name="connsiteX12" fmla="*/ 17332 w 246380"/>
                <a:gd name="connsiteY12" fmla="*/ 117645 h 117644"/>
                <a:gd name="connsiteX13" fmla="*/ 24068 w 246380"/>
                <a:gd name="connsiteY13" fmla="*/ 117645 h 117644"/>
                <a:gd name="connsiteX14" fmla="*/ 28603 w 246380"/>
                <a:gd name="connsiteY14" fmla="*/ 117645 h 117644"/>
                <a:gd name="connsiteX15" fmla="*/ 32105 w 246380"/>
                <a:gd name="connsiteY15" fmla="*/ 114187 h 117644"/>
                <a:gd name="connsiteX16" fmla="*/ 32105 w 246380"/>
                <a:gd name="connsiteY16" fmla="*/ 79702 h 117644"/>
                <a:gd name="connsiteX17" fmla="*/ 48360 w 246380"/>
                <a:gd name="connsiteY17" fmla="*/ 63268 h 117644"/>
                <a:gd name="connsiteX18" fmla="*/ 87515 w 246380"/>
                <a:gd name="connsiteY18" fmla="*/ 86841 h 117644"/>
                <a:gd name="connsiteX19" fmla="*/ 123213 w 246380"/>
                <a:gd name="connsiteY19" fmla="*/ 109562 h 117644"/>
                <a:gd name="connsiteX20" fmla="*/ 158910 w 246380"/>
                <a:gd name="connsiteY20" fmla="*/ 86841 h 117644"/>
                <a:gd name="connsiteX21" fmla="*/ 198020 w 246380"/>
                <a:gd name="connsiteY21" fmla="*/ 63268 h 117644"/>
                <a:gd name="connsiteX22" fmla="*/ 214320 w 246380"/>
                <a:gd name="connsiteY22" fmla="*/ 79567 h 117644"/>
                <a:gd name="connsiteX23" fmla="*/ 214320 w 246380"/>
                <a:gd name="connsiteY23" fmla="*/ 100357 h 117644"/>
                <a:gd name="connsiteX24" fmla="*/ 231652 w 246380"/>
                <a:gd name="connsiteY24" fmla="*/ 117645 h 117644"/>
                <a:gd name="connsiteX25" fmla="*/ 239151 w 246380"/>
                <a:gd name="connsiteY25" fmla="*/ 117645 h 117644"/>
                <a:gd name="connsiteX26" fmla="*/ 242923 w 246380"/>
                <a:gd name="connsiteY26" fmla="*/ 117645 h 117644"/>
                <a:gd name="connsiteX27" fmla="*/ 246380 w 246380"/>
                <a:gd name="connsiteY27" fmla="*/ 114187 h 117644"/>
                <a:gd name="connsiteX28" fmla="*/ 246335 w 246380"/>
                <a:gd name="connsiteY28" fmla="*/ 17287 h 11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380" h="117644">
                  <a:moveTo>
                    <a:pt x="246335" y="17287"/>
                  </a:moveTo>
                  <a:cubicBezTo>
                    <a:pt x="246335" y="7723"/>
                    <a:pt x="238567" y="0"/>
                    <a:pt x="229003" y="0"/>
                  </a:cubicBezTo>
                  <a:lnTo>
                    <a:pt x="210638" y="0"/>
                  </a:lnTo>
                  <a:cubicBezTo>
                    <a:pt x="209740" y="0"/>
                    <a:pt x="208887" y="359"/>
                    <a:pt x="208303" y="943"/>
                  </a:cubicBezTo>
                  <a:lnTo>
                    <a:pt x="171483" y="35428"/>
                  </a:lnTo>
                  <a:cubicBezTo>
                    <a:pt x="158865" y="47237"/>
                    <a:pt x="141892" y="53883"/>
                    <a:pt x="123213" y="53883"/>
                  </a:cubicBezTo>
                  <a:cubicBezTo>
                    <a:pt x="103725" y="53883"/>
                    <a:pt x="86123" y="46654"/>
                    <a:pt x="73371" y="33946"/>
                  </a:cubicBezTo>
                  <a:cubicBezTo>
                    <a:pt x="73371" y="33946"/>
                    <a:pt x="46294" y="8576"/>
                    <a:pt x="46070" y="8352"/>
                  </a:cubicBezTo>
                  <a:cubicBezTo>
                    <a:pt x="40861" y="3547"/>
                    <a:pt x="33722" y="180"/>
                    <a:pt x="25460" y="0"/>
                  </a:cubicBezTo>
                  <a:lnTo>
                    <a:pt x="3458" y="0"/>
                  </a:lnTo>
                  <a:cubicBezTo>
                    <a:pt x="1571" y="0"/>
                    <a:pt x="0" y="1527"/>
                    <a:pt x="0" y="3457"/>
                  </a:cubicBezTo>
                  <a:lnTo>
                    <a:pt x="0" y="100357"/>
                  </a:lnTo>
                  <a:cubicBezTo>
                    <a:pt x="0" y="109921"/>
                    <a:pt x="7768" y="117645"/>
                    <a:pt x="17332" y="117645"/>
                  </a:cubicBezTo>
                  <a:lnTo>
                    <a:pt x="24068" y="117645"/>
                  </a:lnTo>
                  <a:lnTo>
                    <a:pt x="28603" y="117645"/>
                  </a:lnTo>
                  <a:cubicBezTo>
                    <a:pt x="30534" y="117645"/>
                    <a:pt x="32105" y="116073"/>
                    <a:pt x="32105" y="114187"/>
                  </a:cubicBezTo>
                  <a:lnTo>
                    <a:pt x="32105" y="79702"/>
                  </a:lnTo>
                  <a:cubicBezTo>
                    <a:pt x="32105" y="70677"/>
                    <a:pt x="39469" y="63268"/>
                    <a:pt x="48360" y="63268"/>
                  </a:cubicBezTo>
                  <a:cubicBezTo>
                    <a:pt x="64929" y="63268"/>
                    <a:pt x="76783" y="77412"/>
                    <a:pt x="87515" y="86841"/>
                  </a:cubicBezTo>
                  <a:cubicBezTo>
                    <a:pt x="100671" y="98426"/>
                    <a:pt x="110774" y="109562"/>
                    <a:pt x="123213" y="109562"/>
                  </a:cubicBezTo>
                  <a:cubicBezTo>
                    <a:pt x="135651" y="109562"/>
                    <a:pt x="145754" y="98426"/>
                    <a:pt x="158910" y="86841"/>
                  </a:cubicBezTo>
                  <a:cubicBezTo>
                    <a:pt x="169642" y="77412"/>
                    <a:pt x="181496" y="63268"/>
                    <a:pt x="198020" y="63268"/>
                  </a:cubicBezTo>
                  <a:cubicBezTo>
                    <a:pt x="206866" y="63268"/>
                    <a:pt x="214230" y="70632"/>
                    <a:pt x="214320" y="79567"/>
                  </a:cubicBezTo>
                  <a:lnTo>
                    <a:pt x="214320" y="100357"/>
                  </a:lnTo>
                  <a:cubicBezTo>
                    <a:pt x="214320" y="109921"/>
                    <a:pt x="222088" y="117645"/>
                    <a:pt x="231652" y="117645"/>
                  </a:cubicBezTo>
                  <a:lnTo>
                    <a:pt x="239151" y="117645"/>
                  </a:lnTo>
                  <a:cubicBezTo>
                    <a:pt x="241127" y="117645"/>
                    <a:pt x="242923" y="117645"/>
                    <a:pt x="242923" y="117645"/>
                  </a:cubicBezTo>
                  <a:cubicBezTo>
                    <a:pt x="244853" y="117645"/>
                    <a:pt x="246380" y="116073"/>
                    <a:pt x="246380" y="114187"/>
                  </a:cubicBezTo>
                  <a:cubicBezTo>
                    <a:pt x="246335" y="114097"/>
                    <a:pt x="246335" y="18096"/>
                    <a:pt x="246335" y="17287"/>
                  </a:cubicBezTo>
                  <a:close/>
                </a:path>
              </a:pathLst>
            </a:custGeom>
            <a:noFill/>
            <a:ln w="1121" cap="flat">
              <a:solidFill>
                <a:srgbClr val="E4032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0" name="Freihandform: Form 69">
              <a:extLst>
                <a:ext uri="{FF2B5EF4-FFF2-40B4-BE49-F238E27FC236}">
                  <a16:creationId xmlns:a16="http://schemas.microsoft.com/office/drawing/2014/main" id="{2470B1EE-F603-4434-9D5B-5FA8FD619E5B}"/>
                </a:ext>
              </a:extLst>
            </p:cNvPr>
            <p:cNvSpPr/>
            <p:nvPr/>
          </p:nvSpPr>
          <p:spPr>
            <a:xfrm>
              <a:off x="7437120" y="6767610"/>
              <a:ext cx="4624960" cy="4490"/>
            </a:xfrm>
            <a:custGeom>
              <a:avLst/>
              <a:gdLst>
                <a:gd name="connsiteX0" fmla="*/ 0 w 4624960"/>
                <a:gd name="connsiteY0" fmla="*/ 0 h 4490"/>
                <a:gd name="connsiteX1" fmla="*/ 4624960 w 4624960"/>
                <a:gd name="connsiteY1" fmla="*/ 0 h 4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24960" h="4490">
                  <a:moveTo>
                    <a:pt x="0" y="0"/>
                  </a:moveTo>
                  <a:lnTo>
                    <a:pt x="4624960" y="0"/>
                  </a:lnTo>
                </a:path>
              </a:pathLst>
            </a:custGeom>
            <a:ln w="1121" cap="flat">
              <a:solidFill>
                <a:srgbClr val="FF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1" name="Freihandform: Form 70">
              <a:extLst>
                <a:ext uri="{FF2B5EF4-FFF2-40B4-BE49-F238E27FC236}">
                  <a16:creationId xmlns:a16="http://schemas.microsoft.com/office/drawing/2014/main" id="{7A8297FF-FD2B-45B9-9A99-337E433AAB1A}"/>
                </a:ext>
              </a:extLst>
            </p:cNvPr>
            <p:cNvSpPr/>
            <p:nvPr/>
          </p:nvSpPr>
          <p:spPr>
            <a:xfrm>
              <a:off x="7437120" y="5923443"/>
              <a:ext cx="4624960" cy="4490"/>
            </a:xfrm>
            <a:custGeom>
              <a:avLst/>
              <a:gdLst>
                <a:gd name="connsiteX0" fmla="*/ 0 w 4624960"/>
                <a:gd name="connsiteY0" fmla="*/ 0 h 4490"/>
                <a:gd name="connsiteX1" fmla="*/ 4624960 w 4624960"/>
                <a:gd name="connsiteY1" fmla="*/ 0 h 4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24960" h="4490">
                  <a:moveTo>
                    <a:pt x="0" y="0"/>
                  </a:moveTo>
                  <a:lnTo>
                    <a:pt x="4624960" y="0"/>
                  </a:lnTo>
                </a:path>
              </a:pathLst>
            </a:custGeom>
            <a:ln w="1121" cap="flat">
              <a:solidFill>
                <a:srgbClr val="FF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2" name="Freihandform: Form 71">
              <a:extLst>
                <a:ext uri="{FF2B5EF4-FFF2-40B4-BE49-F238E27FC236}">
                  <a16:creationId xmlns:a16="http://schemas.microsoft.com/office/drawing/2014/main" id="{B401B6F7-F53C-45F4-BA1F-9473CFF3A4C4}"/>
                </a:ext>
              </a:extLst>
            </p:cNvPr>
            <p:cNvSpPr/>
            <p:nvPr/>
          </p:nvSpPr>
          <p:spPr>
            <a:xfrm>
              <a:off x="7728986" y="5779754"/>
              <a:ext cx="4490" cy="987855"/>
            </a:xfrm>
            <a:custGeom>
              <a:avLst/>
              <a:gdLst>
                <a:gd name="connsiteX0" fmla="*/ 0 w 4490"/>
                <a:gd name="connsiteY0" fmla="*/ 0 h 987855"/>
                <a:gd name="connsiteX1" fmla="*/ 0 w 4490"/>
                <a:gd name="connsiteY1" fmla="*/ 987856 h 987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90" h="987855">
                  <a:moveTo>
                    <a:pt x="0" y="0"/>
                  </a:moveTo>
                  <a:lnTo>
                    <a:pt x="0" y="987856"/>
                  </a:lnTo>
                </a:path>
              </a:pathLst>
            </a:custGeom>
            <a:ln w="1121" cap="flat">
              <a:solidFill>
                <a:srgbClr val="FF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3" name="Freihandform: Form 72">
              <a:extLst>
                <a:ext uri="{FF2B5EF4-FFF2-40B4-BE49-F238E27FC236}">
                  <a16:creationId xmlns:a16="http://schemas.microsoft.com/office/drawing/2014/main" id="{767B2A83-5272-4FCA-B78B-C7ED043F603E}"/>
                </a:ext>
              </a:extLst>
            </p:cNvPr>
            <p:cNvSpPr/>
            <p:nvPr/>
          </p:nvSpPr>
          <p:spPr>
            <a:xfrm>
              <a:off x="12026157" y="5887520"/>
              <a:ext cx="4490" cy="987855"/>
            </a:xfrm>
            <a:custGeom>
              <a:avLst/>
              <a:gdLst>
                <a:gd name="connsiteX0" fmla="*/ 0 w 4490"/>
                <a:gd name="connsiteY0" fmla="*/ 0 h 987855"/>
                <a:gd name="connsiteX1" fmla="*/ 0 w 4490"/>
                <a:gd name="connsiteY1" fmla="*/ 987856 h 987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90" h="987855">
                  <a:moveTo>
                    <a:pt x="0" y="0"/>
                  </a:moveTo>
                  <a:lnTo>
                    <a:pt x="0" y="987856"/>
                  </a:lnTo>
                </a:path>
              </a:pathLst>
            </a:custGeom>
            <a:ln w="1121" cap="flat">
              <a:solidFill>
                <a:srgbClr val="FF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pic>
        <p:nvPicPr>
          <p:cNvPr id="6" name="Cells -  aus Illustrator reinkopiert (Original)" hidden="1">
            <a:extLst>
              <a:ext uri="{FF2B5EF4-FFF2-40B4-BE49-F238E27FC236}">
                <a16:creationId xmlns:a16="http://schemas.microsoft.com/office/drawing/2014/main" id="{EFFCC95B-7537-4FC1-BCEC-D7E800CD6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4748" y="-4248004"/>
            <a:ext cx="17924523" cy="15923025"/>
          </a:xfrm>
          <a:prstGeom prst="rect">
            <a:avLst/>
          </a:prstGeom>
        </p:spPr>
      </p:pic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74A2B14B-F0E4-4055-811E-4F7E2F14F871}"/>
              </a:ext>
            </a:extLst>
          </p:cNvPr>
          <p:cNvGrpSpPr>
            <a:grpSpLocks noChangeAspect="1"/>
          </p:cNvGrpSpPr>
          <p:nvPr/>
        </p:nvGrpSpPr>
        <p:grpSpPr>
          <a:xfrm>
            <a:off x="7751396" y="6244167"/>
            <a:ext cx="4036573" cy="288000"/>
            <a:chOff x="7966969" y="6166994"/>
            <a:chExt cx="3486578" cy="248759"/>
          </a:xfrm>
        </p:grpSpPr>
        <p:sp>
          <p:nvSpPr>
            <p:cNvPr id="82" name="Freihandform: Form 81">
              <a:extLst>
                <a:ext uri="{FF2B5EF4-FFF2-40B4-BE49-F238E27FC236}">
                  <a16:creationId xmlns:a16="http://schemas.microsoft.com/office/drawing/2014/main" id="{182072BC-60A8-4111-B397-1BF790DC71B6}"/>
                </a:ext>
              </a:extLst>
            </p:cNvPr>
            <p:cNvSpPr/>
            <p:nvPr/>
          </p:nvSpPr>
          <p:spPr>
            <a:xfrm>
              <a:off x="7966969" y="6166994"/>
              <a:ext cx="769000" cy="248759"/>
            </a:xfrm>
            <a:custGeom>
              <a:avLst/>
              <a:gdLst>
                <a:gd name="connsiteX0" fmla="*/ 385623 w 769000"/>
                <a:gd name="connsiteY0" fmla="*/ 234975 h 248759"/>
                <a:gd name="connsiteX1" fmla="*/ 385623 w 769000"/>
                <a:gd name="connsiteY1" fmla="*/ 243147 h 248759"/>
                <a:gd name="connsiteX2" fmla="*/ 382929 w 769000"/>
                <a:gd name="connsiteY2" fmla="*/ 246470 h 248759"/>
                <a:gd name="connsiteX3" fmla="*/ 357379 w 769000"/>
                <a:gd name="connsiteY3" fmla="*/ 246425 h 248759"/>
                <a:gd name="connsiteX4" fmla="*/ 345211 w 769000"/>
                <a:gd name="connsiteY4" fmla="*/ 242159 h 248759"/>
                <a:gd name="connsiteX5" fmla="*/ 306460 w 769000"/>
                <a:gd name="connsiteY5" fmla="*/ 211581 h 248759"/>
                <a:gd name="connsiteX6" fmla="*/ 302104 w 769000"/>
                <a:gd name="connsiteY6" fmla="*/ 201118 h 248759"/>
                <a:gd name="connsiteX7" fmla="*/ 302104 w 769000"/>
                <a:gd name="connsiteY7" fmla="*/ 188546 h 248759"/>
                <a:gd name="connsiteX8" fmla="*/ 304125 w 769000"/>
                <a:gd name="connsiteY8" fmla="*/ 185313 h 248759"/>
                <a:gd name="connsiteX9" fmla="*/ 308256 w 769000"/>
                <a:gd name="connsiteY9" fmla="*/ 186480 h 248759"/>
                <a:gd name="connsiteX10" fmla="*/ 312881 w 769000"/>
                <a:gd name="connsiteY10" fmla="*/ 187917 h 248759"/>
                <a:gd name="connsiteX11" fmla="*/ 324645 w 769000"/>
                <a:gd name="connsiteY11" fmla="*/ 189893 h 248759"/>
                <a:gd name="connsiteX12" fmla="*/ 341035 w 769000"/>
                <a:gd name="connsiteY12" fmla="*/ 180643 h 248759"/>
                <a:gd name="connsiteX13" fmla="*/ 319931 w 769000"/>
                <a:gd name="connsiteY13" fmla="*/ 158686 h 248759"/>
                <a:gd name="connsiteX14" fmla="*/ 290699 w 769000"/>
                <a:gd name="connsiteY14" fmla="*/ 164568 h 248759"/>
                <a:gd name="connsiteX15" fmla="*/ 289801 w 769000"/>
                <a:gd name="connsiteY15" fmla="*/ 166678 h 248759"/>
                <a:gd name="connsiteX16" fmla="*/ 289397 w 769000"/>
                <a:gd name="connsiteY16" fmla="*/ 169866 h 248759"/>
                <a:gd name="connsiteX17" fmla="*/ 289397 w 769000"/>
                <a:gd name="connsiteY17" fmla="*/ 217957 h 248759"/>
                <a:gd name="connsiteX18" fmla="*/ 283784 w 769000"/>
                <a:gd name="connsiteY18" fmla="*/ 237759 h 248759"/>
                <a:gd name="connsiteX19" fmla="*/ 273726 w 769000"/>
                <a:gd name="connsiteY19" fmla="*/ 245303 h 248759"/>
                <a:gd name="connsiteX20" fmla="*/ 265554 w 769000"/>
                <a:gd name="connsiteY20" fmla="*/ 246425 h 248759"/>
                <a:gd name="connsiteX21" fmla="*/ 258908 w 769000"/>
                <a:gd name="connsiteY21" fmla="*/ 245527 h 248759"/>
                <a:gd name="connsiteX22" fmla="*/ 257785 w 769000"/>
                <a:gd name="connsiteY22" fmla="*/ 242608 h 248759"/>
                <a:gd name="connsiteX23" fmla="*/ 257785 w 769000"/>
                <a:gd name="connsiteY23" fmla="*/ 234706 h 248759"/>
                <a:gd name="connsiteX24" fmla="*/ 257785 w 769000"/>
                <a:gd name="connsiteY24" fmla="*/ 228644 h 248759"/>
                <a:gd name="connsiteX25" fmla="*/ 257785 w 769000"/>
                <a:gd name="connsiteY25" fmla="*/ 211042 h 248759"/>
                <a:gd name="connsiteX26" fmla="*/ 257785 w 769000"/>
                <a:gd name="connsiteY26" fmla="*/ 131564 h 248759"/>
                <a:gd name="connsiteX27" fmla="*/ 260345 w 769000"/>
                <a:gd name="connsiteY27" fmla="*/ 129005 h 248759"/>
                <a:gd name="connsiteX28" fmla="*/ 307762 w 769000"/>
                <a:gd name="connsiteY28" fmla="*/ 129005 h 248759"/>
                <a:gd name="connsiteX29" fmla="*/ 331426 w 769000"/>
                <a:gd name="connsiteY29" fmla="*/ 133001 h 248759"/>
                <a:gd name="connsiteX30" fmla="*/ 353203 w 769000"/>
                <a:gd name="connsiteY30" fmla="*/ 143913 h 248759"/>
                <a:gd name="connsiteX31" fmla="*/ 369009 w 769000"/>
                <a:gd name="connsiteY31" fmla="*/ 160122 h 248759"/>
                <a:gd name="connsiteX32" fmla="*/ 375116 w 769000"/>
                <a:gd name="connsiteY32" fmla="*/ 180014 h 248759"/>
                <a:gd name="connsiteX33" fmla="*/ 368695 w 769000"/>
                <a:gd name="connsiteY33" fmla="*/ 198290 h 248759"/>
                <a:gd name="connsiteX34" fmla="*/ 352305 w 769000"/>
                <a:gd name="connsiteY34" fmla="*/ 210368 h 248759"/>
                <a:gd name="connsiteX35" fmla="*/ 365327 w 769000"/>
                <a:gd name="connsiteY35" fmla="*/ 220606 h 248759"/>
                <a:gd name="connsiteX36" fmla="*/ 383737 w 769000"/>
                <a:gd name="connsiteY36" fmla="*/ 232011 h 248759"/>
                <a:gd name="connsiteX37" fmla="*/ 385623 w 769000"/>
                <a:gd name="connsiteY37" fmla="*/ 234975 h 248759"/>
                <a:gd name="connsiteX38" fmla="*/ 229227 w 769000"/>
                <a:gd name="connsiteY38" fmla="*/ 215981 h 248759"/>
                <a:gd name="connsiteX39" fmla="*/ 195191 w 769000"/>
                <a:gd name="connsiteY39" fmla="*/ 215981 h 248759"/>
                <a:gd name="connsiteX40" fmla="*/ 181631 w 769000"/>
                <a:gd name="connsiteY40" fmla="*/ 212883 h 248759"/>
                <a:gd name="connsiteX41" fmla="*/ 170719 w 769000"/>
                <a:gd name="connsiteY41" fmla="*/ 204576 h 248759"/>
                <a:gd name="connsiteX42" fmla="*/ 163445 w 769000"/>
                <a:gd name="connsiteY42" fmla="*/ 192632 h 248759"/>
                <a:gd name="connsiteX43" fmla="*/ 160796 w 769000"/>
                <a:gd name="connsiteY43" fmla="*/ 178712 h 248759"/>
                <a:gd name="connsiteX44" fmla="*/ 166050 w 769000"/>
                <a:gd name="connsiteY44" fmla="*/ 164433 h 248759"/>
                <a:gd name="connsiteX45" fmla="*/ 169732 w 769000"/>
                <a:gd name="connsiteY45" fmla="*/ 161739 h 248759"/>
                <a:gd name="connsiteX46" fmla="*/ 174626 w 769000"/>
                <a:gd name="connsiteY46" fmla="*/ 159943 h 248759"/>
                <a:gd name="connsiteX47" fmla="*/ 181271 w 769000"/>
                <a:gd name="connsiteY47" fmla="*/ 159179 h 248759"/>
                <a:gd name="connsiteX48" fmla="*/ 187872 w 769000"/>
                <a:gd name="connsiteY48" fmla="*/ 159943 h 248759"/>
                <a:gd name="connsiteX49" fmla="*/ 199143 w 769000"/>
                <a:gd name="connsiteY49" fmla="*/ 164568 h 248759"/>
                <a:gd name="connsiteX50" fmla="*/ 213871 w 769000"/>
                <a:gd name="connsiteY50" fmla="*/ 177949 h 248759"/>
                <a:gd name="connsiteX51" fmla="*/ 178443 w 769000"/>
                <a:gd name="connsiteY51" fmla="*/ 177949 h 248759"/>
                <a:gd name="connsiteX52" fmla="*/ 175255 w 769000"/>
                <a:gd name="connsiteY52" fmla="*/ 180733 h 248759"/>
                <a:gd name="connsiteX53" fmla="*/ 177275 w 769000"/>
                <a:gd name="connsiteY53" fmla="*/ 189758 h 248759"/>
                <a:gd name="connsiteX54" fmla="*/ 199502 w 769000"/>
                <a:gd name="connsiteY54" fmla="*/ 203139 h 248759"/>
                <a:gd name="connsiteX55" fmla="*/ 232505 w 769000"/>
                <a:gd name="connsiteY55" fmla="*/ 203139 h 248759"/>
                <a:gd name="connsiteX56" fmla="*/ 244494 w 769000"/>
                <a:gd name="connsiteY56" fmla="*/ 198559 h 248759"/>
                <a:gd name="connsiteX57" fmla="*/ 247323 w 769000"/>
                <a:gd name="connsiteY57" fmla="*/ 188725 h 248759"/>
                <a:gd name="connsiteX58" fmla="*/ 241980 w 769000"/>
                <a:gd name="connsiteY58" fmla="*/ 168250 h 248759"/>
                <a:gd name="connsiteX59" fmla="*/ 227521 w 769000"/>
                <a:gd name="connsiteY59" fmla="*/ 148807 h 248759"/>
                <a:gd name="connsiteX60" fmla="*/ 206327 w 769000"/>
                <a:gd name="connsiteY60" fmla="*/ 134573 h 248759"/>
                <a:gd name="connsiteX61" fmla="*/ 181047 w 769000"/>
                <a:gd name="connsiteY61" fmla="*/ 129050 h 248759"/>
                <a:gd name="connsiteX62" fmla="*/ 132462 w 769000"/>
                <a:gd name="connsiteY62" fmla="*/ 129050 h 248759"/>
                <a:gd name="connsiteX63" fmla="*/ 129903 w 769000"/>
                <a:gd name="connsiteY63" fmla="*/ 131609 h 248759"/>
                <a:gd name="connsiteX64" fmla="*/ 129903 w 769000"/>
                <a:gd name="connsiteY64" fmla="*/ 179880 h 248759"/>
                <a:gd name="connsiteX65" fmla="*/ 135157 w 769000"/>
                <a:gd name="connsiteY65" fmla="*/ 205519 h 248759"/>
                <a:gd name="connsiteX66" fmla="*/ 149391 w 769000"/>
                <a:gd name="connsiteY66" fmla="*/ 226668 h 248759"/>
                <a:gd name="connsiteX67" fmla="*/ 170315 w 769000"/>
                <a:gd name="connsiteY67" fmla="*/ 241037 h 248759"/>
                <a:gd name="connsiteX68" fmla="*/ 195999 w 769000"/>
                <a:gd name="connsiteY68" fmla="*/ 246470 h 248759"/>
                <a:gd name="connsiteX69" fmla="*/ 244674 w 769000"/>
                <a:gd name="connsiteY69" fmla="*/ 246470 h 248759"/>
                <a:gd name="connsiteX70" fmla="*/ 247233 w 769000"/>
                <a:gd name="connsiteY70" fmla="*/ 243911 h 248759"/>
                <a:gd name="connsiteX71" fmla="*/ 247233 w 769000"/>
                <a:gd name="connsiteY71" fmla="*/ 234122 h 248759"/>
                <a:gd name="connsiteX72" fmla="*/ 242429 w 769000"/>
                <a:gd name="connsiteY72" fmla="*/ 220786 h 248759"/>
                <a:gd name="connsiteX73" fmla="*/ 229227 w 769000"/>
                <a:gd name="connsiteY73" fmla="*/ 215981 h 248759"/>
                <a:gd name="connsiteX74" fmla="*/ 108170 w 769000"/>
                <a:gd name="connsiteY74" fmla="*/ 73505 h 248759"/>
                <a:gd name="connsiteX75" fmla="*/ 111403 w 769000"/>
                <a:gd name="connsiteY75" fmla="*/ 70721 h 248759"/>
                <a:gd name="connsiteX76" fmla="*/ 111403 w 769000"/>
                <a:gd name="connsiteY76" fmla="*/ 61292 h 248759"/>
                <a:gd name="connsiteX77" fmla="*/ 106554 w 769000"/>
                <a:gd name="connsiteY77" fmla="*/ 47911 h 248759"/>
                <a:gd name="connsiteX78" fmla="*/ 93173 w 769000"/>
                <a:gd name="connsiteY78" fmla="*/ 43106 h 248759"/>
                <a:gd name="connsiteX79" fmla="*/ 35832 w 769000"/>
                <a:gd name="connsiteY79" fmla="*/ 43106 h 248759"/>
                <a:gd name="connsiteX80" fmla="*/ 41714 w 769000"/>
                <a:gd name="connsiteY80" fmla="*/ 33901 h 248759"/>
                <a:gd name="connsiteX81" fmla="*/ 53569 w 769000"/>
                <a:gd name="connsiteY81" fmla="*/ 30444 h 248759"/>
                <a:gd name="connsiteX82" fmla="*/ 115040 w 769000"/>
                <a:gd name="connsiteY82" fmla="*/ 30444 h 248759"/>
                <a:gd name="connsiteX83" fmla="*/ 118273 w 769000"/>
                <a:gd name="connsiteY83" fmla="*/ 27660 h 248759"/>
                <a:gd name="connsiteX84" fmla="*/ 118273 w 769000"/>
                <a:gd name="connsiteY84" fmla="*/ 18230 h 248759"/>
                <a:gd name="connsiteX85" fmla="*/ 113424 w 769000"/>
                <a:gd name="connsiteY85" fmla="*/ 4894 h 248759"/>
                <a:gd name="connsiteX86" fmla="*/ 100043 w 769000"/>
                <a:gd name="connsiteY86" fmla="*/ 45 h 248759"/>
                <a:gd name="connsiteX87" fmla="*/ 5882 w 769000"/>
                <a:gd name="connsiteY87" fmla="*/ 45 h 248759"/>
                <a:gd name="connsiteX88" fmla="*/ 3098 w 769000"/>
                <a:gd name="connsiteY88" fmla="*/ 3278 h 248759"/>
                <a:gd name="connsiteX89" fmla="*/ 3098 w 769000"/>
                <a:gd name="connsiteY89" fmla="*/ 67039 h 248759"/>
                <a:gd name="connsiteX90" fmla="*/ 7005 w 769000"/>
                <a:gd name="connsiteY90" fmla="*/ 87201 h 248759"/>
                <a:gd name="connsiteX91" fmla="*/ 17961 w 769000"/>
                <a:gd name="connsiteY91" fmla="*/ 103231 h 248759"/>
                <a:gd name="connsiteX92" fmla="*/ 34755 w 769000"/>
                <a:gd name="connsiteY92" fmla="*/ 113693 h 248759"/>
                <a:gd name="connsiteX93" fmla="*/ 56038 w 769000"/>
                <a:gd name="connsiteY93" fmla="*/ 117510 h 248759"/>
                <a:gd name="connsiteX94" fmla="*/ 117285 w 769000"/>
                <a:gd name="connsiteY94" fmla="*/ 117510 h 248759"/>
                <a:gd name="connsiteX95" fmla="*/ 120473 w 769000"/>
                <a:gd name="connsiteY95" fmla="*/ 114771 h 248759"/>
                <a:gd name="connsiteX96" fmla="*/ 120473 w 769000"/>
                <a:gd name="connsiteY96" fmla="*/ 105341 h 248759"/>
                <a:gd name="connsiteX97" fmla="*/ 115669 w 769000"/>
                <a:gd name="connsiteY97" fmla="*/ 91960 h 248759"/>
                <a:gd name="connsiteX98" fmla="*/ 102288 w 769000"/>
                <a:gd name="connsiteY98" fmla="*/ 87111 h 248759"/>
                <a:gd name="connsiteX99" fmla="*/ 53928 w 769000"/>
                <a:gd name="connsiteY99" fmla="*/ 87111 h 248759"/>
                <a:gd name="connsiteX100" fmla="*/ 42163 w 769000"/>
                <a:gd name="connsiteY100" fmla="*/ 83294 h 248759"/>
                <a:gd name="connsiteX101" fmla="*/ 35742 w 769000"/>
                <a:gd name="connsiteY101" fmla="*/ 73505 h 248759"/>
                <a:gd name="connsiteX102" fmla="*/ 108170 w 769000"/>
                <a:gd name="connsiteY102" fmla="*/ 73505 h 248759"/>
                <a:gd name="connsiteX103" fmla="*/ 461059 w 769000"/>
                <a:gd name="connsiteY103" fmla="*/ 117465 h 248759"/>
                <a:gd name="connsiteX104" fmla="*/ 499136 w 769000"/>
                <a:gd name="connsiteY104" fmla="*/ 104937 h 248759"/>
                <a:gd name="connsiteX105" fmla="*/ 512877 w 769000"/>
                <a:gd name="connsiteY105" fmla="*/ 67982 h 248759"/>
                <a:gd name="connsiteX106" fmla="*/ 506994 w 769000"/>
                <a:gd name="connsiteY106" fmla="*/ 41490 h 248759"/>
                <a:gd name="connsiteX107" fmla="*/ 491323 w 769000"/>
                <a:gd name="connsiteY107" fmla="*/ 19847 h 248759"/>
                <a:gd name="connsiteX108" fmla="*/ 468872 w 769000"/>
                <a:gd name="connsiteY108" fmla="*/ 5343 h 248759"/>
                <a:gd name="connsiteX109" fmla="*/ 442649 w 769000"/>
                <a:gd name="connsiteY109" fmla="*/ 45 h 248759"/>
                <a:gd name="connsiteX110" fmla="*/ 395906 w 769000"/>
                <a:gd name="connsiteY110" fmla="*/ 45 h 248759"/>
                <a:gd name="connsiteX111" fmla="*/ 393122 w 769000"/>
                <a:gd name="connsiteY111" fmla="*/ 3233 h 248759"/>
                <a:gd name="connsiteX112" fmla="*/ 393122 w 769000"/>
                <a:gd name="connsiteY112" fmla="*/ 99279 h 248759"/>
                <a:gd name="connsiteX113" fmla="*/ 397971 w 769000"/>
                <a:gd name="connsiteY113" fmla="*/ 112616 h 248759"/>
                <a:gd name="connsiteX114" fmla="*/ 411352 w 769000"/>
                <a:gd name="connsiteY114" fmla="*/ 117465 h 248759"/>
                <a:gd name="connsiteX115" fmla="*/ 461059 w 769000"/>
                <a:gd name="connsiteY115" fmla="*/ 117465 h 248759"/>
                <a:gd name="connsiteX116" fmla="*/ 456120 w 769000"/>
                <a:gd name="connsiteY116" fmla="*/ 33767 h 248759"/>
                <a:gd name="connsiteX117" fmla="*/ 468333 w 769000"/>
                <a:gd name="connsiteY117" fmla="*/ 42612 h 248759"/>
                <a:gd name="connsiteX118" fmla="*/ 477179 w 769000"/>
                <a:gd name="connsiteY118" fmla="*/ 55051 h 248759"/>
                <a:gd name="connsiteX119" fmla="*/ 480637 w 769000"/>
                <a:gd name="connsiteY119" fmla="*/ 69105 h 248759"/>
                <a:gd name="connsiteX120" fmla="*/ 474979 w 769000"/>
                <a:gd name="connsiteY120" fmla="*/ 82351 h 248759"/>
                <a:gd name="connsiteX121" fmla="*/ 461284 w 769000"/>
                <a:gd name="connsiteY121" fmla="*/ 87066 h 248759"/>
                <a:gd name="connsiteX122" fmla="*/ 425362 w 769000"/>
                <a:gd name="connsiteY122" fmla="*/ 87066 h 248759"/>
                <a:gd name="connsiteX123" fmla="*/ 425362 w 769000"/>
                <a:gd name="connsiteY123" fmla="*/ 49752 h 248759"/>
                <a:gd name="connsiteX124" fmla="*/ 429852 w 769000"/>
                <a:gd name="connsiteY124" fmla="*/ 35832 h 248759"/>
                <a:gd name="connsiteX125" fmla="*/ 442380 w 769000"/>
                <a:gd name="connsiteY125" fmla="*/ 30399 h 248759"/>
                <a:gd name="connsiteX126" fmla="*/ 456120 w 769000"/>
                <a:gd name="connsiteY126" fmla="*/ 33767 h 248759"/>
                <a:gd name="connsiteX127" fmla="*/ 74942 w 769000"/>
                <a:gd name="connsiteY127" fmla="*/ 158371 h 248759"/>
                <a:gd name="connsiteX128" fmla="*/ 89132 w 769000"/>
                <a:gd name="connsiteY128" fmla="*/ 164029 h 248759"/>
                <a:gd name="connsiteX129" fmla="*/ 93622 w 769000"/>
                <a:gd name="connsiteY129" fmla="*/ 166319 h 248759"/>
                <a:gd name="connsiteX130" fmla="*/ 96989 w 769000"/>
                <a:gd name="connsiteY130" fmla="*/ 166768 h 248759"/>
                <a:gd name="connsiteX131" fmla="*/ 105745 w 769000"/>
                <a:gd name="connsiteY131" fmla="*/ 162143 h 248759"/>
                <a:gd name="connsiteX132" fmla="*/ 117510 w 769000"/>
                <a:gd name="connsiteY132" fmla="*/ 149930 h 248759"/>
                <a:gd name="connsiteX133" fmla="*/ 118183 w 769000"/>
                <a:gd name="connsiteY133" fmla="*/ 148313 h 248759"/>
                <a:gd name="connsiteX134" fmla="*/ 116791 w 769000"/>
                <a:gd name="connsiteY134" fmla="*/ 145799 h 248759"/>
                <a:gd name="connsiteX135" fmla="*/ 91107 w 769000"/>
                <a:gd name="connsiteY135" fmla="*/ 131744 h 248759"/>
                <a:gd name="connsiteX136" fmla="*/ 57834 w 769000"/>
                <a:gd name="connsiteY136" fmla="*/ 126670 h 248759"/>
                <a:gd name="connsiteX137" fmla="*/ 37224 w 769000"/>
                <a:gd name="connsiteY137" fmla="*/ 128736 h 248759"/>
                <a:gd name="connsiteX138" fmla="*/ 19847 w 769000"/>
                <a:gd name="connsiteY138" fmla="*/ 135202 h 248759"/>
                <a:gd name="connsiteX139" fmla="*/ 7768 w 769000"/>
                <a:gd name="connsiteY139" fmla="*/ 146607 h 248759"/>
                <a:gd name="connsiteX140" fmla="*/ 3278 w 769000"/>
                <a:gd name="connsiteY140" fmla="*/ 163535 h 248759"/>
                <a:gd name="connsiteX141" fmla="*/ 7184 w 769000"/>
                <a:gd name="connsiteY141" fmla="*/ 178488 h 248759"/>
                <a:gd name="connsiteX142" fmla="*/ 17961 w 769000"/>
                <a:gd name="connsiteY142" fmla="*/ 189085 h 248759"/>
                <a:gd name="connsiteX143" fmla="*/ 34306 w 769000"/>
                <a:gd name="connsiteY143" fmla="*/ 196089 h 248759"/>
                <a:gd name="connsiteX144" fmla="*/ 54826 w 769000"/>
                <a:gd name="connsiteY144" fmla="*/ 200355 h 248759"/>
                <a:gd name="connsiteX145" fmla="*/ 67938 w 769000"/>
                <a:gd name="connsiteY145" fmla="*/ 202555 h 248759"/>
                <a:gd name="connsiteX146" fmla="*/ 75975 w 769000"/>
                <a:gd name="connsiteY146" fmla="*/ 204621 h 248759"/>
                <a:gd name="connsiteX147" fmla="*/ 80016 w 769000"/>
                <a:gd name="connsiteY147" fmla="*/ 206911 h 248759"/>
                <a:gd name="connsiteX148" fmla="*/ 81049 w 769000"/>
                <a:gd name="connsiteY148" fmla="*/ 210009 h 248759"/>
                <a:gd name="connsiteX149" fmla="*/ 76559 w 769000"/>
                <a:gd name="connsiteY149" fmla="*/ 215173 h 248759"/>
                <a:gd name="connsiteX150" fmla="*/ 64705 w 769000"/>
                <a:gd name="connsiteY150" fmla="*/ 216700 h 248759"/>
                <a:gd name="connsiteX151" fmla="*/ 43960 w 769000"/>
                <a:gd name="connsiteY151" fmla="*/ 214634 h 248759"/>
                <a:gd name="connsiteX152" fmla="*/ 29232 w 769000"/>
                <a:gd name="connsiteY152" fmla="*/ 208887 h 248759"/>
                <a:gd name="connsiteX153" fmla="*/ 24741 w 769000"/>
                <a:gd name="connsiteY153" fmla="*/ 206597 h 248759"/>
                <a:gd name="connsiteX154" fmla="*/ 21374 w 769000"/>
                <a:gd name="connsiteY154" fmla="*/ 206148 h 248759"/>
                <a:gd name="connsiteX155" fmla="*/ 12663 w 769000"/>
                <a:gd name="connsiteY155" fmla="*/ 210772 h 248759"/>
                <a:gd name="connsiteX156" fmla="*/ 674 w 769000"/>
                <a:gd name="connsiteY156" fmla="*/ 223211 h 248759"/>
                <a:gd name="connsiteX157" fmla="*/ 0 w 769000"/>
                <a:gd name="connsiteY157" fmla="*/ 224827 h 248759"/>
                <a:gd name="connsiteX158" fmla="*/ 1392 w 769000"/>
                <a:gd name="connsiteY158" fmla="*/ 227386 h 248759"/>
                <a:gd name="connsiteX159" fmla="*/ 12573 w 769000"/>
                <a:gd name="connsiteY159" fmla="*/ 235334 h 248759"/>
                <a:gd name="connsiteX160" fmla="*/ 27974 w 769000"/>
                <a:gd name="connsiteY160" fmla="*/ 241306 h 248759"/>
                <a:gd name="connsiteX161" fmla="*/ 46744 w 769000"/>
                <a:gd name="connsiteY161" fmla="*/ 245123 h 248759"/>
                <a:gd name="connsiteX162" fmla="*/ 67938 w 769000"/>
                <a:gd name="connsiteY162" fmla="*/ 246515 h 248759"/>
                <a:gd name="connsiteX163" fmla="*/ 116522 w 769000"/>
                <a:gd name="connsiteY163" fmla="*/ 246515 h 248759"/>
                <a:gd name="connsiteX164" fmla="*/ 118139 w 769000"/>
                <a:gd name="connsiteY164" fmla="*/ 245572 h 248759"/>
                <a:gd name="connsiteX165" fmla="*/ 118363 w 769000"/>
                <a:gd name="connsiteY165" fmla="*/ 244405 h 248759"/>
                <a:gd name="connsiteX166" fmla="*/ 118363 w 769000"/>
                <a:gd name="connsiteY166" fmla="*/ 217463 h 248759"/>
                <a:gd name="connsiteX167" fmla="*/ 115624 w 769000"/>
                <a:gd name="connsiteY167" fmla="*/ 197975 h 248759"/>
                <a:gd name="connsiteX168" fmla="*/ 107811 w 769000"/>
                <a:gd name="connsiteY168" fmla="*/ 185447 h 248759"/>
                <a:gd name="connsiteX169" fmla="*/ 95508 w 769000"/>
                <a:gd name="connsiteY169" fmla="*/ 178083 h 248759"/>
                <a:gd name="connsiteX170" fmla="*/ 79253 w 769000"/>
                <a:gd name="connsiteY170" fmla="*/ 174177 h 248759"/>
                <a:gd name="connsiteX171" fmla="*/ 49752 w 769000"/>
                <a:gd name="connsiteY171" fmla="*/ 169103 h 248759"/>
                <a:gd name="connsiteX172" fmla="*/ 38930 w 769000"/>
                <a:gd name="connsiteY172" fmla="*/ 162412 h 248759"/>
                <a:gd name="connsiteX173" fmla="*/ 56443 w 769000"/>
                <a:gd name="connsiteY173" fmla="*/ 156216 h 248759"/>
                <a:gd name="connsiteX174" fmla="*/ 74942 w 769000"/>
                <a:gd name="connsiteY174" fmla="*/ 158371 h 248759"/>
                <a:gd name="connsiteX175" fmla="*/ 388362 w 769000"/>
                <a:gd name="connsiteY175" fmla="*/ 129005 h 248759"/>
                <a:gd name="connsiteX176" fmla="*/ 385578 w 769000"/>
                <a:gd name="connsiteY176" fmla="*/ 132238 h 248759"/>
                <a:gd name="connsiteX177" fmla="*/ 385578 w 769000"/>
                <a:gd name="connsiteY177" fmla="*/ 179924 h 248759"/>
                <a:gd name="connsiteX178" fmla="*/ 391325 w 769000"/>
                <a:gd name="connsiteY178" fmla="*/ 206148 h 248759"/>
                <a:gd name="connsiteX179" fmla="*/ 406637 w 769000"/>
                <a:gd name="connsiteY179" fmla="*/ 228150 h 248759"/>
                <a:gd name="connsiteX180" fmla="*/ 428640 w 769000"/>
                <a:gd name="connsiteY180" fmla="*/ 243237 h 248759"/>
                <a:gd name="connsiteX181" fmla="*/ 454414 w 769000"/>
                <a:gd name="connsiteY181" fmla="*/ 248760 h 248759"/>
                <a:gd name="connsiteX182" fmla="*/ 475248 w 769000"/>
                <a:gd name="connsiteY182" fmla="*/ 245078 h 248759"/>
                <a:gd name="connsiteX183" fmla="*/ 491234 w 769000"/>
                <a:gd name="connsiteY183" fmla="*/ 234706 h 248759"/>
                <a:gd name="connsiteX184" fmla="*/ 501606 w 769000"/>
                <a:gd name="connsiteY184" fmla="*/ 218720 h 248759"/>
                <a:gd name="connsiteX185" fmla="*/ 505288 w 769000"/>
                <a:gd name="connsiteY185" fmla="*/ 197885 h 248759"/>
                <a:gd name="connsiteX186" fmla="*/ 499496 w 769000"/>
                <a:gd name="connsiteY186" fmla="*/ 171617 h 248759"/>
                <a:gd name="connsiteX187" fmla="*/ 484184 w 769000"/>
                <a:gd name="connsiteY187" fmla="*/ 149615 h 248759"/>
                <a:gd name="connsiteX188" fmla="*/ 462182 w 769000"/>
                <a:gd name="connsiteY188" fmla="*/ 134528 h 248759"/>
                <a:gd name="connsiteX189" fmla="*/ 436408 w 769000"/>
                <a:gd name="connsiteY189" fmla="*/ 129005 h 248759"/>
                <a:gd name="connsiteX190" fmla="*/ 388362 w 769000"/>
                <a:gd name="connsiteY190" fmla="*/ 129005 h 248759"/>
                <a:gd name="connsiteX191" fmla="*/ 423116 w 769000"/>
                <a:gd name="connsiteY191" fmla="*/ 164972 h 248759"/>
                <a:gd name="connsiteX192" fmla="*/ 436722 w 769000"/>
                <a:gd name="connsiteY192" fmla="*/ 159449 h 248759"/>
                <a:gd name="connsiteX193" fmla="*/ 449609 w 769000"/>
                <a:gd name="connsiteY193" fmla="*/ 163041 h 248759"/>
                <a:gd name="connsiteX194" fmla="*/ 461239 w 769000"/>
                <a:gd name="connsiteY194" fmla="*/ 172246 h 248759"/>
                <a:gd name="connsiteX195" fmla="*/ 469725 w 769000"/>
                <a:gd name="connsiteY195" fmla="*/ 184774 h 248759"/>
                <a:gd name="connsiteX196" fmla="*/ 473093 w 769000"/>
                <a:gd name="connsiteY196" fmla="*/ 198604 h 248759"/>
                <a:gd name="connsiteX197" fmla="*/ 467884 w 769000"/>
                <a:gd name="connsiteY197" fmla="*/ 212883 h 248759"/>
                <a:gd name="connsiteX198" fmla="*/ 454189 w 769000"/>
                <a:gd name="connsiteY198" fmla="*/ 218406 h 248759"/>
                <a:gd name="connsiteX199" fmla="*/ 441302 w 769000"/>
                <a:gd name="connsiteY199" fmla="*/ 214814 h 248759"/>
                <a:gd name="connsiteX200" fmla="*/ 429672 w 769000"/>
                <a:gd name="connsiteY200" fmla="*/ 205609 h 248759"/>
                <a:gd name="connsiteX201" fmla="*/ 421186 w 769000"/>
                <a:gd name="connsiteY201" fmla="*/ 193036 h 248759"/>
                <a:gd name="connsiteX202" fmla="*/ 417818 w 769000"/>
                <a:gd name="connsiteY202" fmla="*/ 179206 h 248759"/>
                <a:gd name="connsiteX203" fmla="*/ 423116 w 769000"/>
                <a:gd name="connsiteY203" fmla="*/ 164972 h 248759"/>
                <a:gd name="connsiteX204" fmla="*/ 546868 w 769000"/>
                <a:gd name="connsiteY204" fmla="*/ 134348 h 248759"/>
                <a:gd name="connsiteX205" fmla="*/ 534205 w 769000"/>
                <a:gd name="connsiteY205" fmla="*/ 129050 h 248759"/>
                <a:gd name="connsiteX206" fmla="*/ 519702 w 769000"/>
                <a:gd name="connsiteY206" fmla="*/ 129050 h 248759"/>
                <a:gd name="connsiteX207" fmla="*/ 516963 w 769000"/>
                <a:gd name="connsiteY207" fmla="*/ 132283 h 248759"/>
                <a:gd name="connsiteX208" fmla="*/ 516963 w 769000"/>
                <a:gd name="connsiteY208" fmla="*/ 228284 h 248759"/>
                <a:gd name="connsiteX209" fmla="*/ 521767 w 769000"/>
                <a:gd name="connsiteY209" fmla="*/ 241620 h 248759"/>
                <a:gd name="connsiteX210" fmla="*/ 535148 w 769000"/>
                <a:gd name="connsiteY210" fmla="*/ 246470 h 248759"/>
                <a:gd name="connsiteX211" fmla="*/ 546419 w 769000"/>
                <a:gd name="connsiteY211" fmla="*/ 246470 h 248759"/>
                <a:gd name="connsiteX212" fmla="*/ 549158 w 769000"/>
                <a:gd name="connsiteY212" fmla="*/ 243237 h 248759"/>
                <a:gd name="connsiteX213" fmla="*/ 549158 w 769000"/>
                <a:gd name="connsiteY213" fmla="*/ 180823 h 248759"/>
                <a:gd name="connsiteX214" fmla="*/ 605331 w 769000"/>
                <a:gd name="connsiteY214" fmla="*/ 241172 h 248759"/>
                <a:gd name="connsiteX215" fmla="*/ 617993 w 769000"/>
                <a:gd name="connsiteY215" fmla="*/ 246470 h 248759"/>
                <a:gd name="connsiteX216" fmla="*/ 631599 w 769000"/>
                <a:gd name="connsiteY216" fmla="*/ 246470 h 248759"/>
                <a:gd name="connsiteX217" fmla="*/ 634383 w 769000"/>
                <a:gd name="connsiteY217" fmla="*/ 243237 h 248759"/>
                <a:gd name="connsiteX218" fmla="*/ 634383 w 769000"/>
                <a:gd name="connsiteY218" fmla="*/ 147235 h 248759"/>
                <a:gd name="connsiteX219" fmla="*/ 629533 w 769000"/>
                <a:gd name="connsiteY219" fmla="*/ 133854 h 248759"/>
                <a:gd name="connsiteX220" fmla="*/ 616152 w 769000"/>
                <a:gd name="connsiteY220" fmla="*/ 129005 h 248759"/>
                <a:gd name="connsiteX221" fmla="*/ 604837 w 769000"/>
                <a:gd name="connsiteY221" fmla="*/ 129005 h 248759"/>
                <a:gd name="connsiteX222" fmla="*/ 602098 w 769000"/>
                <a:gd name="connsiteY222" fmla="*/ 132238 h 248759"/>
                <a:gd name="connsiteX223" fmla="*/ 602098 w 769000"/>
                <a:gd name="connsiteY223" fmla="*/ 168384 h 248759"/>
                <a:gd name="connsiteX224" fmla="*/ 599898 w 769000"/>
                <a:gd name="connsiteY224" fmla="*/ 175883 h 248759"/>
                <a:gd name="connsiteX225" fmla="*/ 593342 w 769000"/>
                <a:gd name="connsiteY225" fmla="*/ 178757 h 248759"/>
                <a:gd name="connsiteX226" fmla="*/ 583643 w 769000"/>
                <a:gd name="connsiteY226" fmla="*/ 173907 h 248759"/>
                <a:gd name="connsiteX227" fmla="*/ 546868 w 769000"/>
                <a:gd name="connsiteY227" fmla="*/ 134348 h 248759"/>
                <a:gd name="connsiteX228" fmla="*/ 652074 w 769000"/>
                <a:gd name="connsiteY228" fmla="*/ 129005 h 248759"/>
                <a:gd name="connsiteX229" fmla="*/ 649291 w 769000"/>
                <a:gd name="connsiteY229" fmla="*/ 132238 h 248759"/>
                <a:gd name="connsiteX230" fmla="*/ 649291 w 769000"/>
                <a:gd name="connsiteY230" fmla="*/ 179924 h 248759"/>
                <a:gd name="connsiteX231" fmla="*/ 655038 w 769000"/>
                <a:gd name="connsiteY231" fmla="*/ 206148 h 248759"/>
                <a:gd name="connsiteX232" fmla="*/ 670350 w 769000"/>
                <a:gd name="connsiteY232" fmla="*/ 228150 h 248759"/>
                <a:gd name="connsiteX233" fmla="*/ 692352 w 769000"/>
                <a:gd name="connsiteY233" fmla="*/ 243237 h 248759"/>
                <a:gd name="connsiteX234" fmla="*/ 718126 w 769000"/>
                <a:gd name="connsiteY234" fmla="*/ 248760 h 248759"/>
                <a:gd name="connsiteX235" fmla="*/ 738961 w 769000"/>
                <a:gd name="connsiteY235" fmla="*/ 245078 h 248759"/>
                <a:gd name="connsiteX236" fmla="*/ 754946 w 769000"/>
                <a:gd name="connsiteY236" fmla="*/ 234706 h 248759"/>
                <a:gd name="connsiteX237" fmla="*/ 765319 w 769000"/>
                <a:gd name="connsiteY237" fmla="*/ 218720 h 248759"/>
                <a:gd name="connsiteX238" fmla="*/ 769001 w 769000"/>
                <a:gd name="connsiteY238" fmla="*/ 197885 h 248759"/>
                <a:gd name="connsiteX239" fmla="*/ 763253 w 769000"/>
                <a:gd name="connsiteY239" fmla="*/ 171617 h 248759"/>
                <a:gd name="connsiteX240" fmla="*/ 747941 w 769000"/>
                <a:gd name="connsiteY240" fmla="*/ 149615 h 248759"/>
                <a:gd name="connsiteX241" fmla="*/ 725939 w 769000"/>
                <a:gd name="connsiteY241" fmla="*/ 134528 h 248759"/>
                <a:gd name="connsiteX242" fmla="*/ 700165 w 769000"/>
                <a:gd name="connsiteY242" fmla="*/ 129005 h 248759"/>
                <a:gd name="connsiteX243" fmla="*/ 652074 w 769000"/>
                <a:gd name="connsiteY243" fmla="*/ 129005 h 248759"/>
                <a:gd name="connsiteX244" fmla="*/ 686829 w 769000"/>
                <a:gd name="connsiteY244" fmla="*/ 164972 h 248759"/>
                <a:gd name="connsiteX245" fmla="*/ 700434 w 769000"/>
                <a:gd name="connsiteY245" fmla="*/ 159449 h 248759"/>
                <a:gd name="connsiteX246" fmla="*/ 713321 w 769000"/>
                <a:gd name="connsiteY246" fmla="*/ 163041 h 248759"/>
                <a:gd name="connsiteX247" fmla="*/ 724951 w 769000"/>
                <a:gd name="connsiteY247" fmla="*/ 172246 h 248759"/>
                <a:gd name="connsiteX248" fmla="*/ 733483 w 769000"/>
                <a:gd name="connsiteY248" fmla="*/ 184774 h 248759"/>
                <a:gd name="connsiteX249" fmla="*/ 736806 w 769000"/>
                <a:gd name="connsiteY249" fmla="*/ 198604 h 248759"/>
                <a:gd name="connsiteX250" fmla="*/ 731597 w 769000"/>
                <a:gd name="connsiteY250" fmla="*/ 212883 h 248759"/>
                <a:gd name="connsiteX251" fmla="*/ 717902 w 769000"/>
                <a:gd name="connsiteY251" fmla="*/ 218406 h 248759"/>
                <a:gd name="connsiteX252" fmla="*/ 705015 w 769000"/>
                <a:gd name="connsiteY252" fmla="*/ 214814 h 248759"/>
                <a:gd name="connsiteX253" fmla="*/ 693385 w 769000"/>
                <a:gd name="connsiteY253" fmla="*/ 205609 h 248759"/>
                <a:gd name="connsiteX254" fmla="*/ 684898 w 769000"/>
                <a:gd name="connsiteY254" fmla="*/ 193036 h 248759"/>
                <a:gd name="connsiteX255" fmla="*/ 681531 w 769000"/>
                <a:gd name="connsiteY255" fmla="*/ 179206 h 248759"/>
                <a:gd name="connsiteX256" fmla="*/ 686829 w 769000"/>
                <a:gd name="connsiteY256" fmla="*/ 164972 h 248759"/>
                <a:gd name="connsiteX257" fmla="*/ 378304 w 769000"/>
                <a:gd name="connsiteY257" fmla="*/ 17332 h 248759"/>
                <a:gd name="connsiteX258" fmla="*/ 361016 w 769000"/>
                <a:gd name="connsiteY258" fmla="*/ 45 h 248759"/>
                <a:gd name="connsiteX259" fmla="*/ 342741 w 769000"/>
                <a:gd name="connsiteY259" fmla="*/ 45 h 248759"/>
                <a:gd name="connsiteX260" fmla="*/ 340406 w 769000"/>
                <a:gd name="connsiteY260" fmla="*/ 988 h 248759"/>
                <a:gd name="connsiteX261" fmla="*/ 303721 w 769000"/>
                <a:gd name="connsiteY261" fmla="*/ 35383 h 248759"/>
                <a:gd name="connsiteX262" fmla="*/ 255675 w 769000"/>
                <a:gd name="connsiteY262" fmla="*/ 53793 h 248759"/>
                <a:gd name="connsiteX263" fmla="*/ 206103 w 769000"/>
                <a:gd name="connsiteY263" fmla="*/ 33901 h 248759"/>
                <a:gd name="connsiteX264" fmla="*/ 178892 w 769000"/>
                <a:gd name="connsiteY264" fmla="*/ 8352 h 248759"/>
                <a:gd name="connsiteX265" fmla="*/ 158416 w 769000"/>
                <a:gd name="connsiteY265" fmla="*/ 0 h 248759"/>
                <a:gd name="connsiteX266" fmla="*/ 136549 w 769000"/>
                <a:gd name="connsiteY266" fmla="*/ 0 h 248759"/>
                <a:gd name="connsiteX267" fmla="*/ 133091 w 769000"/>
                <a:gd name="connsiteY267" fmla="*/ 3458 h 248759"/>
                <a:gd name="connsiteX268" fmla="*/ 133091 w 769000"/>
                <a:gd name="connsiteY268" fmla="*/ 100178 h 248759"/>
                <a:gd name="connsiteX269" fmla="*/ 150379 w 769000"/>
                <a:gd name="connsiteY269" fmla="*/ 117465 h 248759"/>
                <a:gd name="connsiteX270" fmla="*/ 157069 w 769000"/>
                <a:gd name="connsiteY270" fmla="*/ 117465 h 248759"/>
                <a:gd name="connsiteX271" fmla="*/ 161604 w 769000"/>
                <a:gd name="connsiteY271" fmla="*/ 117465 h 248759"/>
                <a:gd name="connsiteX272" fmla="*/ 165062 w 769000"/>
                <a:gd name="connsiteY272" fmla="*/ 114008 h 248759"/>
                <a:gd name="connsiteX273" fmla="*/ 165062 w 769000"/>
                <a:gd name="connsiteY273" fmla="*/ 79612 h 248759"/>
                <a:gd name="connsiteX274" fmla="*/ 181271 w 769000"/>
                <a:gd name="connsiteY274" fmla="*/ 63223 h 248759"/>
                <a:gd name="connsiteX275" fmla="*/ 220202 w 769000"/>
                <a:gd name="connsiteY275" fmla="*/ 86752 h 248759"/>
                <a:gd name="connsiteX276" fmla="*/ 255720 w 769000"/>
                <a:gd name="connsiteY276" fmla="*/ 109427 h 248759"/>
                <a:gd name="connsiteX277" fmla="*/ 291238 w 769000"/>
                <a:gd name="connsiteY277" fmla="*/ 86752 h 248759"/>
                <a:gd name="connsiteX278" fmla="*/ 330168 w 769000"/>
                <a:gd name="connsiteY278" fmla="*/ 63223 h 248759"/>
                <a:gd name="connsiteX279" fmla="*/ 346378 w 769000"/>
                <a:gd name="connsiteY279" fmla="*/ 79477 h 248759"/>
                <a:gd name="connsiteX280" fmla="*/ 346378 w 769000"/>
                <a:gd name="connsiteY280" fmla="*/ 100222 h 248759"/>
                <a:gd name="connsiteX281" fmla="*/ 363666 w 769000"/>
                <a:gd name="connsiteY281" fmla="*/ 117465 h 248759"/>
                <a:gd name="connsiteX282" fmla="*/ 371119 w 769000"/>
                <a:gd name="connsiteY282" fmla="*/ 117465 h 248759"/>
                <a:gd name="connsiteX283" fmla="*/ 374846 w 769000"/>
                <a:gd name="connsiteY283" fmla="*/ 117510 h 248759"/>
                <a:gd name="connsiteX284" fmla="*/ 374846 w 769000"/>
                <a:gd name="connsiteY284" fmla="*/ 117510 h 248759"/>
                <a:gd name="connsiteX285" fmla="*/ 378304 w 769000"/>
                <a:gd name="connsiteY285" fmla="*/ 114052 h 248759"/>
                <a:gd name="connsiteX286" fmla="*/ 378304 w 769000"/>
                <a:gd name="connsiteY286" fmla="*/ 17332 h 248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</a:cxnLst>
              <a:rect l="l" t="t" r="r" b="b"/>
              <a:pathLst>
                <a:path w="769000" h="248759">
                  <a:moveTo>
                    <a:pt x="385623" y="234975"/>
                  </a:moveTo>
                  <a:lnTo>
                    <a:pt x="385623" y="243147"/>
                  </a:lnTo>
                  <a:cubicBezTo>
                    <a:pt x="385623" y="245303"/>
                    <a:pt x="384725" y="246470"/>
                    <a:pt x="382929" y="246470"/>
                  </a:cubicBezTo>
                  <a:lnTo>
                    <a:pt x="357379" y="246425"/>
                  </a:lnTo>
                  <a:cubicBezTo>
                    <a:pt x="353024" y="246425"/>
                    <a:pt x="348982" y="244898"/>
                    <a:pt x="345211" y="242159"/>
                  </a:cubicBezTo>
                  <a:cubicBezTo>
                    <a:pt x="345211" y="242159"/>
                    <a:pt x="306550" y="211671"/>
                    <a:pt x="306460" y="211581"/>
                  </a:cubicBezTo>
                  <a:cubicBezTo>
                    <a:pt x="303855" y="209291"/>
                    <a:pt x="302149" y="205474"/>
                    <a:pt x="302104" y="201118"/>
                  </a:cubicBezTo>
                  <a:lnTo>
                    <a:pt x="302104" y="188546"/>
                  </a:lnTo>
                  <a:cubicBezTo>
                    <a:pt x="302104" y="186435"/>
                    <a:pt x="302778" y="185313"/>
                    <a:pt x="304125" y="185313"/>
                  </a:cubicBezTo>
                  <a:cubicBezTo>
                    <a:pt x="305472" y="185313"/>
                    <a:pt x="307313" y="186211"/>
                    <a:pt x="308256" y="186480"/>
                  </a:cubicBezTo>
                  <a:cubicBezTo>
                    <a:pt x="310232" y="187199"/>
                    <a:pt x="312746" y="187872"/>
                    <a:pt x="312881" y="187917"/>
                  </a:cubicBezTo>
                  <a:cubicBezTo>
                    <a:pt x="316922" y="189219"/>
                    <a:pt x="320829" y="189893"/>
                    <a:pt x="324645" y="189893"/>
                  </a:cubicBezTo>
                  <a:cubicBezTo>
                    <a:pt x="332638" y="189893"/>
                    <a:pt x="339014" y="186345"/>
                    <a:pt x="341035" y="180643"/>
                  </a:cubicBezTo>
                  <a:cubicBezTo>
                    <a:pt x="342876" y="175389"/>
                    <a:pt x="337667" y="163176"/>
                    <a:pt x="319931" y="158686"/>
                  </a:cubicBezTo>
                  <a:cubicBezTo>
                    <a:pt x="306639" y="155318"/>
                    <a:pt x="294291" y="157922"/>
                    <a:pt x="290699" y="164568"/>
                  </a:cubicBezTo>
                  <a:cubicBezTo>
                    <a:pt x="290699" y="164568"/>
                    <a:pt x="290160" y="165601"/>
                    <a:pt x="289801" y="166678"/>
                  </a:cubicBezTo>
                  <a:cubicBezTo>
                    <a:pt x="289487" y="167711"/>
                    <a:pt x="289397" y="169238"/>
                    <a:pt x="289397" y="169866"/>
                  </a:cubicBezTo>
                  <a:lnTo>
                    <a:pt x="289397" y="217957"/>
                  </a:lnTo>
                  <a:cubicBezTo>
                    <a:pt x="289397" y="225186"/>
                    <a:pt x="288274" y="231877"/>
                    <a:pt x="283784" y="237759"/>
                  </a:cubicBezTo>
                  <a:cubicBezTo>
                    <a:pt x="281225" y="241172"/>
                    <a:pt x="277767" y="243955"/>
                    <a:pt x="273726" y="245303"/>
                  </a:cubicBezTo>
                  <a:cubicBezTo>
                    <a:pt x="271121" y="246111"/>
                    <a:pt x="268203" y="246425"/>
                    <a:pt x="265554" y="246425"/>
                  </a:cubicBezTo>
                  <a:cubicBezTo>
                    <a:pt x="263668" y="246425"/>
                    <a:pt x="260390" y="246335"/>
                    <a:pt x="258908" y="245527"/>
                  </a:cubicBezTo>
                  <a:cubicBezTo>
                    <a:pt x="257785" y="244898"/>
                    <a:pt x="257785" y="243731"/>
                    <a:pt x="257785" y="242608"/>
                  </a:cubicBezTo>
                  <a:lnTo>
                    <a:pt x="257785" y="234706"/>
                  </a:lnTo>
                  <a:lnTo>
                    <a:pt x="257785" y="228644"/>
                  </a:lnTo>
                  <a:lnTo>
                    <a:pt x="257785" y="211042"/>
                  </a:lnTo>
                  <a:lnTo>
                    <a:pt x="257785" y="131564"/>
                  </a:lnTo>
                  <a:cubicBezTo>
                    <a:pt x="257785" y="130172"/>
                    <a:pt x="258908" y="129005"/>
                    <a:pt x="260345" y="129005"/>
                  </a:cubicBezTo>
                  <a:cubicBezTo>
                    <a:pt x="260435" y="129005"/>
                    <a:pt x="307762" y="129005"/>
                    <a:pt x="307762" y="129005"/>
                  </a:cubicBezTo>
                  <a:cubicBezTo>
                    <a:pt x="315575" y="129005"/>
                    <a:pt x="323388" y="130352"/>
                    <a:pt x="331426" y="133001"/>
                  </a:cubicBezTo>
                  <a:cubicBezTo>
                    <a:pt x="339463" y="135695"/>
                    <a:pt x="346737" y="139333"/>
                    <a:pt x="353203" y="143913"/>
                  </a:cubicBezTo>
                  <a:cubicBezTo>
                    <a:pt x="359669" y="148493"/>
                    <a:pt x="364923" y="153926"/>
                    <a:pt x="369009" y="160122"/>
                  </a:cubicBezTo>
                  <a:cubicBezTo>
                    <a:pt x="373050" y="166319"/>
                    <a:pt x="375116" y="172965"/>
                    <a:pt x="375116" y="180014"/>
                  </a:cubicBezTo>
                  <a:cubicBezTo>
                    <a:pt x="375116" y="187513"/>
                    <a:pt x="372871" y="193530"/>
                    <a:pt x="368695" y="198290"/>
                  </a:cubicBezTo>
                  <a:cubicBezTo>
                    <a:pt x="361959" y="205968"/>
                    <a:pt x="354550" y="208931"/>
                    <a:pt x="352305" y="210368"/>
                  </a:cubicBezTo>
                  <a:cubicBezTo>
                    <a:pt x="354326" y="211940"/>
                    <a:pt x="358996" y="215622"/>
                    <a:pt x="365327" y="220606"/>
                  </a:cubicBezTo>
                  <a:cubicBezTo>
                    <a:pt x="377540" y="230305"/>
                    <a:pt x="383692" y="232011"/>
                    <a:pt x="383737" y="232011"/>
                  </a:cubicBezTo>
                  <a:cubicBezTo>
                    <a:pt x="384635" y="232460"/>
                    <a:pt x="385623" y="233763"/>
                    <a:pt x="385623" y="234975"/>
                  </a:cubicBezTo>
                  <a:moveTo>
                    <a:pt x="229227" y="215981"/>
                  </a:moveTo>
                  <a:lnTo>
                    <a:pt x="195191" y="215981"/>
                  </a:lnTo>
                  <a:cubicBezTo>
                    <a:pt x="190342" y="215981"/>
                    <a:pt x="185941" y="214679"/>
                    <a:pt x="181631" y="212883"/>
                  </a:cubicBezTo>
                  <a:cubicBezTo>
                    <a:pt x="177994" y="211311"/>
                    <a:pt x="172381" y="206462"/>
                    <a:pt x="170719" y="204576"/>
                  </a:cubicBezTo>
                  <a:cubicBezTo>
                    <a:pt x="167576" y="201118"/>
                    <a:pt x="165151" y="197122"/>
                    <a:pt x="163445" y="192632"/>
                  </a:cubicBezTo>
                  <a:cubicBezTo>
                    <a:pt x="161694" y="188097"/>
                    <a:pt x="160796" y="183472"/>
                    <a:pt x="160796" y="178712"/>
                  </a:cubicBezTo>
                  <a:cubicBezTo>
                    <a:pt x="160796" y="172605"/>
                    <a:pt x="162547" y="167846"/>
                    <a:pt x="166050" y="164433"/>
                  </a:cubicBezTo>
                  <a:cubicBezTo>
                    <a:pt x="166454" y="164029"/>
                    <a:pt x="167980" y="162817"/>
                    <a:pt x="169732" y="161739"/>
                  </a:cubicBezTo>
                  <a:cubicBezTo>
                    <a:pt x="171483" y="160706"/>
                    <a:pt x="173369" y="160212"/>
                    <a:pt x="174626" y="159943"/>
                  </a:cubicBezTo>
                  <a:cubicBezTo>
                    <a:pt x="176647" y="159449"/>
                    <a:pt x="178892" y="159179"/>
                    <a:pt x="181271" y="159179"/>
                  </a:cubicBezTo>
                  <a:cubicBezTo>
                    <a:pt x="183606" y="159179"/>
                    <a:pt x="185852" y="159449"/>
                    <a:pt x="187872" y="159943"/>
                  </a:cubicBezTo>
                  <a:cubicBezTo>
                    <a:pt x="191689" y="160706"/>
                    <a:pt x="195461" y="162233"/>
                    <a:pt x="199143" y="164568"/>
                  </a:cubicBezTo>
                  <a:cubicBezTo>
                    <a:pt x="204441" y="167935"/>
                    <a:pt x="210099" y="173054"/>
                    <a:pt x="213871" y="177949"/>
                  </a:cubicBezTo>
                  <a:lnTo>
                    <a:pt x="178443" y="177949"/>
                  </a:lnTo>
                  <a:cubicBezTo>
                    <a:pt x="176332" y="177949"/>
                    <a:pt x="175255" y="178892"/>
                    <a:pt x="175255" y="180733"/>
                  </a:cubicBezTo>
                  <a:cubicBezTo>
                    <a:pt x="175255" y="184415"/>
                    <a:pt x="175793" y="186795"/>
                    <a:pt x="177275" y="189758"/>
                  </a:cubicBezTo>
                  <a:cubicBezTo>
                    <a:pt x="178712" y="192767"/>
                    <a:pt x="185537" y="203139"/>
                    <a:pt x="199502" y="203139"/>
                  </a:cubicBezTo>
                  <a:lnTo>
                    <a:pt x="232505" y="203139"/>
                  </a:lnTo>
                  <a:cubicBezTo>
                    <a:pt x="238253" y="203139"/>
                    <a:pt x="242249" y="201612"/>
                    <a:pt x="244494" y="198559"/>
                  </a:cubicBezTo>
                  <a:cubicBezTo>
                    <a:pt x="246694" y="195506"/>
                    <a:pt x="247323" y="192856"/>
                    <a:pt x="247323" y="188725"/>
                  </a:cubicBezTo>
                  <a:cubicBezTo>
                    <a:pt x="247323" y="181990"/>
                    <a:pt x="245527" y="175344"/>
                    <a:pt x="241980" y="168250"/>
                  </a:cubicBezTo>
                  <a:cubicBezTo>
                    <a:pt x="238432" y="161110"/>
                    <a:pt x="233583" y="154644"/>
                    <a:pt x="227521" y="148807"/>
                  </a:cubicBezTo>
                  <a:cubicBezTo>
                    <a:pt x="221459" y="142970"/>
                    <a:pt x="214365" y="138255"/>
                    <a:pt x="206327" y="134573"/>
                  </a:cubicBezTo>
                  <a:cubicBezTo>
                    <a:pt x="198290" y="130891"/>
                    <a:pt x="189848" y="129050"/>
                    <a:pt x="181047" y="129050"/>
                  </a:cubicBezTo>
                  <a:lnTo>
                    <a:pt x="132462" y="129050"/>
                  </a:lnTo>
                  <a:cubicBezTo>
                    <a:pt x="131070" y="129050"/>
                    <a:pt x="129903" y="130217"/>
                    <a:pt x="129903" y="131609"/>
                  </a:cubicBezTo>
                  <a:lnTo>
                    <a:pt x="129903" y="179880"/>
                  </a:lnTo>
                  <a:cubicBezTo>
                    <a:pt x="129903" y="188905"/>
                    <a:pt x="131654" y="197481"/>
                    <a:pt x="135157" y="205519"/>
                  </a:cubicBezTo>
                  <a:cubicBezTo>
                    <a:pt x="138614" y="213556"/>
                    <a:pt x="143374" y="220606"/>
                    <a:pt x="149391" y="226668"/>
                  </a:cubicBezTo>
                  <a:cubicBezTo>
                    <a:pt x="155363" y="232730"/>
                    <a:pt x="162368" y="237534"/>
                    <a:pt x="170315" y="241037"/>
                  </a:cubicBezTo>
                  <a:cubicBezTo>
                    <a:pt x="178308" y="244584"/>
                    <a:pt x="186884" y="246470"/>
                    <a:pt x="195999" y="246470"/>
                  </a:cubicBezTo>
                  <a:lnTo>
                    <a:pt x="244674" y="246470"/>
                  </a:lnTo>
                  <a:cubicBezTo>
                    <a:pt x="246066" y="246470"/>
                    <a:pt x="247233" y="245347"/>
                    <a:pt x="247233" y="243911"/>
                  </a:cubicBezTo>
                  <a:lnTo>
                    <a:pt x="247233" y="234122"/>
                  </a:lnTo>
                  <a:cubicBezTo>
                    <a:pt x="247233" y="228464"/>
                    <a:pt x="245662" y="224019"/>
                    <a:pt x="242429" y="220786"/>
                  </a:cubicBezTo>
                  <a:cubicBezTo>
                    <a:pt x="239286" y="217598"/>
                    <a:pt x="234840" y="215981"/>
                    <a:pt x="229227" y="215981"/>
                  </a:cubicBezTo>
                  <a:moveTo>
                    <a:pt x="108170" y="73505"/>
                  </a:moveTo>
                  <a:cubicBezTo>
                    <a:pt x="110326" y="73505"/>
                    <a:pt x="111403" y="72563"/>
                    <a:pt x="111403" y="70721"/>
                  </a:cubicBezTo>
                  <a:lnTo>
                    <a:pt x="111403" y="61292"/>
                  </a:lnTo>
                  <a:cubicBezTo>
                    <a:pt x="111403" y="55634"/>
                    <a:pt x="109787" y="51144"/>
                    <a:pt x="106554" y="47911"/>
                  </a:cubicBezTo>
                  <a:cubicBezTo>
                    <a:pt x="103321" y="44678"/>
                    <a:pt x="98875" y="43106"/>
                    <a:pt x="93173" y="43106"/>
                  </a:cubicBezTo>
                  <a:lnTo>
                    <a:pt x="35832" y="43106"/>
                  </a:lnTo>
                  <a:cubicBezTo>
                    <a:pt x="36730" y="39245"/>
                    <a:pt x="38706" y="36191"/>
                    <a:pt x="41714" y="33901"/>
                  </a:cubicBezTo>
                  <a:cubicBezTo>
                    <a:pt x="44678" y="31611"/>
                    <a:pt x="48629" y="30444"/>
                    <a:pt x="53569" y="30444"/>
                  </a:cubicBezTo>
                  <a:lnTo>
                    <a:pt x="115040" y="30444"/>
                  </a:lnTo>
                  <a:cubicBezTo>
                    <a:pt x="117196" y="30444"/>
                    <a:pt x="118273" y="29546"/>
                    <a:pt x="118273" y="27660"/>
                  </a:cubicBezTo>
                  <a:lnTo>
                    <a:pt x="118273" y="18230"/>
                  </a:lnTo>
                  <a:cubicBezTo>
                    <a:pt x="118273" y="12573"/>
                    <a:pt x="116657" y="8082"/>
                    <a:pt x="113424" y="4894"/>
                  </a:cubicBezTo>
                  <a:cubicBezTo>
                    <a:pt x="110191" y="1661"/>
                    <a:pt x="105745" y="45"/>
                    <a:pt x="100043" y="45"/>
                  </a:cubicBezTo>
                  <a:lnTo>
                    <a:pt x="5882" y="45"/>
                  </a:lnTo>
                  <a:cubicBezTo>
                    <a:pt x="4041" y="45"/>
                    <a:pt x="3098" y="1123"/>
                    <a:pt x="3098" y="3278"/>
                  </a:cubicBezTo>
                  <a:lnTo>
                    <a:pt x="3098" y="67039"/>
                  </a:lnTo>
                  <a:cubicBezTo>
                    <a:pt x="3098" y="74269"/>
                    <a:pt x="4400" y="80959"/>
                    <a:pt x="7005" y="87201"/>
                  </a:cubicBezTo>
                  <a:cubicBezTo>
                    <a:pt x="9609" y="93442"/>
                    <a:pt x="13246" y="98741"/>
                    <a:pt x="17961" y="103231"/>
                  </a:cubicBezTo>
                  <a:cubicBezTo>
                    <a:pt x="22631" y="107676"/>
                    <a:pt x="28244" y="111179"/>
                    <a:pt x="34755" y="113693"/>
                  </a:cubicBezTo>
                  <a:cubicBezTo>
                    <a:pt x="41265" y="116253"/>
                    <a:pt x="48360" y="117510"/>
                    <a:pt x="56038" y="117510"/>
                  </a:cubicBezTo>
                  <a:lnTo>
                    <a:pt x="117285" y="117510"/>
                  </a:lnTo>
                  <a:cubicBezTo>
                    <a:pt x="119441" y="117510"/>
                    <a:pt x="120473" y="116612"/>
                    <a:pt x="120473" y="114771"/>
                  </a:cubicBezTo>
                  <a:lnTo>
                    <a:pt x="120473" y="105341"/>
                  </a:lnTo>
                  <a:cubicBezTo>
                    <a:pt x="120473" y="99684"/>
                    <a:pt x="118857" y="95193"/>
                    <a:pt x="115669" y="91960"/>
                  </a:cubicBezTo>
                  <a:cubicBezTo>
                    <a:pt x="112436" y="88727"/>
                    <a:pt x="107991" y="87111"/>
                    <a:pt x="102288" y="87111"/>
                  </a:cubicBezTo>
                  <a:lnTo>
                    <a:pt x="53928" y="87111"/>
                  </a:lnTo>
                  <a:cubicBezTo>
                    <a:pt x="49348" y="87111"/>
                    <a:pt x="45396" y="85854"/>
                    <a:pt x="42163" y="83294"/>
                  </a:cubicBezTo>
                  <a:cubicBezTo>
                    <a:pt x="38930" y="80780"/>
                    <a:pt x="36775" y="77502"/>
                    <a:pt x="35742" y="73505"/>
                  </a:cubicBezTo>
                  <a:lnTo>
                    <a:pt x="108170" y="73505"/>
                  </a:lnTo>
                  <a:close/>
                  <a:moveTo>
                    <a:pt x="461059" y="117465"/>
                  </a:moveTo>
                  <a:cubicBezTo>
                    <a:pt x="477359" y="117465"/>
                    <a:pt x="490021" y="113289"/>
                    <a:pt x="499136" y="104937"/>
                  </a:cubicBezTo>
                  <a:cubicBezTo>
                    <a:pt x="508297" y="96585"/>
                    <a:pt x="512877" y="84237"/>
                    <a:pt x="512877" y="67982"/>
                  </a:cubicBezTo>
                  <a:cubicBezTo>
                    <a:pt x="512877" y="58598"/>
                    <a:pt x="510901" y="49797"/>
                    <a:pt x="506994" y="41490"/>
                  </a:cubicBezTo>
                  <a:cubicBezTo>
                    <a:pt x="503088" y="33183"/>
                    <a:pt x="497879" y="25999"/>
                    <a:pt x="491323" y="19847"/>
                  </a:cubicBezTo>
                  <a:cubicBezTo>
                    <a:pt x="484813" y="13740"/>
                    <a:pt x="477314" y="8891"/>
                    <a:pt x="468872" y="5343"/>
                  </a:cubicBezTo>
                  <a:cubicBezTo>
                    <a:pt x="460430" y="1841"/>
                    <a:pt x="451674" y="45"/>
                    <a:pt x="442649" y="45"/>
                  </a:cubicBezTo>
                  <a:lnTo>
                    <a:pt x="395906" y="45"/>
                  </a:lnTo>
                  <a:cubicBezTo>
                    <a:pt x="394065" y="45"/>
                    <a:pt x="393122" y="1123"/>
                    <a:pt x="393122" y="3233"/>
                  </a:cubicBezTo>
                  <a:lnTo>
                    <a:pt x="393122" y="99279"/>
                  </a:lnTo>
                  <a:cubicBezTo>
                    <a:pt x="393122" y="104982"/>
                    <a:pt x="394738" y="109427"/>
                    <a:pt x="397971" y="112616"/>
                  </a:cubicBezTo>
                  <a:cubicBezTo>
                    <a:pt x="401204" y="115849"/>
                    <a:pt x="405649" y="117465"/>
                    <a:pt x="411352" y="117465"/>
                  </a:cubicBezTo>
                  <a:lnTo>
                    <a:pt x="461059" y="117465"/>
                  </a:lnTo>
                  <a:close/>
                  <a:moveTo>
                    <a:pt x="456120" y="33767"/>
                  </a:moveTo>
                  <a:cubicBezTo>
                    <a:pt x="460655" y="36012"/>
                    <a:pt x="464741" y="38975"/>
                    <a:pt x="468333" y="42612"/>
                  </a:cubicBezTo>
                  <a:cubicBezTo>
                    <a:pt x="471926" y="46294"/>
                    <a:pt x="474889" y="50470"/>
                    <a:pt x="477179" y="55051"/>
                  </a:cubicBezTo>
                  <a:cubicBezTo>
                    <a:pt x="479469" y="59631"/>
                    <a:pt x="480637" y="64345"/>
                    <a:pt x="480637" y="69105"/>
                  </a:cubicBezTo>
                  <a:cubicBezTo>
                    <a:pt x="480637" y="74808"/>
                    <a:pt x="478751" y="79208"/>
                    <a:pt x="474979" y="82351"/>
                  </a:cubicBezTo>
                  <a:cubicBezTo>
                    <a:pt x="471207" y="85494"/>
                    <a:pt x="466627" y="87066"/>
                    <a:pt x="461284" y="87066"/>
                  </a:cubicBezTo>
                  <a:lnTo>
                    <a:pt x="425362" y="87066"/>
                  </a:lnTo>
                  <a:lnTo>
                    <a:pt x="425362" y="49752"/>
                  </a:lnTo>
                  <a:cubicBezTo>
                    <a:pt x="425362" y="44094"/>
                    <a:pt x="426843" y="39424"/>
                    <a:pt x="429852" y="35832"/>
                  </a:cubicBezTo>
                  <a:cubicBezTo>
                    <a:pt x="432860" y="32195"/>
                    <a:pt x="436991" y="30399"/>
                    <a:pt x="442380" y="30399"/>
                  </a:cubicBezTo>
                  <a:cubicBezTo>
                    <a:pt x="447005" y="30444"/>
                    <a:pt x="451585" y="31566"/>
                    <a:pt x="456120" y="33767"/>
                  </a:cubicBezTo>
                  <a:moveTo>
                    <a:pt x="74942" y="158371"/>
                  </a:moveTo>
                  <a:cubicBezTo>
                    <a:pt x="80375" y="159808"/>
                    <a:pt x="85135" y="161694"/>
                    <a:pt x="89132" y="164029"/>
                  </a:cubicBezTo>
                  <a:cubicBezTo>
                    <a:pt x="91107" y="165241"/>
                    <a:pt x="92634" y="166050"/>
                    <a:pt x="93622" y="166319"/>
                  </a:cubicBezTo>
                  <a:cubicBezTo>
                    <a:pt x="94610" y="166633"/>
                    <a:pt x="95732" y="166768"/>
                    <a:pt x="96989" y="166768"/>
                  </a:cubicBezTo>
                  <a:cubicBezTo>
                    <a:pt x="99729" y="166768"/>
                    <a:pt x="102647" y="165241"/>
                    <a:pt x="105745" y="162143"/>
                  </a:cubicBezTo>
                  <a:lnTo>
                    <a:pt x="117510" y="149930"/>
                  </a:lnTo>
                  <a:cubicBezTo>
                    <a:pt x="117959" y="149481"/>
                    <a:pt x="118183" y="148942"/>
                    <a:pt x="118183" y="148313"/>
                  </a:cubicBezTo>
                  <a:cubicBezTo>
                    <a:pt x="118183" y="147550"/>
                    <a:pt x="117734" y="146697"/>
                    <a:pt x="116791" y="145799"/>
                  </a:cubicBezTo>
                  <a:cubicBezTo>
                    <a:pt x="110191" y="139826"/>
                    <a:pt x="101614" y="135112"/>
                    <a:pt x="91107" y="131744"/>
                  </a:cubicBezTo>
                  <a:cubicBezTo>
                    <a:pt x="80600" y="128376"/>
                    <a:pt x="69509" y="126670"/>
                    <a:pt x="57834" y="126670"/>
                  </a:cubicBezTo>
                  <a:cubicBezTo>
                    <a:pt x="50605" y="126670"/>
                    <a:pt x="43735" y="127344"/>
                    <a:pt x="37224" y="128736"/>
                  </a:cubicBezTo>
                  <a:cubicBezTo>
                    <a:pt x="30713" y="130128"/>
                    <a:pt x="24921" y="132283"/>
                    <a:pt x="19847" y="135202"/>
                  </a:cubicBezTo>
                  <a:cubicBezTo>
                    <a:pt x="14773" y="138120"/>
                    <a:pt x="10732" y="141937"/>
                    <a:pt x="7768" y="146607"/>
                  </a:cubicBezTo>
                  <a:cubicBezTo>
                    <a:pt x="4760" y="151322"/>
                    <a:pt x="3278" y="156934"/>
                    <a:pt x="3278" y="163535"/>
                  </a:cubicBezTo>
                  <a:cubicBezTo>
                    <a:pt x="3278" y="169372"/>
                    <a:pt x="4580" y="174312"/>
                    <a:pt x="7184" y="178488"/>
                  </a:cubicBezTo>
                  <a:cubicBezTo>
                    <a:pt x="9789" y="182619"/>
                    <a:pt x="13381" y="186166"/>
                    <a:pt x="17961" y="189085"/>
                  </a:cubicBezTo>
                  <a:cubicBezTo>
                    <a:pt x="22586" y="192003"/>
                    <a:pt x="28019" y="194338"/>
                    <a:pt x="34306" y="196089"/>
                  </a:cubicBezTo>
                  <a:cubicBezTo>
                    <a:pt x="40592" y="197885"/>
                    <a:pt x="47462" y="199277"/>
                    <a:pt x="54826" y="200355"/>
                  </a:cubicBezTo>
                  <a:cubicBezTo>
                    <a:pt x="60214" y="201118"/>
                    <a:pt x="64570" y="201882"/>
                    <a:pt x="67938" y="202555"/>
                  </a:cubicBezTo>
                  <a:cubicBezTo>
                    <a:pt x="71305" y="203274"/>
                    <a:pt x="73999" y="203947"/>
                    <a:pt x="75975" y="204621"/>
                  </a:cubicBezTo>
                  <a:cubicBezTo>
                    <a:pt x="77951" y="205294"/>
                    <a:pt x="79343" y="206058"/>
                    <a:pt x="80016" y="206911"/>
                  </a:cubicBezTo>
                  <a:cubicBezTo>
                    <a:pt x="80735" y="207764"/>
                    <a:pt x="81049" y="208797"/>
                    <a:pt x="81049" y="210009"/>
                  </a:cubicBezTo>
                  <a:cubicBezTo>
                    <a:pt x="81049" y="212479"/>
                    <a:pt x="79567" y="214185"/>
                    <a:pt x="76559" y="215173"/>
                  </a:cubicBezTo>
                  <a:cubicBezTo>
                    <a:pt x="73550" y="216161"/>
                    <a:pt x="69599" y="216700"/>
                    <a:pt x="64705" y="216700"/>
                  </a:cubicBezTo>
                  <a:cubicBezTo>
                    <a:pt x="56577" y="216700"/>
                    <a:pt x="49662" y="215981"/>
                    <a:pt x="43960" y="214634"/>
                  </a:cubicBezTo>
                  <a:cubicBezTo>
                    <a:pt x="38302" y="213242"/>
                    <a:pt x="33363" y="211311"/>
                    <a:pt x="29232" y="208887"/>
                  </a:cubicBezTo>
                  <a:cubicBezTo>
                    <a:pt x="27256" y="207674"/>
                    <a:pt x="25729" y="206911"/>
                    <a:pt x="24741" y="206597"/>
                  </a:cubicBezTo>
                  <a:cubicBezTo>
                    <a:pt x="23753" y="206282"/>
                    <a:pt x="22631" y="206148"/>
                    <a:pt x="21374" y="206148"/>
                  </a:cubicBezTo>
                  <a:cubicBezTo>
                    <a:pt x="18635" y="206148"/>
                    <a:pt x="15716" y="207719"/>
                    <a:pt x="12663" y="210772"/>
                  </a:cubicBezTo>
                  <a:lnTo>
                    <a:pt x="674" y="223211"/>
                  </a:lnTo>
                  <a:cubicBezTo>
                    <a:pt x="225" y="223659"/>
                    <a:pt x="0" y="224198"/>
                    <a:pt x="0" y="224827"/>
                  </a:cubicBezTo>
                  <a:cubicBezTo>
                    <a:pt x="0" y="225590"/>
                    <a:pt x="449" y="226443"/>
                    <a:pt x="1392" y="227386"/>
                  </a:cubicBezTo>
                  <a:cubicBezTo>
                    <a:pt x="4311" y="230305"/>
                    <a:pt x="8038" y="232954"/>
                    <a:pt x="12573" y="235334"/>
                  </a:cubicBezTo>
                  <a:cubicBezTo>
                    <a:pt x="17108" y="237714"/>
                    <a:pt x="22227" y="239735"/>
                    <a:pt x="27974" y="241306"/>
                  </a:cubicBezTo>
                  <a:cubicBezTo>
                    <a:pt x="33722" y="242923"/>
                    <a:pt x="40008" y="244180"/>
                    <a:pt x="46744" y="245123"/>
                  </a:cubicBezTo>
                  <a:cubicBezTo>
                    <a:pt x="53524" y="246066"/>
                    <a:pt x="60574" y="246515"/>
                    <a:pt x="67938" y="246515"/>
                  </a:cubicBezTo>
                  <a:lnTo>
                    <a:pt x="116522" y="246515"/>
                  </a:lnTo>
                  <a:cubicBezTo>
                    <a:pt x="117285" y="246515"/>
                    <a:pt x="117824" y="246201"/>
                    <a:pt x="118139" y="245572"/>
                  </a:cubicBezTo>
                  <a:cubicBezTo>
                    <a:pt x="118318" y="245303"/>
                    <a:pt x="118363" y="244898"/>
                    <a:pt x="118363" y="244405"/>
                  </a:cubicBezTo>
                  <a:lnTo>
                    <a:pt x="118363" y="217463"/>
                  </a:lnTo>
                  <a:cubicBezTo>
                    <a:pt x="118363" y="209650"/>
                    <a:pt x="117465" y="203139"/>
                    <a:pt x="115624" y="197975"/>
                  </a:cubicBezTo>
                  <a:cubicBezTo>
                    <a:pt x="113783" y="192811"/>
                    <a:pt x="111179" y="188636"/>
                    <a:pt x="107811" y="185447"/>
                  </a:cubicBezTo>
                  <a:cubicBezTo>
                    <a:pt x="104443" y="182214"/>
                    <a:pt x="100357" y="179790"/>
                    <a:pt x="95508" y="178083"/>
                  </a:cubicBezTo>
                  <a:cubicBezTo>
                    <a:pt x="90658" y="176422"/>
                    <a:pt x="85270" y="175075"/>
                    <a:pt x="79253" y="174177"/>
                  </a:cubicBezTo>
                  <a:cubicBezTo>
                    <a:pt x="66815" y="172336"/>
                    <a:pt x="56981" y="170674"/>
                    <a:pt x="49752" y="169103"/>
                  </a:cubicBezTo>
                  <a:cubicBezTo>
                    <a:pt x="42523" y="167576"/>
                    <a:pt x="38930" y="165376"/>
                    <a:pt x="38930" y="162412"/>
                  </a:cubicBezTo>
                  <a:cubicBezTo>
                    <a:pt x="38930" y="158281"/>
                    <a:pt x="44768" y="156216"/>
                    <a:pt x="56443" y="156216"/>
                  </a:cubicBezTo>
                  <a:cubicBezTo>
                    <a:pt x="63313" y="156216"/>
                    <a:pt x="69509" y="156934"/>
                    <a:pt x="74942" y="158371"/>
                  </a:cubicBezTo>
                  <a:moveTo>
                    <a:pt x="388362" y="129005"/>
                  </a:moveTo>
                  <a:cubicBezTo>
                    <a:pt x="386521" y="129005"/>
                    <a:pt x="385578" y="130083"/>
                    <a:pt x="385578" y="132238"/>
                  </a:cubicBezTo>
                  <a:lnTo>
                    <a:pt x="385578" y="179924"/>
                  </a:lnTo>
                  <a:cubicBezTo>
                    <a:pt x="385578" y="189129"/>
                    <a:pt x="387509" y="197885"/>
                    <a:pt x="391325" y="206148"/>
                  </a:cubicBezTo>
                  <a:cubicBezTo>
                    <a:pt x="395142" y="214454"/>
                    <a:pt x="400261" y="221774"/>
                    <a:pt x="406637" y="228150"/>
                  </a:cubicBezTo>
                  <a:cubicBezTo>
                    <a:pt x="413013" y="234526"/>
                    <a:pt x="420333" y="239555"/>
                    <a:pt x="428640" y="243237"/>
                  </a:cubicBezTo>
                  <a:cubicBezTo>
                    <a:pt x="436902" y="246919"/>
                    <a:pt x="445523" y="248760"/>
                    <a:pt x="454414" y="248760"/>
                  </a:cubicBezTo>
                  <a:cubicBezTo>
                    <a:pt x="462092" y="248760"/>
                    <a:pt x="469007" y="247548"/>
                    <a:pt x="475248" y="245078"/>
                  </a:cubicBezTo>
                  <a:cubicBezTo>
                    <a:pt x="481445" y="242608"/>
                    <a:pt x="486788" y="239196"/>
                    <a:pt x="491234" y="234706"/>
                  </a:cubicBezTo>
                  <a:cubicBezTo>
                    <a:pt x="495679" y="230260"/>
                    <a:pt x="499136" y="224917"/>
                    <a:pt x="501606" y="218720"/>
                  </a:cubicBezTo>
                  <a:cubicBezTo>
                    <a:pt x="504076" y="212524"/>
                    <a:pt x="505288" y="205564"/>
                    <a:pt x="505288" y="197885"/>
                  </a:cubicBezTo>
                  <a:cubicBezTo>
                    <a:pt x="505288" y="188680"/>
                    <a:pt x="503357" y="179924"/>
                    <a:pt x="499496" y="171617"/>
                  </a:cubicBezTo>
                  <a:cubicBezTo>
                    <a:pt x="495679" y="163355"/>
                    <a:pt x="490560" y="155991"/>
                    <a:pt x="484184" y="149615"/>
                  </a:cubicBezTo>
                  <a:cubicBezTo>
                    <a:pt x="477808" y="143239"/>
                    <a:pt x="470489" y="138210"/>
                    <a:pt x="462182" y="134528"/>
                  </a:cubicBezTo>
                  <a:cubicBezTo>
                    <a:pt x="453875" y="130846"/>
                    <a:pt x="445298" y="129005"/>
                    <a:pt x="436408" y="129005"/>
                  </a:cubicBezTo>
                  <a:lnTo>
                    <a:pt x="388362" y="129005"/>
                  </a:lnTo>
                  <a:close/>
                  <a:moveTo>
                    <a:pt x="423116" y="164972"/>
                  </a:moveTo>
                  <a:cubicBezTo>
                    <a:pt x="426619" y="161290"/>
                    <a:pt x="431199" y="159449"/>
                    <a:pt x="436722" y="159449"/>
                  </a:cubicBezTo>
                  <a:cubicBezTo>
                    <a:pt x="440988" y="159449"/>
                    <a:pt x="445298" y="160616"/>
                    <a:pt x="449609" y="163041"/>
                  </a:cubicBezTo>
                  <a:cubicBezTo>
                    <a:pt x="453920" y="165421"/>
                    <a:pt x="457781" y="168474"/>
                    <a:pt x="461239" y="172246"/>
                  </a:cubicBezTo>
                  <a:cubicBezTo>
                    <a:pt x="464696" y="176018"/>
                    <a:pt x="467525" y="180194"/>
                    <a:pt x="469725" y="184774"/>
                  </a:cubicBezTo>
                  <a:cubicBezTo>
                    <a:pt x="471970" y="189354"/>
                    <a:pt x="473093" y="193979"/>
                    <a:pt x="473093" y="198604"/>
                  </a:cubicBezTo>
                  <a:cubicBezTo>
                    <a:pt x="473093" y="204441"/>
                    <a:pt x="471342" y="209201"/>
                    <a:pt x="467884" y="212883"/>
                  </a:cubicBezTo>
                  <a:cubicBezTo>
                    <a:pt x="464427" y="216565"/>
                    <a:pt x="459892" y="218406"/>
                    <a:pt x="454189" y="218406"/>
                  </a:cubicBezTo>
                  <a:cubicBezTo>
                    <a:pt x="449878" y="218406"/>
                    <a:pt x="445568" y="217194"/>
                    <a:pt x="441302" y="214814"/>
                  </a:cubicBezTo>
                  <a:cubicBezTo>
                    <a:pt x="436991" y="212434"/>
                    <a:pt x="433130" y="209381"/>
                    <a:pt x="429672" y="205609"/>
                  </a:cubicBezTo>
                  <a:cubicBezTo>
                    <a:pt x="426215" y="201837"/>
                    <a:pt x="423386" y="197661"/>
                    <a:pt x="421186" y="193036"/>
                  </a:cubicBezTo>
                  <a:cubicBezTo>
                    <a:pt x="418941" y="188456"/>
                    <a:pt x="417818" y="183831"/>
                    <a:pt x="417818" y="179206"/>
                  </a:cubicBezTo>
                  <a:cubicBezTo>
                    <a:pt x="417818" y="173414"/>
                    <a:pt x="419569" y="168654"/>
                    <a:pt x="423116" y="164972"/>
                  </a:cubicBezTo>
                  <a:moveTo>
                    <a:pt x="546868" y="134348"/>
                  </a:moveTo>
                  <a:cubicBezTo>
                    <a:pt x="543635" y="130846"/>
                    <a:pt x="539414" y="129050"/>
                    <a:pt x="534205" y="129050"/>
                  </a:cubicBezTo>
                  <a:lnTo>
                    <a:pt x="519702" y="129050"/>
                  </a:lnTo>
                  <a:cubicBezTo>
                    <a:pt x="517861" y="129050"/>
                    <a:pt x="516963" y="130128"/>
                    <a:pt x="516963" y="132283"/>
                  </a:cubicBezTo>
                  <a:lnTo>
                    <a:pt x="516963" y="228284"/>
                  </a:lnTo>
                  <a:cubicBezTo>
                    <a:pt x="516963" y="233987"/>
                    <a:pt x="518579" y="238432"/>
                    <a:pt x="521767" y="241620"/>
                  </a:cubicBezTo>
                  <a:cubicBezTo>
                    <a:pt x="525000" y="244853"/>
                    <a:pt x="529446" y="246470"/>
                    <a:pt x="535148" y="246470"/>
                  </a:cubicBezTo>
                  <a:lnTo>
                    <a:pt x="546419" y="246470"/>
                  </a:lnTo>
                  <a:cubicBezTo>
                    <a:pt x="548260" y="246470"/>
                    <a:pt x="549158" y="245392"/>
                    <a:pt x="549158" y="243237"/>
                  </a:cubicBezTo>
                  <a:lnTo>
                    <a:pt x="549158" y="180823"/>
                  </a:lnTo>
                  <a:lnTo>
                    <a:pt x="605331" y="241172"/>
                  </a:lnTo>
                  <a:cubicBezTo>
                    <a:pt x="608564" y="244674"/>
                    <a:pt x="612785" y="246470"/>
                    <a:pt x="617993" y="246470"/>
                  </a:cubicBezTo>
                  <a:lnTo>
                    <a:pt x="631599" y="246470"/>
                  </a:lnTo>
                  <a:cubicBezTo>
                    <a:pt x="633440" y="246470"/>
                    <a:pt x="634383" y="245392"/>
                    <a:pt x="634383" y="243237"/>
                  </a:cubicBezTo>
                  <a:lnTo>
                    <a:pt x="634383" y="147235"/>
                  </a:lnTo>
                  <a:cubicBezTo>
                    <a:pt x="634383" y="141578"/>
                    <a:pt x="632766" y="137087"/>
                    <a:pt x="629533" y="133854"/>
                  </a:cubicBezTo>
                  <a:cubicBezTo>
                    <a:pt x="626300" y="130621"/>
                    <a:pt x="621855" y="129005"/>
                    <a:pt x="616152" y="129005"/>
                  </a:cubicBezTo>
                  <a:lnTo>
                    <a:pt x="604837" y="129005"/>
                  </a:lnTo>
                  <a:cubicBezTo>
                    <a:pt x="602996" y="129005"/>
                    <a:pt x="602098" y="130083"/>
                    <a:pt x="602098" y="132238"/>
                  </a:cubicBezTo>
                  <a:lnTo>
                    <a:pt x="602098" y="168384"/>
                  </a:lnTo>
                  <a:cubicBezTo>
                    <a:pt x="602098" y="171483"/>
                    <a:pt x="601380" y="173952"/>
                    <a:pt x="599898" y="175883"/>
                  </a:cubicBezTo>
                  <a:cubicBezTo>
                    <a:pt x="598461" y="177814"/>
                    <a:pt x="596261" y="178757"/>
                    <a:pt x="593342" y="178757"/>
                  </a:cubicBezTo>
                  <a:cubicBezTo>
                    <a:pt x="589840" y="178757"/>
                    <a:pt x="586562" y="177140"/>
                    <a:pt x="583643" y="173907"/>
                  </a:cubicBezTo>
                  <a:lnTo>
                    <a:pt x="546868" y="134348"/>
                  </a:lnTo>
                  <a:close/>
                  <a:moveTo>
                    <a:pt x="652074" y="129005"/>
                  </a:moveTo>
                  <a:cubicBezTo>
                    <a:pt x="650233" y="129005"/>
                    <a:pt x="649291" y="130083"/>
                    <a:pt x="649291" y="132238"/>
                  </a:cubicBezTo>
                  <a:lnTo>
                    <a:pt x="649291" y="179924"/>
                  </a:lnTo>
                  <a:cubicBezTo>
                    <a:pt x="649291" y="189129"/>
                    <a:pt x="651221" y="197885"/>
                    <a:pt x="655038" y="206148"/>
                  </a:cubicBezTo>
                  <a:cubicBezTo>
                    <a:pt x="658855" y="214454"/>
                    <a:pt x="663974" y="221774"/>
                    <a:pt x="670350" y="228150"/>
                  </a:cubicBezTo>
                  <a:cubicBezTo>
                    <a:pt x="676726" y="234526"/>
                    <a:pt x="684045" y="239555"/>
                    <a:pt x="692352" y="243237"/>
                  </a:cubicBezTo>
                  <a:cubicBezTo>
                    <a:pt x="700614" y="246919"/>
                    <a:pt x="709235" y="248760"/>
                    <a:pt x="718126" y="248760"/>
                  </a:cubicBezTo>
                  <a:cubicBezTo>
                    <a:pt x="725804" y="248760"/>
                    <a:pt x="732764" y="247548"/>
                    <a:pt x="738961" y="245078"/>
                  </a:cubicBezTo>
                  <a:cubicBezTo>
                    <a:pt x="745157" y="242608"/>
                    <a:pt x="750501" y="239196"/>
                    <a:pt x="754946" y="234706"/>
                  </a:cubicBezTo>
                  <a:cubicBezTo>
                    <a:pt x="759391" y="230260"/>
                    <a:pt x="762849" y="224917"/>
                    <a:pt x="765319" y="218720"/>
                  </a:cubicBezTo>
                  <a:cubicBezTo>
                    <a:pt x="767743" y="212524"/>
                    <a:pt x="769001" y="205564"/>
                    <a:pt x="769001" y="197885"/>
                  </a:cubicBezTo>
                  <a:cubicBezTo>
                    <a:pt x="769001" y="188680"/>
                    <a:pt x="767070" y="179924"/>
                    <a:pt x="763253" y="171617"/>
                  </a:cubicBezTo>
                  <a:cubicBezTo>
                    <a:pt x="759391" y="163355"/>
                    <a:pt x="754317" y="155991"/>
                    <a:pt x="747941" y="149615"/>
                  </a:cubicBezTo>
                  <a:cubicBezTo>
                    <a:pt x="741565" y="143239"/>
                    <a:pt x="734246" y="138210"/>
                    <a:pt x="725939" y="134528"/>
                  </a:cubicBezTo>
                  <a:cubicBezTo>
                    <a:pt x="717632" y="130846"/>
                    <a:pt x="709056" y="129005"/>
                    <a:pt x="700165" y="129005"/>
                  </a:cubicBezTo>
                  <a:lnTo>
                    <a:pt x="652074" y="129005"/>
                  </a:lnTo>
                  <a:close/>
                  <a:moveTo>
                    <a:pt x="686829" y="164972"/>
                  </a:moveTo>
                  <a:cubicBezTo>
                    <a:pt x="690376" y="161290"/>
                    <a:pt x="694867" y="159449"/>
                    <a:pt x="700434" y="159449"/>
                  </a:cubicBezTo>
                  <a:cubicBezTo>
                    <a:pt x="704700" y="159449"/>
                    <a:pt x="709011" y="160616"/>
                    <a:pt x="713321" y="163041"/>
                  </a:cubicBezTo>
                  <a:cubicBezTo>
                    <a:pt x="717632" y="165421"/>
                    <a:pt x="721494" y="168474"/>
                    <a:pt x="724951" y="172246"/>
                  </a:cubicBezTo>
                  <a:cubicBezTo>
                    <a:pt x="728409" y="176018"/>
                    <a:pt x="731238" y="180194"/>
                    <a:pt x="733483" y="184774"/>
                  </a:cubicBezTo>
                  <a:cubicBezTo>
                    <a:pt x="735683" y="189354"/>
                    <a:pt x="736806" y="193979"/>
                    <a:pt x="736806" y="198604"/>
                  </a:cubicBezTo>
                  <a:cubicBezTo>
                    <a:pt x="736806" y="204441"/>
                    <a:pt x="735054" y="209201"/>
                    <a:pt x="731597" y="212883"/>
                  </a:cubicBezTo>
                  <a:cubicBezTo>
                    <a:pt x="728139" y="216565"/>
                    <a:pt x="723604" y="218406"/>
                    <a:pt x="717902" y="218406"/>
                  </a:cubicBezTo>
                  <a:cubicBezTo>
                    <a:pt x="713591" y="218406"/>
                    <a:pt x="709280" y="217194"/>
                    <a:pt x="705015" y="214814"/>
                  </a:cubicBezTo>
                  <a:cubicBezTo>
                    <a:pt x="700704" y="212434"/>
                    <a:pt x="696842" y="209381"/>
                    <a:pt x="693385" y="205609"/>
                  </a:cubicBezTo>
                  <a:cubicBezTo>
                    <a:pt x="689927" y="201837"/>
                    <a:pt x="687098" y="197661"/>
                    <a:pt x="684898" y="193036"/>
                  </a:cubicBezTo>
                  <a:cubicBezTo>
                    <a:pt x="682653" y="188456"/>
                    <a:pt x="681531" y="183831"/>
                    <a:pt x="681531" y="179206"/>
                  </a:cubicBezTo>
                  <a:cubicBezTo>
                    <a:pt x="681531" y="173414"/>
                    <a:pt x="683282" y="168654"/>
                    <a:pt x="686829" y="164972"/>
                  </a:cubicBezTo>
                  <a:moveTo>
                    <a:pt x="378304" y="17332"/>
                  </a:moveTo>
                  <a:cubicBezTo>
                    <a:pt x="378304" y="7768"/>
                    <a:pt x="370581" y="45"/>
                    <a:pt x="361016" y="45"/>
                  </a:cubicBezTo>
                  <a:lnTo>
                    <a:pt x="342741" y="45"/>
                  </a:lnTo>
                  <a:cubicBezTo>
                    <a:pt x="341843" y="45"/>
                    <a:pt x="340990" y="404"/>
                    <a:pt x="340406" y="988"/>
                  </a:cubicBezTo>
                  <a:lnTo>
                    <a:pt x="303721" y="35383"/>
                  </a:lnTo>
                  <a:cubicBezTo>
                    <a:pt x="291193" y="47193"/>
                    <a:pt x="274265" y="53793"/>
                    <a:pt x="255675" y="53793"/>
                  </a:cubicBezTo>
                  <a:cubicBezTo>
                    <a:pt x="236322" y="53793"/>
                    <a:pt x="218810" y="46564"/>
                    <a:pt x="206103" y="33901"/>
                  </a:cubicBezTo>
                  <a:cubicBezTo>
                    <a:pt x="206103" y="33901"/>
                    <a:pt x="179161" y="8576"/>
                    <a:pt x="178892" y="8352"/>
                  </a:cubicBezTo>
                  <a:cubicBezTo>
                    <a:pt x="173728" y="3547"/>
                    <a:pt x="166588" y="180"/>
                    <a:pt x="158416" y="0"/>
                  </a:cubicBezTo>
                  <a:lnTo>
                    <a:pt x="136549" y="0"/>
                  </a:lnTo>
                  <a:cubicBezTo>
                    <a:pt x="134663" y="0"/>
                    <a:pt x="133091" y="1572"/>
                    <a:pt x="133091" y="3458"/>
                  </a:cubicBezTo>
                  <a:lnTo>
                    <a:pt x="133091" y="100178"/>
                  </a:lnTo>
                  <a:cubicBezTo>
                    <a:pt x="133091" y="109697"/>
                    <a:pt x="140814" y="117465"/>
                    <a:pt x="150379" y="117465"/>
                  </a:cubicBezTo>
                  <a:lnTo>
                    <a:pt x="157069" y="117465"/>
                  </a:lnTo>
                  <a:lnTo>
                    <a:pt x="161604" y="117465"/>
                  </a:lnTo>
                  <a:cubicBezTo>
                    <a:pt x="163535" y="117465"/>
                    <a:pt x="165062" y="115893"/>
                    <a:pt x="165062" y="114008"/>
                  </a:cubicBezTo>
                  <a:lnTo>
                    <a:pt x="165062" y="79612"/>
                  </a:lnTo>
                  <a:cubicBezTo>
                    <a:pt x="165062" y="70632"/>
                    <a:pt x="172381" y="63223"/>
                    <a:pt x="181271" y="63223"/>
                  </a:cubicBezTo>
                  <a:cubicBezTo>
                    <a:pt x="197751" y="63223"/>
                    <a:pt x="209560" y="77322"/>
                    <a:pt x="220202" y="86752"/>
                  </a:cubicBezTo>
                  <a:cubicBezTo>
                    <a:pt x="233269" y="98292"/>
                    <a:pt x="243327" y="109427"/>
                    <a:pt x="255720" y="109427"/>
                  </a:cubicBezTo>
                  <a:cubicBezTo>
                    <a:pt x="268113" y="109427"/>
                    <a:pt x="278171" y="98292"/>
                    <a:pt x="291238" y="86752"/>
                  </a:cubicBezTo>
                  <a:cubicBezTo>
                    <a:pt x="301925" y="77322"/>
                    <a:pt x="313734" y="63223"/>
                    <a:pt x="330168" y="63223"/>
                  </a:cubicBezTo>
                  <a:cubicBezTo>
                    <a:pt x="338969" y="63223"/>
                    <a:pt x="346288" y="70542"/>
                    <a:pt x="346378" y="79477"/>
                  </a:cubicBezTo>
                  <a:lnTo>
                    <a:pt x="346378" y="100222"/>
                  </a:lnTo>
                  <a:cubicBezTo>
                    <a:pt x="346378" y="109742"/>
                    <a:pt x="354101" y="117465"/>
                    <a:pt x="363666" y="117465"/>
                  </a:cubicBezTo>
                  <a:lnTo>
                    <a:pt x="371119" y="117465"/>
                  </a:lnTo>
                  <a:cubicBezTo>
                    <a:pt x="373095" y="117465"/>
                    <a:pt x="374846" y="117510"/>
                    <a:pt x="374846" y="117510"/>
                  </a:cubicBezTo>
                  <a:lnTo>
                    <a:pt x="374846" y="117510"/>
                  </a:lnTo>
                  <a:cubicBezTo>
                    <a:pt x="376732" y="117510"/>
                    <a:pt x="378304" y="115938"/>
                    <a:pt x="378304" y="114052"/>
                  </a:cubicBezTo>
                  <a:lnTo>
                    <a:pt x="378304" y="17332"/>
                  </a:lnTo>
                </a:path>
              </a:pathLst>
            </a:custGeom>
            <a:solidFill>
              <a:srgbClr val="2DBECD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3" name="Freihandform: Form 82">
              <a:extLst>
                <a:ext uri="{FF2B5EF4-FFF2-40B4-BE49-F238E27FC236}">
                  <a16:creationId xmlns:a16="http://schemas.microsoft.com/office/drawing/2014/main" id="{2002FDA4-B56E-4FFA-8DB8-ABE415FC6923}"/>
                </a:ext>
              </a:extLst>
            </p:cNvPr>
            <p:cNvSpPr/>
            <p:nvPr/>
          </p:nvSpPr>
          <p:spPr>
            <a:xfrm>
              <a:off x="8984461" y="6166994"/>
              <a:ext cx="971825" cy="247682"/>
            </a:xfrm>
            <a:custGeom>
              <a:avLst/>
              <a:gdLst>
                <a:gd name="connsiteX0" fmla="*/ 162188 w 971825"/>
                <a:gd name="connsiteY0" fmla="*/ 244853 h 247682"/>
                <a:gd name="connsiteX1" fmla="*/ 162188 w 971825"/>
                <a:gd name="connsiteY1" fmla="*/ 189489 h 247682"/>
                <a:gd name="connsiteX2" fmla="*/ 162188 w 971825"/>
                <a:gd name="connsiteY2" fmla="*/ 189489 h 247682"/>
                <a:gd name="connsiteX3" fmla="*/ 157338 w 971825"/>
                <a:gd name="connsiteY3" fmla="*/ 176287 h 247682"/>
                <a:gd name="connsiteX4" fmla="*/ 143913 w 971825"/>
                <a:gd name="connsiteY4" fmla="*/ 171438 h 247682"/>
                <a:gd name="connsiteX5" fmla="*/ 133046 w 971825"/>
                <a:gd name="connsiteY5" fmla="*/ 171438 h 247682"/>
                <a:gd name="connsiteX6" fmla="*/ 129813 w 971825"/>
                <a:gd name="connsiteY6" fmla="*/ 174222 h 247682"/>
                <a:gd name="connsiteX7" fmla="*/ 129813 w 971825"/>
                <a:gd name="connsiteY7" fmla="*/ 189489 h 247682"/>
                <a:gd name="connsiteX8" fmla="*/ 129813 w 971825"/>
                <a:gd name="connsiteY8" fmla="*/ 229362 h 247682"/>
                <a:gd name="connsiteX9" fmla="*/ 134663 w 971825"/>
                <a:gd name="connsiteY9" fmla="*/ 242788 h 247682"/>
                <a:gd name="connsiteX10" fmla="*/ 148088 w 971825"/>
                <a:gd name="connsiteY10" fmla="*/ 247637 h 247682"/>
                <a:gd name="connsiteX11" fmla="*/ 158955 w 971825"/>
                <a:gd name="connsiteY11" fmla="*/ 247637 h 247682"/>
                <a:gd name="connsiteX12" fmla="*/ 162188 w 971825"/>
                <a:gd name="connsiteY12" fmla="*/ 244853 h 247682"/>
                <a:gd name="connsiteX13" fmla="*/ 162188 w 971825"/>
                <a:gd name="connsiteY13" fmla="*/ 156934 h 247682"/>
                <a:gd name="connsiteX14" fmla="*/ 162188 w 971825"/>
                <a:gd name="connsiteY14" fmla="*/ 147909 h 247682"/>
                <a:gd name="connsiteX15" fmla="*/ 157338 w 971825"/>
                <a:gd name="connsiteY15" fmla="*/ 134483 h 247682"/>
                <a:gd name="connsiteX16" fmla="*/ 143913 w 971825"/>
                <a:gd name="connsiteY16" fmla="*/ 129634 h 247682"/>
                <a:gd name="connsiteX17" fmla="*/ 132552 w 971825"/>
                <a:gd name="connsiteY17" fmla="*/ 129634 h 247682"/>
                <a:gd name="connsiteX18" fmla="*/ 129768 w 971825"/>
                <a:gd name="connsiteY18" fmla="*/ 132867 h 247682"/>
                <a:gd name="connsiteX19" fmla="*/ 129768 w 971825"/>
                <a:gd name="connsiteY19" fmla="*/ 156934 h 247682"/>
                <a:gd name="connsiteX20" fmla="*/ 132552 w 971825"/>
                <a:gd name="connsiteY20" fmla="*/ 160167 h 247682"/>
                <a:gd name="connsiteX21" fmla="*/ 159404 w 971825"/>
                <a:gd name="connsiteY21" fmla="*/ 160167 h 247682"/>
                <a:gd name="connsiteX22" fmla="*/ 162188 w 971825"/>
                <a:gd name="connsiteY22" fmla="*/ 156934 h 247682"/>
                <a:gd name="connsiteX23" fmla="*/ 455671 w 971825"/>
                <a:gd name="connsiteY23" fmla="*/ 115310 h 247682"/>
                <a:gd name="connsiteX24" fmla="*/ 455671 w 971825"/>
                <a:gd name="connsiteY24" fmla="*/ 59900 h 247682"/>
                <a:gd name="connsiteX25" fmla="*/ 455671 w 971825"/>
                <a:gd name="connsiteY25" fmla="*/ 59900 h 247682"/>
                <a:gd name="connsiteX26" fmla="*/ 450821 w 971825"/>
                <a:gd name="connsiteY26" fmla="*/ 46744 h 247682"/>
                <a:gd name="connsiteX27" fmla="*/ 437396 w 971825"/>
                <a:gd name="connsiteY27" fmla="*/ 41894 h 247682"/>
                <a:gd name="connsiteX28" fmla="*/ 426529 w 971825"/>
                <a:gd name="connsiteY28" fmla="*/ 41894 h 247682"/>
                <a:gd name="connsiteX29" fmla="*/ 423296 w 971825"/>
                <a:gd name="connsiteY29" fmla="*/ 44678 h 247682"/>
                <a:gd name="connsiteX30" fmla="*/ 423296 w 971825"/>
                <a:gd name="connsiteY30" fmla="*/ 59945 h 247682"/>
                <a:gd name="connsiteX31" fmla="*/ 423296 w 971825"/>
                <a:gd name="connsiteY31" fmla="*/ 99818 h 247682"/>
                <a:gd name="connsiteX32" fmla="*/ 428146 w 971825"/>
                <a:gd name="connsiteY32" fmla="*/ 113244 h 247682"/>
                <a:gd name="connsiteX33" fmla="*/ 441571 w 971825"/>
                <a:gd name="connsiteY33" fmla="*/ 118094 h 247682"/>
                <a:gd name="connsiteX34" fmla="*/ 452438 w 971825"/>
                <a:gd name="connsiteY34" fmla="*/ 118094 h 247682"/>
                <a:gd name="connsiteX35" fmla="*/ 455671 w 971825"/>
                <a:gd name="connsiteY35" fmla="*/ 115310 h 247682"/>
                <a:gd name="connsiteX36" fmla="*/ 455671 w 971825"/>
                <a:gd name="connsiteY36" fmla="*/ 27346 h 247682"/>
                <a:gd name="connsiteX37" fmla="*/ 455671 w 971825"/>
                <a:gd name="connsiteY37" fmla="*/ 18320 h 247682"/>
                <a:gd name="connsiteX38" fmla="*/ 450821 w 971825"/>
                <a:gd name="connsiteY38" fmla="*/ 4894 h 247682"/>
                <a:gd name="connsiteX39" fmla="*/ 437396 w 971825"/>
                <a:gd name="connsiteY39" fmla="*/ 45 h 247682"/>
                <a:gd name="connsiteX40" fmla="*/ 426035 w 971825"/>
                <a:gd name="connsiteY40" fmla="*/ 45 h 247682"/>
                <a:gd name="connsiteX41" fmla="*/ 423251 w 971825"/>
                <a:gd name="connsiteY41" fmla="*/ 3278 h 247682"/>
                <a:gd name="connsiteX42" fmla="*/ 423251 w 971825"/>
                <a:gd name="connsiteY42" fmla="*/ 27346 h 247682"/>
                <a:gd name="connsiteX43" fmla="*/ 426035 w 971825"/>
                <a:gd name="connsiteY43" fmla="*/ 30579 h 247682"/>
                <a:gd name="connsiteX44" fmla="*/ 452887 w 971825"/>
                <a:gd name="connsiteY44" fmla="*/ 30579 h 247682"/>
                <a:gd name="connsiteX45" fmla="*/ 455671 w 971825"/>
                <a:gd name="connsiteY45" fmla="*/ 27346 h 247682"/>
                <a:gd name="connsiteX46" fmla="*/ 413418 w 971825"/>
                <a:gd name="connsiteY46" fmla="*/ 116208 h 247682"/>
                <a:gd name="connsiteX47" fmla="*/ 413418 w 971825"/>
                <a:gd name="connsiteY47" fmla="*/ 91242 h 247682"/>
                <a:gd name="connsiteX48" fmla="*/ 412699 w 971825"/>
                <a:gd name="connsiteY48" fmla="*/ 89176 h 247682"/>
                <a:gd name="connsiteX49" fmla="*/ 410140 w 971825"/>
                <a:gd name="connsiteY49" fmla="*/ 88233 h 247682"/>
                <a:gd name="connsiteX50" fmla="*/ 403539 w 971825"/>
                <a:gd name="connsiteY50" fmla="*/ 85450 h 247682"/>
                <a:gd name="connsiteX51" fmla="*/ 397971 w 971825"/>
                <a:gd name="connsiteY51" fmla="*/ 80600 h 247682"/>
                <a:gd name="connsiteX52" fmla="*/ 394064 w 971825"/>
                <a:gd name="connsiteY52" fmla="*/ 74448 h 247682"/>
                <a:gd name="connsiteX53" fmla="*/ 392538 w 971825"/>
                <a:gd name="connsiteY53" fmla="*/ 67623 h 247682"/>
                <a:gd name="connsiteX54" fmla="*/ 392538 w 971825"/>
                <a:gd name="connsiteY54" fmla="*/ 18365 h 247682"/>
                <a:gd name="connsiteX55" fmla="*/ 387688 w 971825"/>
                <a:gd name="connsiteY55" fmla="*/ 4939 h 247682"/>
                <a:gd name="connsiteX56" fmla="*/ 374263 w 971825"/>
                <a:gd name="connsiteY56" fmla="*/ 90 h 247682"/>
                <a:gd name="connsiteX57" fmla="*/ 363396 w 971825"/>
                <a:gd name="connsiteY57" fmla="*/ 90 h 247682"/>
                <a:gd name="connsiteX58" fmla="*/ 360163 w 971825"/>
                <a:gd name="connsiteY58" fmla="*/ 2874 h 247682"/>
                <a:gd name="connsiteX59" fmla="*/ 360163 w 971825"/>
                <a:gd name="connsiteY59" fmla="*/ 68566 h 247682"/>
                <a:gd name="connsiteX60" fmla="*/ 364204 w 971825"/>
                <a:gd name="connsiteY60" fmla="*/ 87515 h 247682"/>
                <a:gd name="connsiteX61" fmla="*/ 375116 w 971825"/>
                <a:gd name="connsiteY61" fmla="*/ 103141 h 247682"/>
                <a:gd name="connsiteX62" fmla="*/ 390966 w 971825"/>
                <a:gd name="connsiteY62" fmla="*/ 114097 h 247682"/>
                <a:gd name="connsiteX63" fmla="*/ 410185 w 971825"/>
                <a:gd name="connsiteY63" fmla="*/ 119171 h 247682"/>
                <a:gd name="connsiteX64" fmla="*/ 413418 w 971825"/>
                <a:gd name="connsiteY64" fmla="*/ 116208 h 247682"/>
                <a:gd name="connsiteX65" fmla="*/ 293348 w 971825"/>
                <a:gd name="connsiteY65" fmla="*/ 244853 h 247682"/>
                <a:gd name="connsiteX66" fmla="*/ 293348 w 971825"/>
                <a:gd name="connsiteY66" fmla="*/ 195326 h 247682"/>
                <a:gd name="connsiteX67" fmla="*/ 288499 w 971825"/>
                <a:gd name="connsiteY67" fmla="*/ 181900 h 247682"/>
                <a:gd name="connsiteX68" fmla="*/ 275073 w 971825"/>
                <a:gd name="connsiteY68" fmla="*/ 177051 h 247682"/>
                <a:gd name="connsiteX69" fmla="*/ 221639 w 971825"/>
                <a:gd name="connsiteY69" fmla="*/ 177051 h 247682"/>
                <a:gd name="connsiteX70" fmla="*/ 218406 w 971825"/>
                <a:gd name="connsiteY70" fmla="*/ 179835 h 247682"/>
                <a:gd name="connsiteX71" fmla="*/ 220606 w 971825"/>
                <a:gd name="connsiteY71" fmla="*/ 189893 h 247682"/>
                <a:gd name="connsiteX72" fmla="*/ 226398 w 971825"/>
                <a:gd name="connsiteY72" fmla="*/ 197661 h 247682"/>
                <a:gd name="connsiteX73" fmla="*/ 234526 w 971825"/>
                <a:gd name="connsiteY73" fmla="*/ 202645 h 247682"/>
                <a:gd name="connsiteX74" fmla="*/ 243641 w 971825"/>
                <a:gd name="connsiteY74" fmla="*/ 204396 h 247682"/>
                <a:gd name="connsiteX75" fmla="*/ 262141 w 971825"/>
                <a:gd name="connsiteY75" fmla="*/ 204396 h 247682"/>
                <a:gd name="connsiteX76" fmla="*/ 262141 w 971825"/>
                <a:gd name="connsiteY76" fmla="*/ 217104 h 247682"/>
                <a:gd name="connsiteX77" fmla="*/ 242698 w 971825"/>
                <a:gd name="connsiteY77" fmla="*/ 217104 h 247682"/>
                <a:gd name="connsiteX78" fmla="*/ 228599 w 971825"/>
                <a:gd name="connsiteY78" fmla="*/ 213736 h 247682"/>
                <a:gd name="connsiteX79" fmla="*/ 216699 w 971825"/>
                <a:gd name="connsiteY79" fmla="*/ 204845 h 247682"/>
                <a:gd name="connsiteX80" fmla="*/ 208482 w 971825"/>
                <a:gd name="connsiteY80" fmla="*/ 192362 h 247682"/>
                <a:gd name="connsiteX81" fmla="*/ 205474 w 971825"/>
                <a:gd name="connsiteY81" fmla="*/ 178263 h 247682"/>
                <a:gd name="connsiteX82" fmla="*/ 210997 w 971825"/>
                <a:gd name="connsiteY82" fmla="*/ 164837 h 247682"/>
                <a:gd name="connsiteX83" fmla="*/ 224872 w 971825"/>
                <a:gd name="connsiteY83" fmla="*/ 160212 h 247682"/>
                <a:gd name="connsiteX84" fmla="*/ 287825 w 971825"/>
                <a:gd name="connsiteY84" fmla="*/ 160212 h 247682"/>
                <a:gd name="connsiteX85" fmla="*/ 291058 w 971825"/>
                <a:gd name="connsiteY85" fmla="*/ 157428 h 247682"/>
                <a:gd name="connsiteX86" fmla="*/ 291058 w 971825"/>
                <a:gd name="connsiteY86" fmla="*/ 147954 h 247682"/>
                <a:gd name="connsiteX87" fmla="*/ 286209 w 971825"/>
                <a:gd name="connsiteY87" fmla="*/ 134528 h 247682"/>
                <a:gd name="connsiteX88" fmla="*/ 272783 w 971825"/>
                <a:gd name="connsiteY88" fmla="*/ 129679 h 247682"/>
                <a:gd name="connsiteX89" fmla="*/ 225096 w 971825"/>
                <a:gd name="connsiteY89" fmla="*/ 129679 h 247682"/>
                <a:gd name="connsiteX90" fmla="*/ 204262 w 971825"/>
                <a:gd name="connsiteY90" fmla="*/ 133271 h 247682"/>
                <a:gd name="connsiteX91" fmla="*/ 187827 w 971825"/>
                <a:gd name="connsiteY91" fmla="*/ 143329 h 247682"/>
                <a:gd name="connsiteX92" fmla="*/ 176961 w 971825"/>
                <a:gd name="connsiteY92" fmla="*/ 158955 h 247682"/>
                <a:gd name="connsiteX93" fmla="*/ 173009 w 971825"/>
                <a:gd name="connsiteY93" fmla="*/ 179431 h 247682"/>
                <a:gd name="connsiteX94" fmla="*/ 178577 w 971825"/>
                <a:gd name="connsiteY94" fmla="*/ 206013 h 247682"/>
                <a:gd name="connsiteX95" fmla="*/ 193754 w 971825"/>
                <a:gd name="connsiteY95" fmla="*/ 227746 h 247682"/>
                <a:gd name="connsiteX96" fmla="*/ 215981 w 971825"/>
                <a:gd name="connsiteY96" fmla="*/ 242339 h 247682"/>
                <a:gd name="connsiteX97" fmla="*/ 242474 w 971825"/>
                <a:gd name="connsiteY97" fmla="*/ 247682 h 247682"/>
                <a:gd name="connsiteX98" fmla="*/ 290115 w 971825"/>
                <a:gd name="connsiteY98" fmla="*/ 247682 h 247682"/>
                <a:gd name="connsiteX99" fmla="*/ 293348 w 971825"/>
                <a:gd name="connsiteY99" fmla="*/ 244853 h 247682"/>
                <a:gd name="connsiteX100" fmla="*/ 595497 w 971825"/>
                <a:gd name="connsiteY100" fmla="*/ 209605 h 247682"/>
                <a:gd name="connsiteX101" fmla="*/ 599179 w 971825"/>
                <a:gd name="connsiteY101" fmla="*/ 204756 h 247682"/>
                <a:gd name="connsiteX102" fmla="*/ 610764 w 971825"/>
                <a:gd name="connsiteY102" fmla="*/ 203364 h 247682"/>
                <a:gd name="connsiteX103" fmla="*/ 646641 w 971825"/>
                <a:gd name="connsiteY103" fmla="*/ 203364 h 247682"/>
                <a:gd name="connsiteX104" fmla="*/ 638873 w 971825"/>
                <a:gd name="connsiteY104" fmla="*/ 216430 h 247682"/>
                <a:gd name="connsiteX105" fmla="*/ 621855 w 971825"/>
                <a:gd name="connsiteY105" fmla="*/ 220516 h 247682"/>
                <a:gd name="connsiteX106" fmla="*/ 602771 w 971825"/>
                <a:gd name="connsiteY106" fmla="*/ 217373 h 247682"/>
                <a:gd name="connsiteX107" fmla="*/ 595497 w 971825"/>
                <a:gd name="connsiteY107" fmla="*/ 209605 h 247682"/>
                <a:gd name="connsiteX108" fmla="*/ 559890 w 971825"/>
                <a:gd name="connsiteY108" fmla="*/ 202510 h 247682"/>
                <a:gd name="connsiteX109" fmla="*/ 565996 w 971825"/>
                <a:gd name="connsiteY109" fmla="*/ 223300 h 247682"/>
                <a:gd name="connsiteX110" fmla="*/ 581847 w 971825"/>
                <a:gd name="connsiteY110" fmla="*/ 237310 h 247682"/>
                <a:gd name="connsiteX111" fmla="*/ 603265 w 971825"/>
                <a:gd name="connsiteY111" fmla="*/ 245168 h 247682"/>
                <a:gd name="connsiteX112" fmla="*/ 626031 w 971825"/>
                <a:gd name="connsiteY112" fmla="*/ 247593 h 247682"/>
                <a:gd name="connsiteX113" fmla="*/ 676232 w 971825"/>
                <a:gd name="connsiteY113" fmla="*/ 247593 h 247682"/>
                <a:gd name="connsiteX114" fmla="*/ 679016 w 971825"/>
                <a:gd name="connsiteY114" fmla="*/ 244360 h 247682"/>
                <a:gd name="connsiteX115" fmla="*/ 679016 w 971825"/>
                <a:gd name="connsiteY115" fmla="*/ 197885 h 247682"/>
                <a:gd name="connsiteX116" fmla="*/ 674391 w 971825"/>
                <a:gd name="connsiteY116" fmla="*/ 171258 h 247682"/>
                <a:gd name="connsiteX117" fmla="*/ 661055 w 971825"/>
                <a:gd name="connsiteY117" fmla="*/ 149525 h 247682"/>
                <a:gd name="connsiteX118" fmla="*/ 639996 w 971825"/>
                <a:gd name="connsiteY118" fmla="*/ 134932 h 247682"/>
                <a:gd name="connsiteX119" fmla="*/ 611887 w 971825"/>
                <a:gd name="connsiteY119" fmla="*/ 129634 h 247682"/>
                <a:gd name="connsiteX120" fmla="*/ 566535 w 971825"/>
                <a:gd name="connsiteY120" fmla="*/ 129634 h 247682"/>
                <a:gd name="connsiteX121" fmla="*/ 563302 w 971825"/>
                <a:gd name="connsiteY121" fmla="*/ 132418 h 247682"/>
                <a:gd name="connsiteX122" fmla="*/ 563302 w 971825"/>
                <a:gd name="connsiteY122" fmla="*/ 141937 h 247682"/>
                <a:gd name="connsiteX123" fmla="*/ 568152 w 971825"/>
                <a:gd name="connsiteY123" fmla="*/ 155363 h 247682"/>
                <a:gd name="connsiteX124" fmla="*/ 581533 w 971825"/>
                <a:gd name="connsiteY124" fmla="*/ 160212 h 247682"/>
                <a:gd name="connsiteX125" fmla="*/ 613009 w 971825"/>
                <a:gd name="connsiteY125" fmla="*/ 160212 h 247682"/>
                <a:gd name="connsiteX126" fmla="*/ 627692 w 971825"/>
                <a:gd name="connsiteY126" fmla="*/ 163670 h 247682"/>
                <a:gd name="connsiteX127" fmla="*/ 638244 w 971825"/>
                <a:gd name="connsiteY127" fmla="*/ 172695 h 247682"/>
                <a:gd name="connsiteX128" fmla="*/ 608160 w 971825"/>
                <a:gd name="connsiteY128" fmla="*/ 172695 h 247682"/>
                <a:gd name="connsiteX129" fmla="*/ 572283 w 971825"/>
                <a:gd name="connsiteY129" fmla="*/ 180329 h 247682"/>
                <a:gd name="connsiteX130" fmla="*/ 559890 w 971825"/>
                <a:gd name="connsiteY130" fmla="*/ 202510 h 247682"/>
                <a:gd name="connsiteX131" fmla="*/ 583284 w 971825"/>
                <a:gd name="connsiteY131" fmla="*/ 76334 h 247682"/>
                <a:gd name="connsiteX132" fmla="*/ 586876 w 971825"/>
                <a:gd name="connsiteY132" fmla="*/ 58643 h 247682"/>
                <a:gd name="connsiteX133" fmla="*/ 581218 w 971825"/>
                <a:gd name="connsiteY133" fmla="*/ 36326 h 247682"/>
                <a:gd name="connsiteX134" fmla="*/ 565951 w 971825"/>
                <a:gd name="connsiteY134" fmla="*/ 17692 h 247682"/>
                <a:gd name="connsiteX135" fmla="*/ 543994 w 971825"/>
                <a:gd name="connsiteY135" fmla="*/ 4849 h 247682"/>
                <a:gd name="connsiteX136" fmla="*/ 518445 w 971825"/>
                <a:gd name="connsiteY136" fmla="*/ 135 h 247682"/>
                <a:gd name="connsiteX137" fmla="*/ 470534 w 971825"/>
                <a:gd name="connsiteY137" fmla="*/ 135 h 247682"/>
                <a:gd name="connsiteX138" fmla="*/ 467750 w 971825"/>
                <a:gd name="connsiteY138" fmla="*/ 2919 h 247682"/>
                <a:gd name="connsiteX139" fmla="*/ 467750 w 971825"/>
                <a:gd name="connsiteY139" fmla="*/ 99863 h 247682"/>
                <a:gd name="connsiteX140" fmla="*/ 472599 w 971825"/>
                <a:gd name="connsiteY140" fmla="*/ 113289 h 247682"/>
                <a:gd name="connsiteX141" fmla="*/ 486025 w 971825"/>
                <a:gd name="connsiteY141" fmla="*/ 118139 h 247682"/>
                <a:gd name="connsiteX142" fmla="*/ 497340 w 971825"/>
                <a:gd name="connsiteY142" fmla="*/ 118139 h 247682"/>
                <a:gd name="connsiteX143" fmla="*/ 500124 w 971825"/>
                <a:gd name="connsiteY143" fmla="*/ 114906 h 247682"/>
                <a:gd name="connsiteX144" fmla="*/ 500124 w 971825"/>
                <a:gd name="connsiteY144" fmla="*/ 88548 h 247682"/>
                <a:gd name="connsiteX145" fmla="*/ 517591 w 971825"/>
                <a:gd name="connsiteY145" fmla="*/ 98516 h 247682"/>
                <a:gd name="connsiteX146" fmla="*/ 537348 w 971825"/>
                <a:gd name="connsiteY146" fmla="*/ 101974 h 247682"/>
                <a:gd name="connsiteX147" fmla="*/ 557600 w 971825"/>
                <a:gd name="connsiteY147" fmla="*/ 98830 h 247682"/>
                <a:gd name="connsiteX148" fmla="*/ 573226 w 971825"/>
                <a:gd name="connsiteY148" fmla="*/ 90030 h 247682"/>
                <a:gd name="connsiteX149" fmla="*/ 583284 w 971825"/>
                <a:gd name="connsiteY149" fmla="*/ 76334 h 247682"/>
                <a:gd name="connsiteX150" fmla="*/ 553558 w 971825"/>
                <a:gd name="connsiteY150" fmla="*/ 58418 h 247682"/>
                <a:gd name="connsiteX151" fmla="*/ 548799 w 971825"/>
                <a:gd name="connsiteY151" fmla="*/ 67982 h 247682"/>
                <a:gd name="connsiteX152" fmla="*/ 536181 w 971825"/>
                <a:gd name="connsiteY152" fmla="*/ 71575 h 247682"/>
                <a:gd name="connsiteX153" fmla="*/ 523114 w 971825"/>
                <a:gd name="connsiteY153" fmla="*/ 69015 h 247682"/>
                <a:gd name="connsiteX154" fmla="*/ 511529 w 971825"/>
                <a:gd name="connsiteY154" fmla="*/ 62504 h 247682"/>
                <a:gd name="connsiteX155" fmla="*/ 503178 w 971825"/>
                <a:gd name="connsiteY155" fmla="*/ 53479 h 247682"/>
                <a:gd name="connsiteX156" fmla="*/ 500079 w 971825"/>
                <a:gd name="connsiteY156" fmla="*/ 43511 h 247682"/>
                <a:gd name="connsiteX157" fmla="*/ 505378 w 971825"/>
                <a:gd name="connsiteY157" fmla="*/ 33542 h 247682"/>
                <a:gd name="connsiteX158" fmla="*/ 517412 w 971825"/>
                <a:gd name="connsiteY158" fmla="*/ 30309 h 247682"/>
                <a:gd name="connsiteX159" fmla="*/ 530613 w 971825"/>
                <a:gd name="connsiteY159" fmla="*/ 32869 h 247682"/>
                <a:gd name="connsiteX160" fmla="*/ 542198 w 971825"/>
                <a:gd name="connsiteY160" fmla="*/ 39469 h 247682"/>
                <a:gd name="connsiteX161" fmla="*/ 550415 w 971825"/>
                <a:gd name="connsiteY161" fmla="*/ 48495 h 247682"/>
                <a:gd name="connsiteX162" fmla="*/ 553558 w 971825"/>
                <a:gd name="connsiteY162" fmla="*/ 58418 h 247682"/>
                <a:gd name="connsiteX163" fmla="*/ 358098 w 971825"/>
                <a:gd name="connsiteY163" fmla="*/ 116208 h 247682"/>
                <a:gd name="connsiteX164" fmla="*/ 358098 w 971825"/>
                <a:gd name="connsiteY164" fmla="*/ 91242 h 247682"/>
                <a:gd name="connsiteX165" fmla="*/ 357424 w 971825"/>
                <a:gd name="connsiteY165" fmla="*/ 89176 h 247682"/>
                <a:gd name="connsiteX166" fmla="*/ 354865 w 971825"/>
                <a:gd name="connsiteY166" fmla="*/ 88233 h 247682"/>
                <a:gd name="connsiteX167" fmla="*/ 348264 w 971825"/>
                <a:gd name="connsiteY167" fmla="*/ 85450 h 247682"/>
                <a:gd name="connsiteX168" fmla="*/ 342741 w 971825"/>
                <a:gd name="connsiteY168" fmla="*/ 80600 h 247682"/>
                <a:gd name="connsiteX169" fmla="*/ 338789 w 971825"/>
                <a:gd name="connsiteY169" fmla="*/ 74448 h 247682"/>
                <a:gd name="connsiteX170" fmla="*/ 337263 w 971825"/>
                <a:gd name="connsiteY170" fmla="*/ 67623 h 247682"/>
                <a:gd name="connsiteX171" fmla="*/ 337263 w 971825"/>
                <a:gd name="connsiteY171" fmla="*/ 18365 h 247682"/>
                <a:gd name="connsiteX172" fmla="*/ 332413 w 971825"/>
                <a:gd name="connsiteY172" fmla="*/ 4939 h 247682"/>
                <a:gd name="connsiteX173" fmla="*/ 318988 w 971825"/>
                <a:gd name="connsiteY173" fmla="*/ 90 h 247682"/>
                <a:gd name="connsiteX174" fmla="*/ 308121 w 971825"/>
                <a:gd name="connsiteY174" fmla="*/ 90 h 247682"/>
                <a:gd name="connsiteX175" fmla="*/ 304888 w 971825"/>
                <a:gd name="connsiteY175" fmla="*/ 2874 h 247682"/>
                <a:gd name="connsiteX176" fmla="*/ 304888 w 971825"/>
                <a:gd name="connsiteY176" fmla="*/ 68566 h 247682"/>
                <a:gd name="connsiteX177" fmla="*/ 308929 w 971825"/>
                <a:gd name="connsiteY177" fmla="*/ 87515 h 247682"/>
                <a:gd name="connsiteX178" fmla="*/ 319796 w 971825"/>
                <a:gd name="connsiteY178" fmla="*/ 103141 h 247682"/>
                <a:gd name="connsiteX179" fmla="*/ 335646 w 971825"/>
                <a:gd name="connsiteY179" fmla="*/ 114097 h 247682"/>
                <a:gd name="connsiteX180" fmla="*/ 354820 w 971825"/>
                <a:gd name="connsiteY180" fmla="*/ 119171 h 247682"/>
                <a:gd name="connsiteX181" fmla="*/ 358098 w 971825"/>
                <a:gd name="connsiteY181" fmla="*/ 116208 h 247682"/>
                <a:gd name="connsiteX182" fmla="*/ 292854 w 971825"/>
                <a:gd name="connsiteY182" fmla="*/ 115310 h 247682"/>
                <a:gd name="connsiteX183" fmla="*/ 292854 w 971825"/>
                <a:gd name="connsiteY183" fmla="*/ 59900 h 247682"/>
                <a:gd name="connsiteX184" fmla="*/ 292854 w 971825"/>
                <a:gd name="connsiteY184" fmla="*/ 59900 h 247682"/>
                <a:gd name="connsiteX185" fmla="*/ 288005 w 971825"/>
                <a:gd name="connsiteY185" fmla="*/ 46744 h 247682"/>
                <a:gd name="connsiteX186" fmla="*/ 274579 w 971825"/>
                <a:gd name="connsiteY186" fmla="*/ 41894 h 247682"/>
                <a:gd name="connsiteX187" fmla="*/ 263712 w 971825"/>
                <a:gd name="connsiteY187" fmla="*/ 41894 h 247682"/>
                <a:gd name="connsiteX188" fmla="*/ 260479 w 971825"/>
                <a:gd name="connsiteY188" fmla="*/ 44678 h 247682"/>
                <a:gd name="connsiteX189" fmla="*/ 260479 w 971825"/>
                <a:gd name="connsiteY189" fmla="*/ 59945 h 247682"/>
                <a:gd name="connsiteX190" fmla="*/ 260479 w 971825"/>
                <a:gd name="connsiteY190" fmla="*/ 99818 h 247682"/>
                <a:gd name="connsiteX191" fmla="*/ 265329 w 971825"/>
                <a:gd name="connsiteY191" fmla="*/ 113244 h 247682"/>
                <a:gd name="connsiteX192" fmla="*/ 278755 w 971825"/>
                <a:gd name="connsiteY192" fmla="*/ 118094 h 247682"/>
                <a:gd name="connsiteX193" fmla="*/ 289621 w 971825"/>
                <a:gd name="connsiteY193" fmla="*/ 118094 h 247682"/>
                <a:gd name="connsiteX194" fmla="*/ 292854 w 971825"/>
                <a:gd name="connsiteY194" fmla="*/ 115310 h 247682"/>
                <a:gd name="connsiteX195" fmla="*/ 292854 w 971825"/>
                <a:gd name="connsiteY195" fmla="*/ 27346 h 247682"/>
                <a:gd name="connsiteX196" fmla="*/ 292854 w 971825"/>
                <a:gd name="connsiteY196" fmla="*/ 18320 h 247682"/>
                <a:gd name="connsiteX197" fmla="*/ 288005 w 971825"/>
                <a:gd name="connsiteY197" fmla="*/ 4894 h 247682"/>
                <a:gd name="connsiteX198" fmla="*/ 274579 w 971825"/>
                <a:gd name="connsiteY198" fmla="*/ 45 h 247682"/>
                <a:gd name="connsiteX199" fmla="*/ 263219 w 971825"/>
                <a:gd name="connsiteY199" fmla="*/ 45 h 247682"/>
                <a:gd name="connsiteX200" fmla="*/ 260435 w 971825"/>
                <a:gd name="connsiteY200" fmla="*/ 3278 h 247682"/>
                <a:gd name="connsiteX201" fmla="*/ 260435 w 971825"/>
                <a:gd name="connsiteY201" fmla="*/ 27346 h 247682"/>
                <a:gd name="connsiteX202" fmla="*/ 263219 w 971825"/>
                <a:gd name="connsiteY202" fmla="*/ 30579 h 247682"/>
                <a:gd name="connsiteX203" fmla="*/ 290070 w 971825"/>
                <a:gd name="connsiteY203" fmla="*/ 30579 h 247682"/>
                <a:gd name="connsiteX204" fmla="*/ 292854 w 971825"/>
                <a:gd name="connsiteY204" fmla="*/ 27346 h 247682"/>
                <a:gd name="connsiteX205" fmla="*/ 551358 w 971825"/>
                <a:gd name="connsiteY205" fmla="*/ 146966 h 247682"/>
                <a:gd name="connsiteX206" fmla="*/ 534026 w 971825"/>
                <a:gd name="connsiteY206" fmla="*/ 129589 h 247682"/>
                <a:gd name="connsiteX207" fmla="*/ 515661 w 971825"/>
                <a:gd name="connsiteY207" fmla="*/ 129589 h 247682"/>
                <a:gd name="connsiteX208" fmla="*/ 513281 w 971825"/>
                <a:gd name="connsiteY208" fmla="*/ 130532 h 247682"/>
                <a:gd name="connsiteX209" fmla="*/ 476416 w 971825"/>
                <a:gd name="connsiteY209" fmla="*/ 165107 h 247682"/>
                <a:gd name="connsiteX210" fmla="*/ 428146 w 971825"/>
                <a:gd name="connsiteY210" fmla="*/ 183606 h 247682"/>
                <a:gd name="connsiteX211" fmla="*/ 378304 w 971825"/>
                <a:gd name="connsiteY211" fmla="*/ 163580 h 247682"/>
                <a:gd name="connsiteX212" fmla="*/ 350958 w 971825"/>
                <a:gd name="connsiteY212" fmla="*/ 137896 h 247682"/>
                <a:gd name="connsiteX213" fmla="*/ 330393 w 971825"/>
                <a:gd name="connsiteY213" fmla="*/ 129544 h 247682"/>
                <a:gd name="connsiteX214" fmla="*/ 308391 w 971825"/>
                <a:gd name="connsiteY214" fmla="*/ 129544 h 247682"/>
                <a:gd name="connsiteX215" fmla="*/ 304933 w 971825"/>
                <a:gd name="connsiteY215" fmla="*/ 133001 h 247682"/>
                <a:gd name="connsiteX216" fmla="*/ 304933 w 971825"/>
                <a:gd name="connsiteY216" fmla="*/ 230170 h 247682"/>
                <a:gd name="connsiteX217" fmla="*/ 322265 w 971825"/>
                <a:gd name="connsiteY217" fmla="*/ 247503 h 247682"/>
                <a:gd name="connsiteX218" fmla="*/ 329001 w 971825"/>
                <a:gd name="connsiteY218" fmla="*/ 247503 h 247682"/>
                <a:gd name="connsiteX219" fmla="*/ 333536 w 971825"/>
                <a:gd name="connsiteY219" fmla="*/ 247503 h 247682"/>
                <a:gd name="connsiteX220" fmla="*/ 336993 w 971825"/>
                <a:gd name="connsiteY220" fmla="*/ 244000 h 247682"/>
                <a:gd name="connsiteX221" fmla="*/ 336993 w 971825"/>
                <a:gd name="connsiteY221" fmla="*/ 209425 h 247682"/>
                <a:gd name="connsiteX222" fmla="*/ 353248 w 971825"/>
                <a:gd name="connsiteY222" fmla="*/ 192901 h 247682"/>
                <a:gd name="connsiteX223" fmla="*/ 392403 w 971825"/>
                <a:gd name="connsiteY223" fmla="*/ 216565 h 247682"/>
                <a:gd name="connsiteX224" fmla="*/ 428101 w 971825"/>
                <a:gd name="connsiteY224" fmla="*/ 239330 h 247682"/>
                <a:gd name="connsiteX225" fmla="*/ 463798 w 971825"/>
                <a:gd name="connsiteY225" fmla="*/ 216565 h 247682"/>
                <a:gd name="connsiteX226" fmla="*/ 502953 w 971825"/>
                <a:gd name="connsiteY226" fmla="*/ 192901 h 247682"/>
                <a:gd name="connsiteX227" fmla="*/ 519208 w 971825"/>
                <a:gd name="connsiteY227" fmla="*/ 209246 h 247682"/>
                <a:gd name="connsiteX228" fmla="*/ 519208 w 971825"/>
                <a:gd name="connsiteY228" fmla="*/ 230125 h 247682"/>
                <a:gd name="connsiteX229" fmla="*/ 536585 w 971825"/>
                <a:gd name="connsiteY229" fmla="*/ 247458 h 247682"/>
                <a:gd name="connsiteX230" fmla="*/ 544084 w 971825"/>
                <a:gd name="connsiteY230" fmla="*/ 247458 h 247682"/>
                <a:gd name="connsiteX231" fmla="*/ 547856 w 971825"/>
                <a:gd name="connsiteY231" fmla="*/ 247458 h 247682"/>
                <a:gd name="connsiteX232" fmla="*/ 551313 w 971825"/>
                <a:gd name="connsiteY232" fmla="*/ 244000 h 247682"/>
                <a:gd name="connsiteX233" fmla="*/ 551358 w 971825"/>
                <a:gd name="connsiteY233" fmla="*/ 146966 h 247682"/>
                <a:gd name="connsiteX234" fmla="*/ 633844 w 971825"/>
                <a:gd name="connsiteY234" fmla="*/ 36147 h 247682"/>
                <a:gd name="connsiteX235" fmla="*/ 647494 w 971825"/>
                <a:gd name="connsiteY235" fmla="*/ 30579 h 247682"/>
                <a:gd name="connsiteX236" fmla="*/ 660426 w 971825"/>
                <a:gd name="connsiteY236" fmla="*/ 34171 h 247682"/>
                <a:gd name="connsiteX237" fmla="*/ 672101 w 971825"/>
                <a:gd name="connsiteY237" fmla="*/ 43421 h 247682"/>
                <a:gd name="connsiteX238" fmla="*/ 680677 w 971825"/>
                <a:gd name="connsiteY238" fmla="*/ 56038 h 247682"/>
                <a:gd name="connsiteX239" fmla="*/ 684045 w 971825"/>
                <a:gd name="connsiteY239" fmla="*/ 69913 h 247682"/>
                <a:gd name="connsiteX240" fmla="*/ 678836 w 971825"/>
                <a:gd name="connsiteY240" fmla="*/ 84237 h 247682"/>
                <a:gd name="connsiteX241" fmla="*/ 665051 w 971825"/>
                <a:gd name="connsiteY241" fmla="*/ 89805 h 247682"/>
                <a:gd name="connsiteX242" fmla="*/ 652074 w 971825"/>
                <a:gd name="connsiteY242" fmla="*/ 86213 h 247682"/>
                <a:gd name="connsiteX243" fmla="*/ 640400 w 971825"/>
                <a:gd name="connsiteY243" fmla="*/ 76963 h 247682"/>
                <a:gd name="connsiteX244" fmla="*/ 631823 w 971825"/>
                <a:gd name="connsiteY244" fmla="*/ 64345 h 247682"/>
                <a:gd name="connsiteX245" fmla="*/ 628456 w 971825"/>
                <a:gd name="connsiteY245" fmla="*/ 50470 h 247682"/>
                <a:gd name="connsiteX246" fmla="*/ 633844 w 971825"/>
                <a:gd name="connsiteY246" fmla="*/ 36147 h 247682"/>
                <a:gd name="connsiteX247" fmla="*/ 598865 w 971825"/>
                <a:gd name="connsiteY247" fmla="*/ 45 h 247682"/>
                <a:gd name="connsiteX248" fmla="*/ 596081 w 971825"/>
                <a:gd name="connsiteY248" fmla="*/ 3278 h 247682"/>
                <a:gd name="connsiteX249" fmla="*/ 596081 w 971825"/>
                <a:gd name="connsiteY249" fmla="*/ 51189 h 247682"/>
                <a:gd name="connsiteX250" fmla="*/ 601874 w 971825"/>
                <a:gd name="connsiteY250" fmla="*/ 77547 h 247682"/>
                <a:gd name="connsiteX251" fmla="*/ 617230 w 971825"/>
                <a:gd name="connsiteY251" fmla="*/ 99639 h 247682"/>
                <a:gd name="connsiteX252" fmla="*/ 639322 w 971825"/>
                <a:gd name="connsiteY252" fmla="*/ 114816 h 247682"/>
                <a:gd name="connsiteX253" fmla="*/ 665231 w 971825"/>
                <a:gd name="connsiteY253" fmla="*/ 120384 h 247682"/>
                <a:gd name="connsiteX254" fmla="*/ 686155 w 971825"/>
                <a:gd name="connsiteY254" fmla="*/ 116657 h 247682"/>
                <a:gd name="connsiteX255" fmla="*/ 702275 w 971825"/>
                <a:gd name="connsiteY255" fmla="*/ 106239 h 247682"/>
                <a:gd name="connsiteX256" fmla="*/ 712693 w 971825"/>
                <a:gd name="connsiteY256" fmla="*/ 90164 h 247682"/>
                <a:gd name="connsiteX257" fmla="*/ 716420 w 971825"/>
                <a:gd name="connsiteY257" fmla="*/ 69195 h 247682"/>
                <a:gd name="connsiteX258" fmla="*/ 710627 w 971825"/>
                <a:gd name="connsiteY258" fmla="*/ 42837 h 247682"/>
                <a:gd name="connsiteX259" fmla="*/ 695226 w 971825"/>
                <a:gd name="connsiteY259" fmla="*/ 20745 h 247682"/>
                <a:gd name="connsiteX260" fmla="*/ 673134 w 971825"/>
                <a:gd name="connsiteY260" fmla="*/ 5568 h 247682"/>
                <a:gd name="connsiteX261" fmla="*/ 647225 w 971825"/>
                <a:gd name="connsiteY261" fmla="*/ 0 h 247682"/>
                <a:gd name="connsiteX262" fmla="*/ 598865 w 971825"/>
                <a:gd name="connsiteY262" fmla="*/ 0 h 247682"/>
                <a:gd name="connsiteX263" fmla="*/ 953685 w 971825"/>
                <a:gd name="connsiteY263" fmla="*/ 87425 h 247682"/>
                <a:gd name="connsiteX264" fmla="*/ 919469 w 971825"/>
                <a:gd name="connsiteY264" fmla="*/ 87425 h 247682"/>
                <a:gd name="connsiteX265" fmla="*/ 905864 w 971825"/>
                <a:gd name="connsiteY265" fmla="*/ 84327 h 247682"/>
                <a:gd name="connsiteX266" fmla="*/ 894862 w 971825"/>
                <a:gd name="connsiteY266" fmla="*/ 75975 h 247682"/>
                <a:gd name="connsiteX267" fmla="*/ 887543 w 971825"/>
                <a:gd name="connsiteY267" fmla="*/ 63941 h 247682"/>
                <a:gd name="connsiteX268" fmla="*/ 884894 w 971825"/>
                <a:gd name="connsiteY268" fmla="*/ 49977 h 247682"/>
                <a:gd name="connsiteX269" fmla="*/ 890148 w 971825"/>
                <a:gd name="connsiteY269" fmla="*/ 35653 h 247682"/>
                <a:gd name="connsiteX270" fmla="*/ 893830 w 971825"/>
                <a:gd name="connsiteY270" fmla="*/ 32958 h 247682"/>
                <a:gd name="connsiteX271" fmla="*/ 898769 w 971825"/>
                <a:gd name="connsiteY271" fmla="*/ 31117 h 247682"/>
                <a:gd name="connsiteX272" fmla="*/ 905414 w 971825"/>
                <a:gd name="connsiteY272" fmla="*/ 30354 h 247682"/>
                <a:gd name="connsiteX273" fmla="*/ 912060 w 971825"/>
                <a:gd name="connsiteY273" fmla="*/ 31117 h 247682"/>
                <a:gd name="connsiteX274" fmla="*/ 923420 w 971825"/>
                <a:gd name="connsiteY274" fmla="*/ 35742 h 247682"/>
                <a:gd name="connsiteX275" fmla="*/ 938238 w 971825"/>
                <a:gd name="connsiteY275" fmla="*/ 49213 h 247682"/>
                <a:gd name="connsiteX276" fmla="*/ 902631 w 971825"/>
                <a:gd name="connsiteY276" fmla="*/ 49213 h 247682"/>
                <a:gd name="connsiteX277" fmla="*/ 899442 w 971825"/>
                <a:gd name="connsiteY277" fmla="*/ 51997 h 247682"/>
                <a:gd name="connsiteX278" fmla="*/ 901463 w 971825"/>
                <a:gd name="connsiteY278" fmla="*/ 61067 h 247682"/>
                <a:gd name="connsiteX279" fmla="*/ 923780 w 971825"/>
                <a:gd name="connsiteY279" fmla="*/ 74538 h 247682"/>
                <a:gd name="connsiteX280" fmla="*/ 956918 w 971825"/>
                <a:gd name="connsiteY280" fmla="*/ 74538 h 247682"/>
                <a:gd name="connsiteX281" fmla="*/ 968952 w 971825"/>
                <a:gd name="connsiteY281" fmla="*/ 69913 h 247682"/>
                <a:gd name="connsiteX282" fmla="*/ 971825 w 971825"/>
                <a:gd name="connsiteY282" fmla="*/ 60035 h 247682"/>
                <a:gd name="connsiteX283" fmla="*/ 966437 w 971825"/>
                <a:gd name="connsiteY283" fmla="*/ 39469 h 247682"/>
                <a:gd name="connsiteX284" fmla="*/ 951889 w 971825"/>
                <a:gd name="connsiteY284" fmla="*/ 19937 h 247682"/>
                <a:gd name="connsiteX285" fmla="*/ 930605 w 971825"/>
                <a:gd name="connsiteY285" fmla="*/ 5613 h 247682"/>
                <a:gd name="connsiteX286" fmla="*/ 905190 w 971825"/>
                <a:gd name="connsiteY286" fmla="*/ 45 h 247682"/>
                <a:gd name="connsiteX287" fmla="*/ 856471 w 971825"/>
                <a:gd name="connsiteY287" fmla="*/ 45 h 247682"/>
                <a:gd name="connsiteX288" fmla="*/ 853911 w 971825"/>
                <a:gd name="connsiteY288" fmla="*/ 2604 h 247682"/>
                <a:gd name="connsiteX289" fmla="*/ 853911 w 971825"/>
                <a:gd name="connsiteY289" fmla="*/ 51144 h 247682"/>
                <a:gd name="connsiteX290" fmla="*/ 859165 w 971825"/>
                <a:gd name="connsiteY290" fmla="*/ 76918 h 247682"/>
                <a:gd name="connsiteX291" fmla="*/ 873489 w 971825"/>
                <a:gd name="connsiteY291" fmla="*/ 98157 h 247682"/>
                <a:gd name="connsiteX292" fmla="*/ 894548 w 971825"/>
                <a:gd name="connsiteY292" fmla="*/ 112571 h 247682"/>
                <a:gd name="connsiteX293" fmla="*/ 920322 w 971825"/>
                <a:gd name="connsiteY293" fmla="*/ 118049 h 247682"/>
                <a:gd name="connsiteX294" fmla="*/ 969221 w 971825"/>
                <a:gd name="connsiteY294" fmla="*/ 118049 h 247682"/>
                <a:gd name="connsiteX295" fmla="*/ 971781 w 971825"/>
                <a:gd name="connsiteY295" fmla="*/ 115489 h 247682"/>
                <a:gd name="connsiteX296" fmla="*/ 971781 w 971825"/>
                <a:gd name="connsiteY296" fmla="*/ 105656 h 247682"/>
                <a:gd name="connsiteX297" fmla="*/ 966976 w 971825"/>
                <a:gd name="connsiteY297" fmla="*/ 92230 h 247682"/>
                <a:gd name="connsiteX298" fmla="*/ 953685 w 971825"/>
                <a:gd name="connsiteY298" fmla="*/ 87425 h 247682"/>
                <a:gd name="connsiteX299" fmla="*/ 853866 w 971825"/>
                <a:gd name="connsiteY299" fmla="*/ 106554 h 247682"/>
                <a:gd name="connsiteX300" fmla="*/ 853866 w 971825"/>
                <a:gd name="connsiteY300" fmla="*/ 114726 h 247682"/>
                <a:gd name="connsiteX301" fmla="*/ 851127 w 971825"/>
                <a:gd name="connsiteY301" fmla="*/ 118094 h 247682"/>
                <a:gd name="connsiteX302" fmla="*/ 825443 w 971825"/>
                <a:gd name="connsiteY302" fmla="*/ 118049 h 247682"/>
                <a:gd name="connsiteX303" fmla="*/ 813185 w 971825"/>
                <a:gd name="connsiteY303" fmla="*/ 113783 h 247682"/>
                <a:gd name="connsiteX304" fmla="*/ 774254 w 971825"/>
                <a:gd name="connsiteY304" fmla="*/ 83070 h 247682"/>
                <a:gd name="connsiteX305" fmla="*/ 769899 w 971825"/>
                <a:gd name="connsiteY305" fmla="*/ 72563 h 247682"/>
                <a:gd name="connsiteX306" fmla="*/ 769899 w 971825"/>
                <a:gd name="connsiteY306" fmla="*/ 59945 h 247682"/>
                <a:gd name="connsiteX307" fmla="*/ 771919 w 971825"/>
                <a:gd name="connsiteY307" fmla="*/ 56712 h 247682"/>
                <a:gd name="connsiteX308" fmla="*/ 776095 w 971825"/>
                <a:gd name="connsiteY308" fmla="*/ 57879 h 247682"/>
                <a:gd name="connsiteX309" fmla="*/ 780720 w 971825"/>
                <a:gd name="connsiteY309" fmla="*/ 59316 h 247682"/>
                <a:gd name="connsiteX310" fmla="*/ 792529 w 971825"/>
                <a:gd name="connsiteY310" fmla="*/ 61292 h 247682"/>
                <a:gd name="connsiteX311" fmla="*/ 809009 w 971825"/>
                <a:gd name="connsiteY311" fmla="*/ 51997 h 247682"/>
                <a:gd name="connsiteX312" fmla="*/ 787815 w 971825"/>
                <a:gd name="connsiteY312" fmla="*/ 29950 h 247682"/>
                <a:gd name="connsiteX313" fmla="*/ 758449 w 971825"/>
                <a:gd name="connsiteY313" fmla="*/ 35832 h 247682"/>
                <a:gd name="connsiteX314" fmla="*/ 757550 w 971825"/>
                <a:gd name="connsiteY314" fmla="*/ 37943 h 247682"/>
                <a:gd name="connsiteX315" fmla="*/ 757146 w 971825"/>
                <a:gd name="connsiteY315" fmla="*/ 41176 h 247682"/>
                <a:gd name="connsiteX316" fmla="*/ 757146 w 971825"/>
                <a:gd name="connsiteY316" fmla="*/ 89491 h 247682"/>
                <a:gd name="connsiteX317" fmla="*/ 751489 w 971825"/>
                <a:gd name="connsiteY317" fmla="*/ 109427 h 247682"/>
                <a:gd name="connsiteX318" fmla="*/ 741386 w 971825"/>
                <a:gd name="connsiteY318" fmla="*/ 116971 h 247682"/>
                <a:gd name="connsiteX319" fmla="*/ 733168 w 971825"/>
                <a:gd name="connsiteY319" fmla="*/ 118094 h 247682"/>
                <a:gd name="connsiteX320" fmla="*/ 726478 w 971825"/>
                <a:gd name="connsiteY320" fmla="*/ 117196 h 247682"/>
                <a:gd name="connsiteX321" fmla="*/ 725355 w 971825"/>
                <a:gd name="connsiteY321" fmla="*/ 114277 h 247682"/>
                <a:gd name="connsiteX322" fmla="*/ 725355 w 971825"/>
                <a:gd name="connsiteY322" fmla="*/ 106329 h 247682"/>
                <a:gd name="connsiteX323" fmla="*/ 725355 w 971825"/>
                <a:gd name="connsiteY323" fmla="*/ 100222 h 247682"/>
                <a:gd name="connsiteX324" fmla="*/ 725355 w 971825"/>
                <a:gd name="connsiteY324" fmla="*/ 82531 h 247682"/>
                <a:gd name="connsiteX325" fmla="*/ 725355 w 971825"/>
                <a:gd name="connsiteY325" fmla="*/ 2649 h 247682"/>
                <a:gd name="connsiteX326" fmla="*/ 727915 w 971825"/>
                <a:gd name="connsiteY326" fmla="*/ 90 h 247682"/>
                <a:gd name="connsiteX327" fmla="*/ 775556 w 971825"/>
                <a:gd name="connsiteY327" fmla="*/ 90 h 247682"/>
                <a:gd name="connsiteX328" fmla="*/ 799355 w 971825"/>
                <a:gd name="connsiteY328" fmla="*/ 4131 h 247682"/>
                <a:gd name="connsiteX329" fmla="*/ 821222 w 971825"/>
                <a:gd name="connsiteY329" fmla="*/ 15087 h 247682"/>
                <a:gd name="connsiteX330" fmla="*/ 837118 w 971825"/>
                <a:gd name="connsiteY330" fmla="*/ 31387 h 247682"/>
                <a:gd name="connsiteX331" fmla="*/ 843225 w 971825"/>
                <a:gd name="connsiteY331" fmla="*/ 51369 h 247682"/>
                <a:gd name="connsiteX332" fmla="*/ 836759 w 971825"/>
                <a:gd name="connsiteY332" fmla="*/ 69779 h 247682"/>
                <a:gd name="connsiteX333" fmla="*/ 820324 w 971825"/>
                <a:gd name="connsiteY333" fmla="*/ 81902 h 247682"/>
                <a:gd name="connsiteX334" fmla="*/ 833391 w 971825"/>
                <a:gd name="connsiteY334" fmla="*/ 92230 h 247682"/>
                <a:gd name="connsiteX335" fmla="*/ 851891 w 971825"/>
                <a:gd name="connsiteY335" fmla="*/ 103680 h 247682"/>
                <a:gd name="connsiteX336" fmla="*/ 853866 w 971825"/>
                <a:gd name="connsiteY336" fmla="*/ 106554 h 247682"/>
                <a:gd name="connsiteX337" fmla="*/ 248491 w 971825"/>
                <a:gd name="connsiteY337" fmla="*/ 17422 h 247682"/>
                <a:gd name="connsiteX338" fmla="*/ 231158 w 971825"/>
                <a:gd name="connsiteY338" fmla="*/ 45 h 247682"/>
                <a:gd name="connsiteX339" fmla="*/ 212748 w 971825"/>
                <a:gd name="connsiteY339" fmla="*/ 45 h 247682"/>
                <a:gd name="connsiteX340" fmla="*/ 210368 w 971825"/>
                <a:gd name="connsiteY340" fmla="*/ 988 h 247682"/>
                <a:gd name="connsiteX341" fmla="*/ 173548 w 971825"/>
                <a:gd name="connsiteY341" fmla="*/ 35563 h 247682"/>
                <a:gd name="connsiteX342" fmla="*/ 125278 w 971825"/>
                <a:gd name="connsiteY342" fmla="*/ 54063 h 247682"/>
                <a:gd name="connsiteX343" fmla="*/ 75436 w 971825"/>
                <a:gd name="connsiteY343" fmla="*/ 34036 h 247682"/>
                <a:gd name="connsiteX344" fmla="*/ 48091 w 971825"/>
                <a:gd name="connsiteY344" fmla="*/ 8352 h 247682"/>
                <a:gd name="connsiteX345" fmla="*/ 27525 w 971825"/>
                <a:gd name="connsiteY345" fmla="*/ 0 h 247682"/>
                <a:gd name="connsiteX346" fmla="*/ 5523 w 971825"/>
                <a:gd name="connsiteY346" fmla="*/ 0 h 247682"/>
                <a:gd name="connsiteX347" fmla="*/ 2065 w 971825"/>
                <a:gd name="connsiteY347" fmla="*/ 3458 h 247682"/>
                <a:gd name="connsiteX348" fmla="*/ 2065 w 971825"/>
                <a:gd name="connsiteY348" fmla="*/ 100627 h 247682"/>
                <a:gd name="connsiteX349" fmla="*/ 19398 w 971825"/>
                <a:gd name="connsiteY349" fmla="*/ 117959 h 247682"/>
                <a:gd name="connsiteX350" fmla="*/ 26088 w 971825"/>
                <a:gd name="connsiteY350" fmla="*/ 117959 h 247682"/>
                <a:gd name="connsiteX351" fmla="*/ 30624 w 971825"/>
                <a:gd name="connsiteY351" fmla="*/ 117959 h 247682"/>
                <a:gd name="connsiteX352" fmla="*/ 34081 w 971825"/>
                <a:gd name="connsiteY352" fmla="*/ 114457 h 247682"/>
                <a:gd name="connsiteX353" fmla="*/ 34081 w 971825"/>
                <a:gd name="connsiteY353" fmla="*/ 79882 h 247682"/>
                <a:gd name="connsiteX354" fmla="*/ 50336 w 971825"/>
                <a:gd name="connsiteY354" fmla="*/ 63357 h 247682"/>
                <a:gd name="connsiteX355" fmla="*/ 89491 w 971825"/>
                <a:gd name="connsiteY355" fmla="*/ 87021 h 247682"/>
                <a:gd name="connsiteX356" fmla="*/ 125188 w 971825"/>
                <a:gd name="connsiteY356" fmla="*/ 109787 h 247682"/>
                <a:gd name="connsiteX357" fmla="*/ 160886 w 971825"/>
                <a:gd name="connsiteY357" fmla="*/ 87021 h 247682"/>
                <a:gd name="connsiteX358" fmla="*/ 200041 w 971825"/>
                <a:gd name="connsiteY358" fmla="*/ 63357 h 247682"/>
                <a:gd name="connsiteX359" fmla="*/ 216295 w 971825"/>
                <a:gd name="connsiteY359" fmla="*/ 79702 h 247682"/>
                <a:gd name="connsiteX360" fmla="*/ 216295 w 971825"/>
                <a:gd name="connsiteY360" fmla="*/ 100582 h 247682"/>
                <a:gd name="connsiteX361" fmla="*/ 233673 w 971825"/>
                <a:gd name="connsiteY361" fmla="*/ 117914 h 247682"/>
                <a:gd name="connsiteX362" fmla="*/ 241171 w 971825"/>
                <a:gd name="connsiteY362" fmla="*/ 117914 h 247682"/>
                <a:gd name="connsiteX363" fmla="*/ 244943 w 971825"/>
                <a:gd name="connsiteY363" fmla="*/ 117914 h 247682"/>
                <a:gd name="connsiteX364" fmla="*/ 248446 w 971825"/>
                <a:gd name="connsiteY364" fmla="*/ 114412 h 247682"/>
                <a:gd name="connsiteX365" fmla="*/ 248491 w 971825"/>
                <a:gd name="connsiteY365" fmla="*/ 17422 h 247682"/>
                <a:gd name="connsiteX366" fmla="*/ 75346 w 971825"/>
                <a:gd name="connsiteY366" fmla="*/ 159179 h 247682"/>
                <a:gd name="connsiteX367" fmla="*/ 89580 w 971825"/>
                <a:gd name="connsiteY367" fmla="*/ 164837 h 247682"/>
                <a:gd name="connsiteX368" fmla="*/ 94071 w 971825"/>
                <a:gd name="connsiteY368" fmla="*/ 167127 h 247682"/>
                <a:gd name="connsiteX369" fmla="*/ 97438 w 971825"/>
                <a:gd name="connsiteY369" fmla="*/ 167576 h 247682"/>
                <a:gd name="connsiteX370" fmla="*/ 106239 w 971825"/>
                <a:gd name="connsiteY370" fmla="*/ 162951 h 247682"/>
                <a:gd name="connsiteX371" fmla="*/ 118049 w 971825"/>
                <a:gd name="connsiteY371" fmla="*/ 150693 h 247682"/>
                <a:gd name="connsiteX372" fmla="*/ 118722 w 971825"/>
                <a:gd name="connsiteY372" fmla="*/ 149076 h 247682"/>
                <a:gd name="connsiteX373" fmla="*/ 117330 w 971825"/>
                <a:gd name="connsiteY373" fmla="*/ 146517 h 247682"/>
                <a:gd name="connsiteX374" fmla="*/ 91556 w 971825"/>
                <a:gd name="connsiteY374" fmla="*/ 132418 h 247682"/>
                <a:gd name="connsiteX375" fmla="*/ 58104 w 971825"/>
                <a:gd name="connsiteY375" fmla="*/ 127344 h 247682"/>
                <a:gd name="connsiteX376" fmla="*/ 37404 w 971825"/>
                <a:gd name="connsiteY376" fmla="*/ 129409 h 247682"/>
                <a:gd name="connsiteX377" fmla="*/ 19937 w 971825"/>
                <a:gd name="connsiteY377" fmla="*/ 135875 h 247682"/>
                <a:gd name="connsiteX378" fmla="*/ 7813 w 971825"/>
                <a:gd name="connsiteY378" fmla="*/ 147325 h 247682"/>
                <a:gd name="connsiteX379" fmla="*/ 3278 w 971825"/>
                <a:gd name="connsiteY379" fmla="*/ 164343 h 247682"/>
                <a:gd name="connsiteX380" fmla="*/ 7184 w 971825"/>
                <a:gd name="connsiteY380" fmla="*/ 179386 h 247682"/>
                <a:gd name="connsiteX381" fmla="*/ 18051 w 971825"/>
                <a:gd name="connsiteY381" fmla="*/ 190028 h 247682"/>
                <a:gd name="connsiteX382" fmla="*/ 34485 w 971825"/>
                <a:gd name="connsiteY382" fmla="*/ 197077 h 247682"/>
                <a:gd name="connsiteX383" fmla="*/ 55050 w 971825"/>
                <a:gd name="connsiteY383" fmla="*/ 201343 h 247682"/>
                <a:gd name="connsiteX384" fmla="*/ 68252 w 971825"/>
                <a:gd name="connsiteY384" fmla="*/ 203543 h 247682"/>
                <a:gd name="connsiteX385" fmla="*/ 76334 w 971825"/>
                <a:gd name="connsiteY385" fmla="*/ 205609 h 247682"/>
                <a:gd name="connsiteX386" fmla="*/ 80420 w 971825"/>
                <a:gd name="connsiteY386" fmla="*/ 207944 h 247682"/>
                <a:gd name="connsiteX387" fmla="*/ 81453 w 971825"/>
                <a:gd name="connsiteY387" fmla="*/ 211087 h 247682"/>
                <a:gd name="connsiteX388" fmla="*/ 76918 w 971825"/>
                <a:gd name="connsiteY388" fmla="*/ 216295 h 247682"/>
                <a:gd name="connsiteX389" fmla="*/ 65019 w 971825"/>
                <a:gd name="connsiteY389" fmla="*/ 217822 h 247682"/>
                <a:gd name="connsiteX390" fmla="*/ 44184 w 971825"/>
                <a:gd name="connsiteY390" fmla="*/ 215712 h 247682"/>
                <a:gd name="connsiteX391" fmla="*/ 29366 w 971825"/>
                <a:gd name="connsiteY391" fmla="*/ 209919 h 247682"/>
                <a:gd name="connsiteX392" fmla="*/ 24876 w 971825"/>
                <a:gd name="connsiteY392" fmla="*/ 207629 h 247682"/>
                <a:gd name="connsiteX393" fmla="*/ 21508 w 971825"/>
                <a:gd name="connsiteY393" fmla="*/ 207180 h 247682"/>
                <a:gd name="connsiteX394" fmla="*/ 12707 w 971825"/>
                <a:gd name="connsiteY394" fmla="*/ 211805 h 247682"/>
                <a:gd name="connsiteX395" fmla="*/ 674 w 971825"/>
                <a:gd name="connsiteY395" fmla="*/ 224288 h 247682"/>
                <a:gd name="connsiteX396" fmla="*/ 0 w 971825"/>
                <a:gd name="connsiteY396" fmla="*/ 225905 h 247682"/>
                <a:gd name="connsiteX397" fmla="*/ 1392 w 971825"/>
                <a:gd name="connsiteY397" fmla="*/ 228464 h 247682"/>
                <a:gd name="connsiteX398" fmla="*/ 12618 w 971825"/>
                <a:gd name="connsiteY398" fmla="*/ 236457 h 247682"/>
                <a:gd name="connsiteX399" fmla="*/ 28109 w 971825"/>
                <a:gd name="connsiteY399" fmla="*/ 242474 h 247682"/>
                <a:gd name="connsiteX400" fmla="*/ 46968 w 971825"/>
                <a:gd name="connsiteY400" fmla="*/ 246290 h 247682"/>
                <a:gd name="connsiteX401" fmla="*/ 68252 w 971825"/>
                <a:gd name="connsiteY401" fmla="*/ 247682 h 247682"/>
                <a:gd name="connsiteX402" fmla="*/ 117106 w 971825"/>
                <a:gd name="connsiteY402" fmla="*/ 247682 h 247682"/>
                <a:gd name="connsiteX403" fmla="*/ 118722 w 971825"/>
                <a:gd name="connsiteY403" fmla="*/ 246739 h 247682"/>
                <a:gd name="connsiteX404" fmla="*/ 118947 w 971825"/>
                <a:gd name="connsiteY404" fmla="*/ 245572 h 247682"/>
                <a:gd name="connsiteX405" fmla="*/ 118947 w 971825"/>
                <a:gd name="connsiteY405" fmla="*/ 218496 h 247682"/>
                <a:gd name="connsiteX406" fmla="*/ 116163 w 971825"/>
                <a:gd name="connsiteY406" fmla="*/ 198918 h 247682"/>
                <a:gd name="connsiteX407" fmla="*/ 108305 w 971825"/>
                <a:gd name="connsiteY407" fmla="*/ 186345 h 247682"/>
                <a:gd name="connsiteX408" fmla="*/ 95957 w 971825"/>
                <a:gd name="connsiteY408" fmla="*/ 178937 h 247682"/>
                <a:gd name="connsiteX409" fmla="*/ 79612 w 971825"/>
                <a:gd name="connsiteY409" fmla="*/ 175030 h 247682"/>
                <a:gd name="connsiteX410" fmla="*/ 49977 w 971825"/>
                <a:gd name="connsiteY410" fmla="*/ 169911 h 247682"/>
                <a:gd name="connsiteX411" fmla="*/ 39110 w 971825"/>
                <a:gd name="connsiteY411" fmla="*/ 163221 h 247682"/>
                <a:gd name="connsiteX412" fmla="*/ 56712 w 971825"/>
                <a:gd name="connsiteY412" fmla="*/ 156979 h 247682"/>
                <a:gd name="connsiteX413" fmla="*/ 75346 w 971825"/>
                <a:gd name="connsiteY413" fmla="*/ 159179 h 24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</a:cxnLst>
              <a:rect l="l" t="t" r="r" b="b"/>
              <a:pathLst>
                <a:path w="971825" h="247682">
                  <a:moveTo>
                    <a:pt x="162188" y="244853"/>
                  </a:moveTo>
                  <a:lnTo>
                    <a:pt x="162188" y="189489"/>
                  </a:lnTo>
                  <a:lnTo>
                    <a:pt x="162188" y="189489"/>
                  </a:lnTo>
                  <a:cubicBezTo>
                    <a:pt x="162143" y="183876"/>
                    <a:pt x="160527" y="179520"/>
                    <a:pt x="157338" y="176287"/>
                  </a:cubicBezTo>
                  <a:cubicBezTo>
                    <a:pt x="154106" y="173054"/>
                    <a:pt x="149615" y="171438"/>
                    <a:pt x="143913" y="171438"/>
                  </a:cubicBezTo>
                  <a:lnTo>
                    <a:pt x="133046" y="171438"/>
                  </a:lnTo>
                  <a:cubicBezTo>
                    <a:pt x="130891" y="171438"/>
                    <a:pt x="129813" y="172336"/>
                    <a:pt x="129813" y="174222"/>
                  </a:cubicBezTo>
                  <a:lnTo>
                    <a:pt x="129813" y="189489"/>
                  </a:lnTo>
                  <a:lnTo>
                    <a:pt x="129813" y="229362"/>
                  </a:lnTo>
                  <a:cubicBezTo>
                    <a:pt x="129813" y="235065"/>
                    <a:pt x="131430" y="239555"/>
                    <a:pt x="134663" y="242788"/>
                  </a:cubicBezTo>
                  <a:cubicBezTo>
                    <a:pt x="137896" y="246021"/>
                    <a:pt x="142386" y="247637"/>
                    <a:pt x="148088" y="247637"/>
                  </a:cubicBezTo>
                  <a:lnTo>
                    <a:pt x="158955" y="247637"/>
                  </a:lnTo>
                  <a:cubicBezTo>
                    <a:pt x="161110" y="247637"/>
                    <a:pt x="162188" y="246739"/>
                    <a:pt x="162188" y="244853"/>
                  </a:cubicBezTo>
                  <a:moveTo>
                    <a:pt x="162188" y="156934"/>
                  </a:moveTo>
                  <a:lnTo>
                    <a:pt x="162188" y="147909"/>
                  </a:lnTo>
                  <a:cubicBezTo>
                    <a:pt x="162188" y="142206"/>
                    <a:pt x="160571" y="137716"/>
                    <a:pt x="157338" y="134483"/>
                  </a:cubicBezTo>
                  <a:cubicBezTo>
                    <a:pt x="154106" y="131250"/>
                    <a:pt x="149615" y="129634"/>
                    <a:pt x="143913" y="129634"/>
                  </a:cubicBezTo>
                  <a:lnTo>
                    <a:pt x="132552" y="129634"/>
                  </a:lnTo>
                  <a:cubicBezTo>
                    <a:pt x="130711" y="129634"/>
                    <a:pt x="129768" y="130711"/>
                    <a:pt x="129768" y="132867"/>
                  </a:cubicBezTo>
                  <a:lnTo>
                    <a:pt x="129768" y="156934"/>
                  </a:lnTo>
                  <a:cubicBezTo>
                    <a:pt x="129768" y="159090"/>
                    <a:pt x="130711" y="160167"/>
                    <a:pt x="132552" y="160167"/>
                  </a:cubicBezTo>
                  <a:lnTo>
                    <a:pt x="159404" y="160167"/>
                  </a:lnTo>
                  <a:cubicBezTo>
                    <a:pt x="161290" y="160122"/>
                    <a:pt x="162188" y="159045"/>
                    <a:pt x="162188" y="156934"/>
                  </a:cubicBezTo>
                  <a:moveTo>
                    <a:pt x="455671" y="115310"/>
                  </a:moveTo>
                  <a:lnTo>
                    <a:pt x="455671" y="59900"/>
                  </a:lnTo>
                  <a:lnTo>
                    <a:pt x="455671" y="59900"/>
                  </a:lnTo>
                  <a:cubicBezTo>
                    <a:pt x="455626" y="54287"/>
                    <a:pt x="454009" y="49932"/>
                    <a:pt x="450821" y="46744"/>
                  </a:cubicBezTo>
                  <a:cubicBezTo>
                    <a:pt x="447588" y="43511"/>
                    <a:pt x="443098" y="41894"/>
                    <a:pt x="437396" y="41894"/>
                  </a:cubicBezTo>
                  <a:lnTo>
                    <a:pt x="426529" y="41894"/>
                  </a:lnTo>
                  <a:cubicBezTo>
                    <a:pt x="424374" y="41894"/>
                    <a:pt x="423296" y="42837"/>
                    <a:pt x="423296" y="44678"/>
                  </a:cubicBezTo>
                  <a:lnTo>
                    <a:pt x="423296" y="59945"/>
                  </a:lnTo>
                  <a:lnTo>
                    <a:pt x="423296" y="99818"/>
                  </a:lnTo>
                  <a:cubicBezTo>
                    <a:pt x="423296" y="105521"/>
                    <a:pt x="424913" y="110011"/>
                    <a:pt x="428146" y="113244"/>
                  </a:cubicBezTo>
                  <a:cubicBezTo>
                    <a:pt x="431379" y="116477"/>
                    <a:pt x="435869" y="118094"/>
                    <a:pt x="441571" y="118094"/>
                  </a:cubicBezTo>
                  <a:lnTo>
                    <a:pt x="452438" y="118094"/>
                  </a:lnTo>
                  <a:cubicBezTo>
                    <a:pt x="454548" y="118094"/>
                    <a:pt x="455671" y="117151"/>
                    <a:pt x="455671" y="115310"/>
                  </a:cubicBezTo>
                  <a:moveTo>
                    <a:pt x="455671" y="27346"/>
                  </a:moveTo>
                  <a:lnTo>
                    <a:pt x="455671" y="18320"/>
                  </a:lnTo>
                  <a:cubicBezTo>
                    <a:pt x="455671" y="12618"/>
                    <a:pt x="454054" y="8127"/>
                    <a:pt x="450821" y="4894"/>
                  </a:cubicBezTo>
                  <a:cubicBezTo>
                    <a:pt x="447588" y="1661"/>
                    <a:pt x="443098" y="45"/>
                    <a:pt x="437396" y="45"/>
                  </a:cubicBezTo>
                  <a:lnTo>
                    <a:pt x="426035" y="45"/>
                  </a:lnTo>
                  <a:cubicBezTo>
                    <a:pt x="424194" y="45"/>
                    <a:pt x="423251" y="1123"/>
                    <a:pt x="423251" y="3278"/>
                  </a:cubicBezTo>
                  <a:lnTo>
                    <a:pt x="423251" y="27346"/>
                  </a:lnTo>
                  <a:cubicBezTo>
                    <a:pt x="423251" y="29501"/>
                    <a:pt x="424194" y="30579"/>
                    <a:pt x="426035" y="30579"/>
                  </a:cubicBezTo>
                  <a:lnTo>
                    <a:pt x="452887" y="30579"/>
                  </a:lnTo>
                  <a:cubicBezTo>
                    <a:pt x="454728" y="30579"/>
                    <a:pt x="455671" y="29501"/>
                    <a:pt x="455671" y="27346"/>
                  </a:cubicBezTo>
                  <a:moveTo>
                    <a:pt x="413418" y="116208"/>
                  </a:moveTo>
                  <a:lnTo>
                    <a:pt x="413418" y="91242"/>
                  </a:lnTo>
                  <a:cubicBezTo>
                    <a:pt x="413418" y="90164"/>
                    <a:pt x="413193" y="89446"/>
                    <a:pt x="412699" y="89176"/>
                  </a:cubicBezTo>
                  <a:cubicBezTo>
                    <a:pt x="412250" y="88862"/>
                    <a:pt x="411397" y="88548"/>
                    <a:pt x="410140" y="88233"/>
                  </a:cubicBezTo>
                  <a:cubicBezTo>
                    <a:pt x="407850" y="87784"/>
                    <a:pt x="405604" y="86886"/>
                    <a:pt x="403539" y="85450"/>
                  </a:cubicBezTo>
                  <a:cubicBezTo>
                    <a:pt x="401474" y="84102"/>
                    <a:pt x="399588" y="82441"/>
                    <a:pt x="397971" y="80600"/>
                  </a:cubicBezTo>
                  <a:cubicBezTo>
                    <a:pt x="396355" y="78759"/>
                    <a:pt x="395052" y="76694"/>
                    <a:pt x="394064" y="74448"/>
                  </a:cubicBezTo>
                  <a:cubicBezTo>
                    <a:pt x="393077" y="72203"/>
                    <a:pt x="392538" y="69913"/>
                    <a:pt x="392538" y="67623"/>
                  </a:cubicBezTo>
                  <a:lnTo>
                    <a:pt x="392538" y="18365"/>
                  </a:lnTo>
                  <a:cubicBezTo>
                    <a:pt x="392538" y="12663"/>
                    <a:pt x="390921" y="8172"/>
                    <a:pt x="387688" y="4939"/>
                  </a:cubicBezTo>
                  <a:cubicBezTo>
                    <a:pt x="384455" y="1706"/>
                    <a:pt x="379965" y="90"/>
                    <a:pt x="374263" y="90"/>
                  </a:cubicBezTo>
                  <a:lnTo>
                    <a:pt x="363396" y="90"/>
                  </a:lnTo>
                  <a:cubicBezTo>
                    <a:pt x="361241" y="90"/>
                    <a:pt x="360163" y="1033"/>
                    <a:pt x="360163" y="2874"/>
                  </a:cubicBezTo>
                  <a:lnTo>
                    <a:pt x="360163" y="68566"/>
                  </a:lnTo>
                  <a:cubicBezTo>
                    <a:pt x="360163" y="75346"/>
                    <a:pt x="361510" y="81678"/>
                    <a:pt x="364204" y="87515"/>
                  </a:cubicBezTo>
                  <a:cubicBezTo>
                    <a:pt x="366899" y="93397"/>
                    <a:pt x="370536" y="98561"/>
                    <a:pt x="375116" y="103141"/>
                  </a:cubicBezTo>
                  <a:cubicBezTo>
                    <a:pt x="379651" y="107676"/>
                    <a:pt x="384949" y="111358"/>
                    <a:pt x="390966" y="114097"/>
                  </a:cubicBezTo>
                  <a:cubicBezTo>
                    <a:pt x="396983" y="116881"/>
                    <a:pt x="403404" y="118588"/>
                    <a:pt x="410185" y="119171"/>
                  </a:cubicBezTo>
                  <a:cubicBezTo>
                    <a:pt x="412340" y="119351"/>
                    <a:pt x="413418" y="118363"/>
                    <a:pt x="413418" y="116208"/>
                  </a:cubicBezTo>
                  <a:moveTo>
                    <a:pt x="293348" y="244853"/>
                  </a:moveTo>
                  <a:lnTo>
                    <a:pt x="293348" y="195326"/>
                  </a:lnTo>
                  <a:cubicBezTo>
                    <a:pt x="293348" y="189623"/>
                    <a:pt x="291732" y="185133"/>
                    <a:pt x="288499" y="181900"/>
                  </a:cubicBezTo>
                  <a:cubicBezTo>
                    <a:pt x="285266" y="178667"/>
                    <a:pt x="280775" y="177051"/>
                    <a:pt x="275073" y="177051"/>
                  </a:cubicBezTo>
                  <a:lnTo>
                    <a:pt x="221639" y="177051"/>
                  </a:lnTo>
                  <a:cubicBezTo>
                    <a:pt x="219484" y="177051"/>
                    <a:pt x="218406" y="177994"/>
                    <a:pt x="218406" y="179835"/>
                  </a:cubicBezTo>
                  <a:cubicBezTo>
                    <a:pt x="218406" y="183517"/>
                    <a:pt x="219124" y="186884"/>
                    <a:pt x="220606" y="189893"/>
                  </a:cubicBezTo>
                  <a:cubicBezTo>
                    <a:pt x="222043" y="192901"/>
                    <a:pt x="224019" y="195506"/>
                    <a:pt x="226398" y="197661"/>
                  </a:cubicBezTo>
                  <a:cubicBezTo>
                    <a:pt x="228778" y="199861"/>
                    <a:pt x="231472" y="201478"/>
                    <a:pt x="234526" y="202645"/>
                  </a:cubicBezTo>
                  <a:cubicBezTo>
                    <a:pt x="237534" y="203813"/>
                    <a:pt x="240588" y="204396"/>
                    <a:pt x="243641" y="204396"/>
                  </a:cubicBezTo>
                  <a:lnTo>
                    <a:pt x="262141" y="204396"/>
                  </a:lnTo>
                  <a:lnTo>
                    <a:pt x="262141" y="217104"/>
                  </a:lnTo>
                  <a:lnTo>
                    <a:pt x="242698" y="217104"/>
                  </a:lnTo>
                  <a:cubicBezTo>
                    <a:pt x="237759" y="217104"/>
                    <a:pt x="233044" y="215981"/>
                    <a:pt x="228599" y="213736"/>
                  </a:cubicBezTo>
                  <a:cubicBezTo>
                    <a:pt x="224109" y="211491"/>
                    <a:pt x="220157" y="208527"/>
                    <a:pt x="216699" y="204845"/>
                  </a:cubicBezTo>
                  <a:cubicBezTo>
                    <a:pt x="213242" y="201163"/>
                    <a:pt x="210503" y="196987"/>
                    <a:pt x="208482" y="192362"/>
                  </a:cubicBezTo>
                  <a:cubicBezTo>
                    <a:pt x="206462" y="187737"/>
                    <a:pt x="205474" y="183023"/>
                    <a:pt x="205474" y="178263"/>
                  </a:cubicBezTo>
                  <a:cubicBezTo>
                    <a:pt x="205474" y="172381"/>
                    <a:pt x="207315" y="167935"/>
                    <a:pt x="210997" y="164837"/>
                  </a:cubicBezTo>
                  <a:cubicBezTo>
                    <a:pt x="214724" y="161739"/>
                    <a:pt x="219349" y="160212"/>
                    <a:pt x="224872" y="160212"/>
                  </a:cubicBezTo>
                  <a:lnTo>
                    <a:pt x="287825" y="160212"/>
                  </a:lnTo>
                  <a:cubicBezTo>
                    <a:pt x="289980" y="160212"/>
                    <a:pt x="291058" y="159269"/>
                    <a:pt x="291058" y="157428"/>
                  </a:cubicBezTo>
                  <a:lnTo>
                    <a:pt x="291058" y="147954"/>
                  </a:lnTo>
                  <a:cubicBezTo>
                    <a:pt x="291058" y="142251"/>
                    <a:pt x="289442" y="137761"/>
                    <a:pt x="286209" y="134528"/>
                  </a:cubicBezTo>
                  <a:cubicBezTo>
                    <a:pt x="282976" y="131295"/>
                    <a:pt x="278485" y="129679"/>
                    <a:pt x="272783" y="129679"/>
                  </a:cubicBezTo>
                  <a:lnTo>
                    <a:pt x="225096" y="129679"/>
                  </a:lnTo>
                  <a:cubicBezTo>
                    <a:pt x="217553" y="129679"/>
                    <a:pt x="210593" y="130846"/>
                    <a:pt x="204262" y="133271"/>
                  </a:cubicBezTo>
                  <a:cubicBezTo>
                    <a:pt x="197930" y="135695"/>
                    <a:pt x="192452" y="139018"/>
                    <a:pt x="187827" y="143329"/>
                  </a:cubicBezTo>
                  <a:cubicBezTo>
                    <a:pt x="183202" y="147640"/>
                    <a:pt x="179565" y="152848"/>
                    <a:pt x="176961" y="158955"/>
                  </a:cubicBezTo>
                  <a:cubicBezTo>
                    <a:pt x="174312" y="165062"/>
                    <a:pt x="173009" y="171887"/>
                    <a:pt x="173009" y="179431"/>
                  </a:cubicBezTo>
                  <a:cubicBezTo>
                    <a:pt x="173009" y="188815"/>
                    <a:pt x="174850" y="197706"/>
                    <a:pt x="178577" y="206013"/>
                  </a:cubicBezTo>
                  <a:cubicBezTo>
                    <a:pt x="182259" y="214365"/>
                    <a:pt x="187333" y="221594"/>
                    <a:pt x="193754" y="227746"/>
                  </a:cubicBezTo>
                  <a:cubicBezTo>
                    <a:pt x="200131" y="233942"/>
                    <a:pt x="207584" y="238792"/>
                    <a:pt x="215981" y="242339"/>
                  </a:cubicBezTo>
                  <a:cubicBezTo>
                    <a:pt x="224378" y="245886"/>
                    <a:pt x="233224" y="247682"/>
                    <a:pt x="242474" y="247682"/>
                  </a:cubicBezTo>
                  <a:lnTo>
                    <a:pt x="290115" y="247682"/>
                  </a:lnTo>
                  <a:cubicBezTo>
                    <a:pt x="292271" y="247637"/>
                    <a:pt x="293348" y="246695"/>
                    <a:pt x="293348" y="244853"/>
                  </a:cubicBezTo>
                  <a:moveTo>
                    <a:pt x="595497" y="209605"/>
                  </a:moveTo>
                  <a:cubicBezTo>
                    <a:pt x="595497" y="207315"/>
                    <a:pt x="596710" y="205698"/>
                    <a:pt x="599179" y="204756"/>
                  </a:cubicBezTo>
                  <a:cubicBezTo>
                    <a:pt x="601649" y="203813"/>
                    <a:pt x="605511" y="203364"/>
                    <a:pt x="610764" y="203364"/>
                  </a:cubicBezTo>
                  <a:lnTo>
                    <a:pt x="646641" y="203364"/>
                  </a:lnTo>
                  <a:cubicBezTo>
                    <a:pt x="646327" y="209381"/>
                    <a:pt x="643767" y="213736"/>
                    <a:pt x="638873" y="216430"/>
                  </a:cubicBezTo>
                  <a:cubicBezTo>
                    <a:pt x="634024" y="219124"/>
                    <a:pt x="628366" y="220516"/>
                    <a:pt x="621855" y="220516"/>
                  </a:cubicBezTo>
                  <a:cubicBezTo>
                    <a:pt x="613997" y="220516"/>
                    <a:pt x="607621" y="219439"/>
                    <a:pt x="602771" y="217373"/>
                  </a:cubicBezTo>
                  <a:cubicBezTo>
                    <a:pt x="597922" y="215263"/>
                    <a:pt x="595497" y="212703"/>
                    <a:pt x="595497" y="209605"/>
                  </a:cubicBezTo>
                  <a:moveTo>
                    <a:pt x="559890" y="202510"/>
                  </a:moveTo>
                  <a:cubicBezTo>
                    <a:pt x="559890" y="210683"/>
                    <a:pt x="561910" y="217598"/>
                    <a:pt x="565996" y="223300"/>
                  </a:cubicBezTo>
                  <a:cubicBezTo>
                    <a:pt x="570082" y="229003"/>
                    <a:pt x="575381" y="233673"/>
                    <a:pt x="581847" y="237310"/>
                  </a:cubicBezTo>
                  <a:cubicBezTo>
                    <a:pt x="588313" y="240947"/>
                    <a:pt x="595452" y="243551"/>
                    <a:pt x="603265" y="245168"/>
                  </a:cubicBezTo>
                  <a:cubicBezTo>
                    <a:pt x="611034" y="246784"/>
                    <a:pt x="618667" y="247593"/>
                    <a:pt x="626031" y="247593"/>
                  </a:cubicBezTo>
                  <a:lnTo>
                    <a:pt x="676232" y="247593"/>
                  </a:lnTo>
                  <a:cubicBezTo>
                    <a:pt x="678073" y="247593"/>
                    <a:pt x="679016" y="246515"/>
                    <a:pt x="679016" y="244360"/>
                  </a:cubicBezTo>
                  <a:lnTo>
                    <a:pt x="679016" y="197885"/>
                  </a:lnTo>
                  <a:cubicBezTo>
                    <a:pt x="679016" y="188501"/>
                    <a:pt x="677444" y="179610"/>
                    <a:pt x="674391" y="171258"/>
                  </a:cubicBezTo>
                  <a:cubicBezTo>
                    <a:pt x="671293" y="162951"/>
                    <a:pt x="666892" y="155722"/>
                    <a:pt x="661055" y="149525"/>
                  </a:cubicBezTo>
                  <a:cubicBezTo>
                    <a:pt x="655263" y="143374"/>
                    <a:pt x="648258" y="138524"/>
                    <a:pt x="639996" y="134932"/>
                  </a:cubicBezTo>
                  <a:cubicBezTo>
                    <a:pt x="631734" y="131385"/>
                    <a:pt x="622394" y="129634"/>
                    <a:pt x="611887" y="129634"/>
                  </a:cubicBezTo>
                  <a:lnTo>
                    <a:pt x="566535" y="129634"/>
                  </a:lnTo>
                  <a:cubicBezTo>
                    <a:pt x="564380" y="129634"/>
                    <a:pt x="563302" y="130577"/>
                    <a:pt x="563302" y="132418"/>
                  </a:cubicBezTo>
                  <a:lnTo>
                    <a:pt x="563302" y="141937"/>
                  </a:lnTo>
                  <a:cubicBezTo>
                    <a:pt x="563302" y="147640"/>
                    <a:pt x="564919" y="152130"/>
                    <a:pt x="568152" y="155363"/>
                  </a:cubicBezTo>
                  <a:cubicBezTo>
                    <a:pt x="571385" y="158596"/>
                    <a:pt x="575830" y="160212"/>
                    <a:pt x="581533" y="160212"/>
                  </a:cubicBezTo>
                  <a:lnTo>
                    <a:pt x="613009" y="160212"/>
                  </a:lnTo>
                  <a:cubicBezTo>
                    <a:pt x="618398" y="160212"/>
                    <a:pt x="623292" y="161335"/>
                    <a:pt x="627692" y="163670"/>
                  </a:cubicBezTo>
                  <a:cubicBezTo>
                    <a:pt x="632093" y="166005"/>
                    <a:pt x="635595" y="168968"/>
                    <a:pt x="638244" y="172695"/>
                  </a:cubicBezTo>
                  <a:lnTo>
                    <a:pt x="608160" y="172695"/>
                  </a:lnTo>
                  <a:cubicBezTo>
                    <a:pt x="592579" y="172695"/>
                    <a:pt x="580635" y="175255"/>
                    <a:pt x="572283" y="180329"/>
                  </a:cubicBezTo>
                  <a:cubicBezTo>
                    <a:pt x="564021" y="185403"/>
                    <a:pt x="559890" y="192811"/>
                    <a:pt x="559890" y="202510"/>
                  </a:cubicBezTo>
                  <a:moveTo>
                    <a:pt x="583284" y="76334"/>
                  </a:moveTo>
                  <a:cubicBezTo>
                    <a:pt x="585664" y="71036"/>
                    <a:pt x="586876" y="65109"/>
                    <a:pt x="586876" y="58643"/>
                  </a:cubicBezTo>
                  <a:cubicBezTo>
                    <a:pt x="586876" y="50785"/>
                    <a:pt x="584990" y="43376"/>
                    <a:pt x="581218" y="36326"/>
                  </a:cubicBezTo>
                  <a:cubicBezTo>
                    <a:pt x="577447" y="29276"/>
                    <a:pt x="572328" y="23080"/>
                    <a:pt x="565951" y="17692"/>
                  </a:cubicBezTo>
                  <a:cubicBezTo>
                    <a:pt x="559575" y="12303"/>
                    <a:pt x="552256" y="7993"/>
                    <a:pt x="543994" y="4849"/>
                  </a:cubicBezTo>
                  <a:cubicBezTo>
                    <a:pt x="535732" y="1706"/>
                    <a:pt x="527201" y="135"/>
                    <a:pt x="518445" y="135"/>
                  </a:cubicBezTo>
                  <a:lnTo>
                    <a:pt x="470534" y="135"/>
                  </a:lnTo>
                  <a:cubicBezTo>
                    <a:pt x="468693" y="135"/>
                    <a:pt x="467750" y="1033"/>
                    <a:pt x="467750" y="2919"/>
                  </a:cubicBezTo>
                  <a:lnTo>
                    <a:pt x="467750" y="99863"/>
                  </a:lnTo>
                  <a:cubicBezTo>
                    <a:pt x="467750" y="105566"/>
                    <a:pt x="469366" y="110056"/>
                    <a:pt x="472599" y="113289"/>
                  </a:cubicBezTo>
                  <a:cubicBezTo>
                    <a:pt x="475832" y="116522"/>
                    <a:pt x="480322" y="118139"/>
                    <a:pt x="486025" y="118139"/>
                  </a:cubicBezTo>
                  <a:lnTo>
                    <a:pt x="497340" y="118139"/>
                  </a:lnTo>
                  <a:cubicBezTo>
                    <a:pt x="499181" y="118139"/>
                    <a:pt x="500124" y="117061"/>
                    <a:pt x="500124" y="114906"/>
                  </a:cubicBezTo>
                  <a:lnTo>
                    <a:pt x="500124" y="88548"/>
                  </a:lnTo>
                  <a:cubicBezTo>
                    <a:pt x="505513" y="92858"/>
                    <a:pt x="511350" y="96181"/>
                    <a:pt x="517591" y="98516"/>
                  </a:cubicBezTo>
                  <a:cubicBezTo>
                    <a:pt x="523833" y="100851"/>
                    <a:pt x="530434" y="101974"/>
                    <a:pt x="537348" y="101974"/>
                  </a:cubicBezTo>
                  <a:cubicBezTo>
                    <a:pt x="544757" y="101974"/>
                    <a:pt x="551493" y="100941"/>
                    <a:pt x="557600" y="98830"/>
                  </a:cubicBezTo>
                  <a:cubicBezTo>
                    <a:pt x="563706" y="96765"/>
                    <a:pt x="568870" y="93846"/>
                    <a:pt x="573226" y="90030"/>
                  </a:cubicBezTo>
                  <a:cubicBezTo>
                    <a:pt x="577536" y="86168"/>
                    <a:pt x="580904" y="81633"/>
                    <a:pt x="583284" y="76334"/>
                  </a:cubicBezTo>
                  <a:moveTo>
                    <a:pt x="553558" y="58418"/>
                  </a:moveTo>
                  <a:cubicBezTo>
                    <a:pt x="553558" y="62415"/>
                    <a:pt x="551987" y="65603"/>
                    <a:pt x="548799" y="67982"/>
                  </a:cubicBezTo>
                  <a:cubicBezTo>
                    <a:pt x="545655" y="70407"/>
                    <a:pt x="541435" y="71575"/>
                    <a:pt x="536181" y="71575"/>
                  </a:cubicBezTo>
                  <a:cubicBezTo>
                    <a:pt x="531691" y="71575"/>
                    <a:pt x="527335" y="70721"/>
                    <a:pt x="523114" y="69015"/>
                  </a:cubicBezTo>
                  <a:cubicBezTo>
                    <a:pt x="518849" y="67309"/>
                    <a:pt x="515032" y="65154"/>
                    <a:pt x="511529" y="62504"/>
                  </a:cubicBezTo>
                  <a:cubicBezTo>
                    <a:pt x="508072" y="59855"/>
                    <a:pt x="505288" y="56891"/>
                    <a:pt x="503178" y="53479"/>
                  </a:cubicBezTo>
                  <a:cubicBezTo>
                    <a:pt x="501112" y="50066"/>
                    <a:pt x="500079" y="46788"/>
                    <a:pt x="500079" y="43511"/>
                  </a:cubicBezTo>
                  <a:cubicBezTo>
                    <a:pt x="500079" y="39020"/>
                    <a:pt x="501831" y="35742"/>
                    <a:pt x="505378" y="33542"/>
                  </a:cubicBezTo>
                  <a:cubicBezTo>
                    <a:pt x="508925" y="31387"/>
                    <a:pt x="512921" y="30309"/>
                    <a:pt x="517412" y="30309"/>
                  </a:cubicBezTo>
                  <a:cubicBezTo>
                    <a:pt x="521902" y="30309"/>
                    <a:pt x="526302" y="31162"/>
                    <a:pt x="530613" y="32869"/>
                  </a:cubicBezTo>
                  <a:cubicBezTo>
                    <a:pt x="534924" y="34575"/>
                    <a:pt x="538785" y="36775"/>
                    <a:pt x="542198" y="39469"/>
                  </a:cubicBezTo>
                  <a:cubicBezTo>
                    <a:pt x="545566" y="42163"/>
                    <a:pt x="548305" y="45172"/>
                    <a:pt x="550415" y="48495"/>
                  </a:cubicBezTo>
                  <a:cubicBezTo>
                    <a:pt x="552526" y="51862"/>
                    <a:pt x="553558" y="55140"/>
                    <a:pt x="553558" y="58418"/>
                  </a:cubicBezTo>
                  <a:moveTo>
                    <a:pt x="358098" y="116208"/>
                  </a:moveTo>
                  <a:lnTo>
                    <a:pt x="358098" y="91242"/>
                  </a:lnTo>
                  <a:cubicBezTo>
                    <a:pt x="358098" y="90164"/>
                    <a:pt x="357873" y="89446"/>
                    <a:pt x="357424" y="89176"/>
                  </a:cubicBezTo>
                  <a:cubicBezTo>
                    <a:pt x="356975" y="88862"/>
                    <a:pt x="356122" y="88548"/>
                    <a:pt x="354865" y="88233"/>
                  </a:cubicBezTo>
                  <a:cubicBezTo>
                    <a:pt x="352575" y="87784"/>
                    <a:pt x="350374" y="86886"/>
                    <a:pt x="348264" y="85450"/>
                  </a:cubicBezTo>
                  <a:cubicBezTo>
                    <a:pt x="346199" y="84102"/>
                    <a:pt x="344357" y="82441"/>
                    <a:pt x="342741" y="80600"/>
                  </a:cubicBezTo>
                  <a:cubicBezTo>
                    <a:pt x="341124" y="78759"/>
                    <a:pt x="339822" y="76694"/>
                    <a:pt x="338789" y="74448"/>
                  </a:cubicBezTo>
                  <a:cubicBezTo>
                    <a:pt x="337802" y="72203"/>
                    <a:pt x="337263" y="69913"/>
                    <a:pt x="337263" y="67623"/>
                  </a:cubicBezTo>
                  <a:lnTo>
                    <a:pt x="337263" y="18365"/>
                  </a:lnTo>
                  <a:cubicBezTo>
                    <a:pt x="337263" y="12663"/>
                    <a:pt x="335646" y="8172"/>
                    <a:pt x="332413" y="4939"/>
                  </a:cubicBezTo>
                  <a:cubicBezTo>
                    <a:pt x="329180" y="1706"/>
                    <a:pt x="324690" y="90"/>
                    <a:pt x="318988" y="90"/>
                  </a:cubicBezTo>
                  <a:lnTo>
                    <a:pt x="308121" y="90"/>
                  </a:lnTo>
                  <a:cubicBezTo>
                    <a:pt x="305966" y="90"/>
                    <a:pt x="304888" y="1033"/>
                    <a:pt x="304888" y="2874"/>
                  </a:cubicBezTo>
                  <a:lnTo>
                    <a:pt x="304888" y="68566"/>
                  </a:lnTo>
                  <a:cubicBezTo>
                    <a:pt x="304888" y="75346"/>
                    <a:pt x="306235" y="81678"/>
                    <a:pt x="308929" y="87515"/>
                  </a:cubicBezTo>
                  <a:cubicBezTo>
                    <a:pt x="311624" y="93397"/>
                    <a:pt x="315261" y="98561"/>
                    <a:pt x="319796" y="103141"/>
                  </a:cubicBezTo>
                  <a:cubicBezTo>
                    <a:pt x="324331" y="107676"/>
                    <a:pt x="329629" y="111358"/>
                    <a:pt x="335646" y="114097"/>
                  </a:cubicBezTo>
                  <a:cubicBezTo>
                    <a:pt x="341663" y="116881"/>
                    <a:pt x="348084" y="118588"/>
                    <a:pt x="354820" y="119171"/>
                  </a:cubicBezTo>
                  <a:cubicBezTo>
                    <a:pt x="357020" y="119351"/>
                    <a:pt x="358098" y="118363"/>
                    <a:pt x="358098" y="116208"/>
                  </a:cubicBezTo>
                  <a:moveTo>
                    <a:pt x="292854" y="115310"/>
                  </a:moveTo>
                  <a:lnTo>
                    <a:pt x="292854" y="59900"/>
                  </a:lnTo>
                  <a:lnTo>
                    <a:pt x="292854" y="59900"/>
                  </a:lnTo>
                  <a:cubicBezTo>
                    <a:pt x="292809" y="54287"/>
                    <a:pt x="291193" y="49932"/>
                    <a:pt x="288005" y="46744"/>
                  </a:cubicBezTo>
                  <a:cubicBezTo>
                    <a:pt x="284772" y="43511"/>
                    <a:pt x="280281" y="41894"/>
                    <a:pt x="274579" y="41894"/>
                  </a:cubicBezTo>
                  <a:lnTo>
                    <a:pt x="263712" y="41894"/>
                  </a:lnTo>
                  <a:cubicBezTo>
                    <a:pt x="261557" y="41894"/>
                    <a:pt x="260479" y="42837"/>
                    <a:pt x="260479" y="44678"/>
                  </a:cubicBezTo>
                  <a:lnTo>
                    <a:pt x="260479" y="59945"/>
                  </a:lnTo>
                  <a:lnTo>
                    <a:pt x="260479" y="99818"/>
                  </a:lnTo>
                  <a:cubicBezTo>
                    <a:pt x="260479" y="105521"/>
                    <a:pt x="262096" y="110011"/>
                    <a:pt x="265329" y="113244"/>
                  </a:cubicBezTo>
                  <a:cubicBezTo>
                    <a:pt x="268562" y="116477"/>
                    <a:pt x="273052" y="118094"/>
                    <a:pt x="278755" y="118094"/>
                  </a:cubicBezTo>
                  <a:lnTo>
                    <a:pt x="289621" y="118094"/>
                  </a:lnTo>
                  <a:cubicBezTo>
                    <a:pt x="291777" y="118094"/>
                    <a:pt x="292854" y="117151"/>
                    <a:pt x="292854" y="115310"/>
                  </a:cubicBezTo>
                  <a:moveTo>
                    <a:pt x="292854" y="27346"/>
                  </a:moveTo>
                  <a:lnTo>
                    <a:pt x="292854" y="18320"/>
                  </a:lnTo>
                  <a:cubicBezTo>
                    <a:pt x="292854" y="12618"/>
                    <a:pt x="291238" y="8127"/>
                    <a:pt x="288005" y="4894"/>
                  </a:cubicBezTo>
                  <a:cubicBezTo>
                    <a:pt x="284772" y="1661"/>
                    <a:pt x="280281" y="45"/>
                    <a:pt x="274579" y="45"/>
                  </a:cubicBezTo>
                  <a:lnTo>
                    <a:pt x="263219" y="45"/>
                  </a:lnTo>
                  <a:cubicBezTo>
                    <a:pt x="261378" y="45"/>
                    <a:pt x="260435" y="1123"/>
                    <a:pt x="260435" y="3278"/>
                  </a:cubicBezTo>
                  <a:lnTo>
                    <a:pt x="260435" y="27346"/>
                  </a:lnTo>
                  <a:cubicBezTo>
                    <a:pt x="260435" y="29501"/>
                    <a:pt x="261378" y="30579"/>
                    <a:pt x="263219" y="30579"/>
                  </a:cubicBezTo>
                  <a:lnTo>
                    <a:pt x="290070" y="30579"/>
                  </a:lnTo>
                  <a:cubicBezTo>
                    <a:pt x="291956" y="30579"/>
                    <a:pt x="292854" y="29501"/>
                    <a:pt x="292854" y="27346"/>
                  </a:cubicBezTo>
                  <a:moveTo>
                    <a:pt x="551358" y="146966"/>
                  </a:moveTo>
                  <a:cubicBezTo>
                    <a:pt x="551358" y="137357"/>
                    <a:pt x="543590" y="129589"/>
                    <a:pt x="534026" y="129589"/>
                  </a:cubicBezTo>
                  <a:lnTo>
                    <a:pt x="515661" y="129589"/>
                  </a:lnTo>
                  <a:cubicBezTo>
                    <a:pt x="514718" y="129589"/>
                    <a:pt x="513909" y="129948"/>
                    <a:pt x="513281" y="130532"/>
                  </a:cubicBezTo>
                  <a:lnTo>
                    <a:pt x="476416" y="165107"/>
                  </a:lnTo>
                  <a:cubicBezTo>
                    <a:pt x="463798" y="176961"/>
                    <a:pt x="446825" y="183606"/>
                    <a:pt x="428146" y="183606"/>
                  </a:cubicBezTo>
                  <a:cubicBezTo>
                    <a:pt x="408703" y="183606"/>
                    <a:pt x="391101" y="176332"/>
                    <a:pt x="378304" y="163580"/>
                  </a:cubicBezTo>
                  <a:cubicBezTo>
                    <a:pt x="378304" y="163580"/>
                    <a:pt x="351228" y="138120"/>
                    <a:pt x="350958" y="137896"/>
                  </a:cubicBezTo>
                  <a:cubicBezTo>
                    <a:pt x="345749" y="133046"/>
                    <a:pt x="338610" y="129723"/>
                    <a:pt x="330393" y="129544"/>
                  </a:cubicBezTo>
                  <a:lnTo>
                    <a:pt x="308391" y="129544"/>
                  </a:lnTo>
                  <a:cubicBezTo>
                    <a:pt x="306505" y="129544"/>
                    <a:pt x="304933" y="131115"/>
                    <a:pt x="304933" y="133001"/>
                  </a:cubicBezTo>
                  <a:lnTo>
                    <a:pt x="304933" y="230170"/>
                  </a:lnTo>
                  <a:cubicBezTo>
                    <a:pt x="304933" y="239735"/>
                    <a:pt x="312701" y="247503"/>
                    <a:pt x="322265" y="247503"/>
                  </a:cubicBezTo>
                  <a:lnTo>
                    <a:pt x="329001" y="247503"/>
                  </a:lnTo>
                  <a:lnTo>
                    <a:pt x="333536" y="247503"/>
                  </a:lnTo>
                  <a:cubicBezTo>
                    <a:pt x="335422" y="247503"/>
                    <a:pt x="336993" y="245931"/>
                    <a:pt x="336993" y="244000"/>
                  </a:cubicBezTo>
                  <a:lnTo>
                    <a:pt x="336993" y="209425"/>
                  </a:lnTo>
                  <a:cubicBezTo>
                    <a:pt x="336993" y="200400"/>
                    <a:pt x="344357" y="192901"/>
                    <a:pt x="353248" y="192901"/>
                  </a:cubicBezTo>
                  <a:cubicBezTo>
                    <a:pt x="369817" y="192901"/>
                    <a:pt x="381671" y="207090"/>
                    <a:pt x="392403" y="216565"/>
                  </a:cubicBezTo>
                  <a:cubicBezTo>
                    <a:pt x="405560" y="228150"/>
                    <a:pt x="415663" y="239330"/>
                    <a:pt x="428101" y="239330"/>
                  </a:cubicBezTo>
                  <a:cubicBezTo>
                    <a:pt x="440539" y="239330"/>
                    <a:pt x="450642" y="228150"/>
                    <a:pt x="463798" y="216565"/>
                  </a:cubicBezTo>
                  <a:cubicBezTo>
                    <a:pt x="474530" y="207090"/>
                    <a:pt x="486384" y="192901"/>
                    <a:pt x="502953" y="192901"/>
                  </a:cubicBezTo>
                  <a:cubicBezTo>
                    <a:pt x="511799" y="192901"/>
                    <a:pt x="519118" y="200265"/>
                    <a:pt x="519208" y="209246"/>
                  </a:cubicBezTo>
                  <a:lnTo>
                    <a:pt x="519208" y="230125"/>
                  </a:lnTo>
                  <a:cubicBezTo>
                    <a:pt x="519208" y="239690"/>
                    <a:pt x="526976" y="247458"/>
                    <a:pt x="536585" y="247458"/>
                  </a:cubicBezTo>
                  <a:lnTo>
                    <a:pt x="544084" y="247458"/>
                  </a:lnTo>
                  <a:cubicBezTo>
                    <a:pt x="546060" y="247458"/>
                    <a:pt x="547856" y="247458"/>
                    <a:pt x="547856" y="247458"/>
                  </a:cubicBezTo>
                  <a:cubicBezTo>
                    <a:pt x="549787" y="247458"/>
                    <a:pt x="551313" y="245886"/>
                    <a:pt x="551313" y="244000"/>
                  </a:cubicBezTo>
                  <a:cubicBezTo>
                    <a:pt x="551358" y="244090"/>
                    <a:pt x="551358" y="147774"/>
                    <a:pt x="551358" y="146966"/>
                  </a:cubicBezTo>
                  <a:moveTo>
                    <a:pt x="633844" y="36147"/>
                  </a:moveTo>
                  <a:cubicBezTo>
                    <a:pt x="637391" y="32465"/>
                    <a:pt x="641971" y="30579"/>
                    <a:pt x="647494" y="30579"/>
                  </a:cubicBezTo>
                  <a:cubicBezTo>
                    <a:pt x="651805" y="30579"/>
                    <a:pt x="656116" y="31791"/>
                    <a:pt x="660426" y="34171"/>
                  </a:cubicBezTo>
                  <a:cubicBezTo>
                    <a:pt x="664737" y="36551"/>
                    <a:pt x="668644" y="39649"/>
                    <a:pt x="672101" y="43421"/>
                  </a:cubicBezTo>
                  <a:cubicBezTo>
                    <a:pt x="675558" y="47193"/>
                    <a:pt x="678432" y="51413"/>
                    <a:pt x="680677" y="56038"/>
                  </a:cubicBezTo>
                  <a:cubicBezTo>
                    <a:pt x="682923" y="60663"/>
                    <a:pt x="684045" y="65288"/>
                    <a:pt x="684045" y="69913"/>
                  </a:cubicBezTo>
                  <a:cubicBezTo>
                    <a:pt x="684045" y="75751"/>
                    <a:pt x="682294" y="80555"/>
                    <a:pt x="678836" y="84237"/>
                  </a:cubicBezTo>
                  <a:cubicBezTo>
                    <a:pt x="675379" y="87919"/>
                    <a:pt x="670799" y="89805"/>
                    <a:pt x="665051" y="89805"/>
                  </a:cubicBezTo>
                  <a:cubicBezTo>
                    <a:pt x="660741" y="89805"/>
                    <a:pt x="656430" y="88593"/>
                    <a:pt x="652074" y="86213"/>
                  </a:cubicBezTo>
                  <a:cubicBezTo>
                    <a:pt x="647764" y="83833"/>
                    <a:pt x="643857" y="80735"/>
                    <a:pt x="640400" y="76963"/>
                  </a:cubicBezTo>
                  <a:cubicBezTo>
                    <a:pt x="636942" y="73191"/>
                    <a:pt x="634069" y="68970"/>
                    <a:pt x="631823" y="64345"/>
                  </a:cubicBezTo>
                  <a:cubicBezTo>
                    <a:pt x="629578" y="59720"/>
                    <a:pt x="628456" y="55095"/>
                    <a:pt x="628456" y="50470"/>
                  </a:cubicBezTo>
                  <a:cubicBezTo>
                    <a:pt x="628501" y="44633"/>
                    <a:pt x="630252" y="39873"/>
                    <a:pt x="633844" y="36147"/>
                  </a:cubicBezTo>
                  <a:moveTo>
                    <a:pt x="598865" y="45"/>
                  </a:moveTo>
                  <a:cubicBezTo>
                    <a:pt x="597024" y="45"/>
                    <a:pt x="596081" y="1123"/>
                    <a:pt x="596081" y="3278"/>
                  </a:cubicBezTo>
                  <a:lnTo>
                    <a:pt x="596081" y="51189"/>
                  </a:lnTo>
                  <a:cubicBezTo>
                    <a:pt x="596081" y="60439"/>
                    <a:pt x="598012" y="69240"/>
                    <a:pt x="601874" y="77547"/>
                  </a:cubicBezTo>
                  <a:cubicBezTo>
                    <a:pt x="605735" y="85899"/>
                    <a:pt x="610854" y="93263"/>
                    <a:pt x="617230" y="99639"/>
                  </a:cubicBezTo>
                  <a:cubicBezTo>
                    <a:pt x="623651" y="106060"/>
                    <a:pt x="631015" y="111089"/>
                    <a:pt x="639322" y="114816"/>
                  </a:cubicBezTo>
                  <a:cubicBezTo>
                    <a:pt x="647674" y="118543"/>
                    <a:pt x="656295" y="120384"/>
                    <a:pt x="665231" y="120384"/>
                  </a:cubicBezTo>
                  <a:cubicBezTo>
                    <a:pt x="672954" y="120384"/>
                    <a:pt x="679914" y="119126"/>
                    <a:pt x="686155" y="116657"/>
                  </a:cubicBezTo>
                  <a:cubicBezTo>
                    <a:pt x="692442" y="114187"/>
                    <a:pt x="697785" y="110730"/>
                    <a:pt x="702275" y="106239"/>
                  </a:cubicBezTo>
                  <a:cubicBezTo>
                    <a:pt x="706766" y="101749"/>
                    <a:pt x="710223" y="96406"/>
                    <a:pt x="712693" y="90164"/>
                  </a:cubicBezTo>
                  <a:cubicBezTo>
                    <a:pt x="715162" y="83878"/>
                    <a:pt x="716420" y="76918"/>
                    <a:pt x="716420" y="69195"/>
                  </a:cubicBezTo>
                  <a:cubicBezTo>
                    <a:pt x="716420" y="59945"/>
                    <a:pt x="714489" y="51144"/>
                    <a:pt x="710627" y="42837"/>
                  </a:cubicBezTo>
                  <a:cubicBezTo>
                    <a:pt x="706766" y="34485"/>
                    <a:pt x="701647" y="27121"/>
                    <a:pt x="695226" y="20745"/>
                  </a:cubicBezTo>
                  <a:cubicBezTo>
                    <a:pt x="688805" y="14324"/>
                    <a:pt x="681441" y="9295"/>
                    <a:pt x="673134" y="5568"/>
                  </a:cubicBezTo>
                  <a:cubicBezTo>
                    <a:pt x="664782" y="1841"/>
                    <a:pt x="656161" y="0"/>
                    <a:pt x="647225" y="0"/>
                  </a:cubicBezTo>
                  <a:lnTo>
                    <a:pt x="598865" y="0"/>
                  </a:lnTo>
                  <a:close/>
                  <a:moveTo>
                    <a:pt x="953685" y="87425"/>
                  </a:moveTo>
                  <a:lnTo>
                    <a:pt x="919469" y="87425"/>
                  </a:lnTo>
                  <a:cubicBezTo>
                    <a:pt x="914619" y="87425"/>
                    <a:pt x="910174" y="86123"/>
                    <a:pt x="905864" y="84327"/>
                  </a:cubicBezTo>
                  <a:cubicBezTo>
                    <a:pt x="902182" y="82755"/>
                    <a:pt x="896569" y="77861"/>
                    <a:pt x="894862" y="75975"/>
                  </a:cubicBezTo>
                  <a:cubicBezTo>
                    <a:pt x="891719" y="72518"/>
                    <a:pt x="889295" y="68521"/>
                    <a:pt x="887543" y="63941"/>
                  </a:cubicBezTo>
                  <a:cubicBezTo>
                    <a:pt x="885792" y="59406"/>
                    <a:pt x="884894" y="54736"/>
                    <a:pt x="884894" y="49977"/>
                  </a:cubicBezTo>
                  <a:cubicBezTo>
                    <a:pt x="884894" y="43825"/>
                    <a:pt x="886645" y="39020"/>
                    <a:pt x="890148" y="35653"/>
                  </a:cubicBezTo>
                  <a:cubicBezTo>
                    <a:pt x="890552" y="35248"/>
                    <a:pt x="892079" y="33991"/>
                    <a:pt x="893830" y="32958"/>
                  </a:cubicBezTo>
                  <a:cubicBezTo>
                    <a:pt x="895581" y="31926"/>
                    <a:pt x="897512" y="31387"/>
                    <a:pt x="898769" y="31117"/>
                  </a:cubicBezTo>
                  <a:cubicBezTo>
                    <a:pt x="900790" y="30624"/>
                    <a:pt x="903079" y="30354"/>
                    <a:pt x="905414" y="30354"/>
                  </a:cubicBezTo>
                  <a:cubicBezTo>
                    <a:pt x="907749" y="30354"/>
                    <a:pt x="910040" y="30624"/>
                    <a:pt x="912060" y="31117"/>
                  </a:cubicBezTo>
                  <a:cubicBezTo>
                    <a:pt x="915922" y="31881"/>
                    <a:pt x="919693" y="33407"/>
                    <a:pt x="923420" y="35742"/>
                  </a:cubicBezTo>
                  <a:cubicBezTo>
                    <a:pt x="928764" y="39110"/>
                    <a:pt x="934422" y="44274"/>
                    <a:pt x="938238" y="49213"/>
                  </a:cubicBezTo>
                  <a:lnTo>
                    <a:pt x="902631" y="49213"/>
                  </a:lnTo>
                  <a:cubicBezTo>
                    <a:pt x="900475" y="49213"/>
                    <a:pt x="899442" y="50156"/>
                    <a:pt x="899442" y="51997"/>
                  </a:cubicBezTo>
                  <a:cubicBezTo>
                    <a:pt x="899442" y="55679"/>
                    <a:pt x="899981" y="58059"/>
                    <a:pt x="901463" y="61067"/>
                  </a:cubicBezTo>
                  <a:cubicBezTo>
                    <a:pt x="902900" y="64076"/>
                    <a:pt x="909770" y="74538"/>
                    <a:pt x="923780" y="74538"/>
                  </a:cubicBezTo>
                  <a:lnTo>
                    <a:pt x="956918" y="74538"/>
                  </a:lnTo>
                  <a:cubicBezTo>
                    <a:pt x="962710" y="74538"/>
                    <a:pt x="966707" y="73012"/>
                    <a:pt x="968952" y="69913"/>
                  </a:cubicBezTo>
                  <a:cubicBezTo>
                    <a:pt x="971152" y="66860"/>
                    <a:pt x="971825" y="64211"/>
                    <a:pt x="971825" y="60035"/>
                  </a:cubicBezTo>
                  <a:cubicBezTo>
                    <a:pt x="971825" y="53254"/>
                    <a:pt x="970029" y="46609"/>
                    <a:pt x="966437" y="39469"/>
                  </a:cubicBezTo>
                  <a:cubicBezTo>
                    <a:pt x="962845" y="32330"/>
                    <a:pt x="957995" y="25819"/>
                    <a:pt x="951889" y="19937"/>
                  </a:cubicBezTo>
                  <a:cubicBezTo>
                    <a:pt x="945782" y="14055"/>
                    <a:pt x="938687" y="9295"/>
                    <a:pt x="930605" y="5613"/>
                  </a:cubicBezTo>
                  <a:cubicBezTo>
                    <a:pt x="922522" y="1931"/>
                    <a:pt x="914036" y="45"/>
                    <a:pt x="905190" y="45"/>
                  </a:cubicBezTo>
                  <a:lnTo>
                    <a:pt x="856471" y="45"/>
                  </a:lnTo>
                  <a:cubicBezTo>
                    <a:pt x="855034" y="45"/>
                    <a:pt x="853911" y="1167"/>
                    <a:pt x="853911" y="2604"/>
                  </a:cubicBezTo>
                  <a:lnTo>
                    <a:pt x="853911" y="51144"/>
                  </a:lnTo>
                  <a:cubicBezTo>
                    <a:pt x="853911" y="60214"/>
                    <a:pt x="855662" y="68836"/>
                    <a:pt x="859165" y="76918"/>
                  </a:cubicBezTo>
                  <a:cubicBezTo>
                    <a:pt x="862667" y="85001"/>
                    <a:pt x="867427" y="92095"/>
                    <a:pt x="873489" y="98157"/>
                  </a:cubicBezTo>
                  <a:cubicBezTo>
                    <a:pt x="879506" y="104264"/>
                    <a:pt x="886511" y="109068"/>
                    <a:pt x="894548" y="112571"/>
                  </a:cubicBezTo>
                  <a:cubicBezTo>
                    <a:pt x="902541" y="116118"/>
                    <a:pt x="911162" y="118049"/>
                    <a:pt x="920322" y="118049"/>
                  </a:cubicBezTo>
                  <a:lnTo>
                    <a:pt x="969221" y="118049"/>
                  </a:lnTo>
                  <a:cubicBezTo>
                    <a:pt x="970658" y="118049"/>
                    <a:pt x="971781" y="116926"/>
                    <a:pt x="971781" y="115489"/>
                  </a:cubicBezTo>
                  <a:lnTo>
                    <a:pt x="971781" y="105656"/>
                  </a:lnTo>
                  <a:cubicBezTo>
                    <a:pt x="971781" y="99953"/>
                    <a:pt x="970164" y="95508"/>
                    <a:pt x="966976" y="92230"/>
                  </a:cubicBezTo>
                  <a:cubicBezTo>
                    <a:pt x="963743" y="89042"/>
                    <a:pt x="959297" y="87425"/>
                    <a:pt x="953685" y="87425"/>
                  </a:cubicBezTo>
                  <a:moveTo>
                    <a:pt x="853866" y="106554"/>
                  </a:moveTo>
                  <a:lnTo>
                    <a:pt x="853866" y="114726"/>
                  </a:lnTo>
                  <a:cubicBezTo>
                    <a:pt x="853866" y="116881"/>
                    <a:pt x="852968" y="118094"/>
                    <a:pt x="851127" y="118094"/>
                  </a:cubicBezTo>
                  <a:lnTo>
                    <a:pt x="825443" y="118049"/>
                  </a:lnTo>
                  <a:cubicBezTo>
                    <a:pt x="821088" y="118049"/>
                    <a:pt x="817001" y="116522"/>
                    <a:pt x="813185" y="113783"/>
                  </a:cubicBezTo>
                  <a:cubicBezTo>
                    <a:pt x="813185" y="113783"/>
                    <a:pt x="774344" y="83160"/>
                    <a:pt x="774254" y="83070"/>
                  </a:cubicBezTo>
                  <a:cubicBezTo>
                    <a:pt x="771650" y="80735"/>
                    <a:pt x="769899" y="76918"/>
                    <a:pt x="769899" y="72563"/>
                  </a:cubicBezTo>
                  <a:lnTo>
                    <a:pt x="769899" y="59945"/>
                  </a:lnTo>
                  <a:cubicBezTo>
                    <a:pt x="769899" y="57790"/>
                    <a:pt x="770572" y="56712"/>
                    <a:pt x="771919" y="56712"/>
                  </a:cubicBezTo>
                  <a:cubicBezTo>
                    <a:pt x="773311" y="56712"/>
                    <a:pt x="775152" y="57610"/>
                    <a:pt x="776095" y="57879"/>
                  </a:cubicBezTo>
                  <a:cubicBezTo>
                    <a:pt x="778116" y="58598"/>
                    <a:pt x="780630" y="59271"/>
                    <a:pt x="780720" y="59316"/>
                  </a:cubicBezTo>
                  <a:cubicBezTo>
                    <a:pt x="784761" y="60618"/>
                    <a:pt x="788713" y="61292"/>
                    <a:pt x="792529" y="61292"/>
                  </a:cubicBezTo>
                  <a:cubicBezTo>
                    <a:pt x="800567" y="61292"/>
                    <a:pt x="806988" y="57700"/>
                    <a:pt x="809009" y="51997"/>
                  </a:cubicBezTo>
                  <a:cubicBezTo>
                    <a:pt x="810850" y="46699"/>
                    <a:pt x="805641" y="34440"/>
                    <a:pt x="787815" y="29950"/>
                  </a:cubicBezTo>
                  <a:cubicBezTo>
                    <a:pt x="774479" y="26582"/>
                    <a:pt x="762086" y="29187"/>
                    <a:pt x="758449" y="35832"/>
                  </a:cubicBezTo>
                  <a:cubicBezTo>
                    <a:pt x="758449" y="35832"/>
                    <a:pt x="757910" y="36865"/>
                    <a:pt x="757550" y="37943"/>
                  </a:cubicBezTo>
                  <a:cubicBezTo>
                    <a:pt x="757236" y="38975"/>
                    <a:pt x="757146" y="40547"/>
                    <a:pt x="757146" y="41176"/>
                  </a:cubicBezTo>
                  <a:lnTo>
                    <a:pt x="757146" y="89491"/>
                  </a:lnTo>
                  <a:cubicBezTo>
                    <a:pt x="757146" y="96765"/>
                    <a:pt x="756024" y="103455"/>
                    <a:pt x="751489" y="109427"/>
                  </a:cubicBezTo>
                  <a:cubicBezTo>
                    <a:pt x="748929" y="112840"/>
                    <a:pt x="745427" y="115669"/>
                    <a:pt x="741386" y="116971"/>
                  </a:cubicBezTo>
                  <a:cubicBezTo>
                    <a:pt x="738736" y="117824"/>
                    <a:pt x="735863" y="118094"/>
                    <a:pt x="733168" y="118094"/>
                  </a:cubicBezTo>
                  <a:cubicBezTo>
                    <a:pt x="731282" y="118094"/>
                    <a:pt x="728005" y="118004"/>
                    <a:pt x="726478" y="117196"/>
                  </a:cubicBezTo>
                  <a:cubicBezTo>
                    <a:pt x="725355" y="116567"/>
                    <a:pt x="725355" y="115399"/>
                    <a:pt x="725355" y="114277"/>
                  </a:cubicBezTo>
                  <a:lnTo>
                    <a:pt x="725355" y="106329"/>
                  </a:lnTo>
                  <a:lnTo>
                    <a:pt x="725355" y="100222"/>
                  </a:lnTo>
                  <a:lnTo>
                    <a:pt x="725355" y="82531"/>
                  </a:lnTo>
                  <a:lnTo>
                    <a:pt x="725355" y="2649"/>
                  </a:lnTo>
                  <a:cubicBezTo>
                    <a:pt x="725355" y="1212"/>
                    <a:pt x="726478" y="90"/>
                    <a:pt x="727915" y="90"/>
                  </a:cubicBezTo>
                  <a:cubicBezTo>
                    <a:pt x="728005" y="90"/>
                    <a:pt x="775556" y="90"/>
                    <a:pt x="775556" y="90"/>
                  </a:cubicBezTo>
                  <a:cubicBezTo>
                    <a:pt x="783414" y="90"/>
                    <a:pt x="791272" y="1437"/>
                    <a:pt x="799355" y="4131"/>
                  </a:cubicBezTo>
                  <a:cubicBezTo>
                    <a:pt x="807437" y="6825"/>
                    <a:pt x="814756" y="10462"/>
                    <a:pt x="821222" y="15087"/>
                  </a:cubicBezTo>
                  <a:cubicBezTo>
                    <a:pt x="827733" y="19712"/>
                    <a:pt x="833032" y="25145"/>
                    <a:pt x="837118" y="31387"/>
                  </a:cubicBezTo>
                  <a:cubicBezTo>
                    <a:pt x="841204" y="37628"/>
                    <a:pt x="843225" y="44319"/>
                    <a:pt x="843225" y="51369"/>
                  </a:cubicBezTo>
                  <a:cubicBezTo>
                    <a:pt x="843225" y="58912"/>
                    <a:pt x="840979" y="64974"/>
                    <a:pt x="836759" y="69779"/>
                  </a:cubicBezTo>
                  <a:cubicBezTo>
                    <a:pt x="830023" y="77502"/>
                    <a:pt x="822569" y="80465"/>
                    <a:pt x="820324" y="81902"/>
                  </a:cubicBezTo>
                  <a:cubicBezTo>
                    <a:pt x="822345" y="83474"/>
                    <a:pt x="827015" y="87201"/>
                    <a:pt x="833391" y="92230"/>
                  </a:cubicBezTo>
                  <a:cubicBezTo>
                    <a:pt x="845649" y="101929"/>
                    <a:pt x="851846" y="103680"/>
                    <a:pt x="851891" y="103680"/>
                  </a:cubicBezTo>
                  <a:cubicBezTo>
                    <a:pt x="852878" y="103994"/>
                    <a:pt x="853866" y="105296"/>
                    <a:pt x="853866" y="106554"/>
                  </a:cubicBezTo>
                  <a:moveTo>
                    <a:pt x="248491" y="17422"/>
                  </a:moveTo>
                  <a:cubicBezTo>
                    <a:pt x="248491" y="7813"/>
                    <a:pt x="240722" y="45"/>
                    <a:pt x="231158" y="45"/>
                  </a:cubicBezTo>
                  <a:lnTo>
                    <a:pt x="212748" y="45"/>
                  </a:lnTo>
                  <a:cubicBezTo>
                    <a:pt x="211850" y="45"/>
                    <a:pt x="210997" y="404"/>
                    <a:pt x="210368" y="988"/>
                  </a:cubicBezTo>
                  <a:lnTo>
                    <a:pt x="173548" y="35563"/>
                  </a:lnTo>
                  <a:cubicBezTo>
                    <a:pt x="160931" y="47417"/>
                    <a:pt x="143957" y="54063"/>
                    <a:pt x="125278" y="54063"/>
                  </a:cubicBezTo>
                  <a:cubicBezTo>
                    <a:pt x="105790" y="54063"/>
                    <a:pt x="88188" y="46788"/>
                    <a:pt x="75436" y="34036"/>
                  </a:cubicBezTo>
                  <a:cubicBezTo>
                    <a:pt x="75436" y="34036"/>
                    <a:pt x="48360" y="8576"/>
                    <a:pt x="48091" y="8352"/>
                  </a:cubicBezTo>
                  <a:cubicBezTo>
                    <a:pt x="42882" y="3502"/>
                    <a:pt x="35742" y="180"/>
                    <a:pt x="27525" y="0"/>
                  </a:cubicBezTo>
                  <a:lnTo>
                    <a:pt x="5523" y="0"/>
                  </a:lnTo>
                  <a:cubicBezTo>
                    <a:pt x="3592" y="0"/>
                    <a:pt x="2065" y="1572"/>
                    <a:pt x="2065" y="3458"/>
                  </a:cubicBezTo>
                  <a:lnTo>
                    <a:pt x="2065" y="100627"/>
                  </a:lnTo>
                  <a:cubicBezTo>
                    <a:pt x="2065" y="110191"/>
                    <a:pt x="9834" y="117959"/>
                    <a:pt x="19398" y="117959"/>
                  </a:cubicBezTo>
                  <a:lnTo>
                    <a:pt x="26088" y="117959"/>
                  </a:lnTo>
                  <a:lnTo>
                    <a:pt x="30624" y="117959"/>
                  </a:lnTo>
                  <a:cubicBezTo>
                    <a:pt x="32554" y="117959"/>
                    <a:pt x="34081" y="116387"/>
                    <a:pt x="34081" y="114457"/>
                  </a:cubicBezTo>
                  <a:lnTo>
                    <a:pt x="34081" y="79882"/>
                  </a:lnTo>
                  <a:cubicBezTo>
                    <a:pt x="34081" y="70811"/>
                    <a:pt x="41445" y="63357"/>
                    <a:pt x="50336" y="63357"/>
                  </a:cubicBezTo>
                  <a:cubicBezTo>
                    <a:pt x="66905" y="63357"/>
                    <a:pt x="78759" y="77547"/>
                    <a:pt x="89491" y="87021"/>
                  </a:cubicBezTo>
                  <a:cubicBezTo>
                    <a:pt x="102647" y="98606"/>
                    <a:pt x="112750" y="109787"/>
                    <a:pt x="125188" y="109787"/>
                  </a:cubicBezTo>
                  <a:cubicBezTo>
                    <a:pt x="137626" y="109787"/>
                    <a:pt x="147729" y="98606"/>
                    <a:pt x="160886" y="87021"/>
                  </a:cubicBezTo>
                  <a:cubicBezTo>
                    <a:pt x="171617" y="77547"/>
                    <a:pt x="183472" y="63357"/>
                    <a:pt x="200041" y="63357"/>
                  </a:cubicBezTo>
                  <a:cubicBezTo>
                    <a:pt x="208887" y="63357"/>
                    <a:pt x="216206" y="70721"/>
                    <a:pt x="216295" y="79702"/>
                  </a:cubicBezTo>
                  <a:lnTo>
                    <a:pt x="216295" y="100582"/>
                  </a:lnTo>
                  <a:cubicBezTo>
                    <a:pt x="216295" y="110146"/>
                    <a:pt x="224064" y="117914"/>
                    <a:pt x="233673" y="117914"/>
                  </a:cubicBezTo>
                  <a:lnTo>
                    <a:pt x="241171" y="117914"/>
                  </a:lnTo>
                  <a:cubicBezTo>
                    <a:pt x="243147" y="117914"/>
                    <a:pt x="244943" y="117914"/>
                    <a:pt x="244943" y="117914"/>
                  </a:cubicBezTo>
                  <a:cubicBezTo>
                    <a:pt x="246874" y="117914"/>
                    <a:pt x="248446" y="116342"/>
                    <a:pt x="248446" y="114412"/>
                  </a:cubicBezTo>
                  <a:cubicBezTo>
                    <a:pt x="248491" y="114546"/>
                    <a:pt x="248491" y="18230"/>
                    <a:pt x="248491" y="17422"/>
                  </a:cubicBezTo>
                  <a:moveTo>
                    <a:pt x="75346" y="159179"/>
                  </a:moveTo>
                  <a:cubicBezTo>
                    <a:pt x="80825" y="160661"/>
                    <a:pt x="85539" y="162547"/>
                    <a:pt x="89580" y="164837"/>
                  </a:cubicBezTo>
                  <a:cubicBezTo>
                    <a:pt x="91601" y="166050"/>
                    <a:pt x="93128" y="166858"/>
                    <a:pt x="94071" y="167127"/>
                  </a:cubicBezTo>
                  <a:cubicBezTo>
                    <a:pt x="95059" y="167442"/>
                    <a:pt x="96181" y="167576"/>
                    <a:pt x="97438" y="167576"/>
                  </a:cubicBezTo>
                  <a:cubicBezTo>
                    <a:pt x="100222" y="167576"/>
                    <a:pt x="103141" y="166050"/>
                    <a:pt x="106239" y="162951"/>
                  </a:cubicBezTo>
                  <a:lnTo>
                    <a:pt x="118049" y="150693"/>
                  </a:lnTo>
                  <a:cubicBezTo>
                    <a:pt x="118498" y="150244"/>
                    <a:pt x="118722" y="149705"/>
                    <a:pt x="118722" y="149076"/>
                  </a:cubicBezTo>
                  <a:cubicBezTo>
                    <a:pt x="118722" y="148313"/>
                    <a:pt x="118273" y="147460"/>
                    <a:pt x="117330" y="146517"/>
                  </a:cubicBezTo>
                  <a:cubicBezTo>
                    <a:pt x="110685" y="140500"/>
                    <a:pt x="102108" y="135785"/>
                    <a:pt x="91556" y="132418"/>
                  </a:cubicBezTo>
                  <a:cubicBezTo>
                    <a:pt x="81004" y="129050"/>
                    <a:pt x="69868" y="127344"/>
                    <a:pt x="58104" y="127344"/>
                  </a:cubicBezTo>
                  <a:cubicBezTo>
                    <a:pt x="50830" y="127344"/>
                    <a:pt x="43960" y="128017"/>
                    <a:pt x="37404" y="129409"/>
                  </a:cubicBezTo>
                  <a:cubicBezTo>
                    <a:pt x="30848" y="130801"/>
                    <a:pt x="25056" y="132956"/>
                    <a:pt x="19937" y="135875"/>
                  </a:cubicBezTo>
                  <a:cubicBezTo>
                    <a:pt x="14863" y="138839"/>
                    <a:pt x="10777" y="142655"/>
                    <a:pt x="7813" y="147325"/>
                  </a:cubicBezTo>
                  <a:cubicBezTo>
                    <a:pt x="4805" y="152040"/>
                    <a:pt x="3278" y="157698"/>
                    <a:pt x="3278" y="164343"/>
                  </a:cubicBezTo>
                  <a:cubicBezTo>
                    <a:pt x="3278" y="170226"/>
                    <a:pt x="4580" y="175210"/>
                    <a:pt x="7184" y="179386"/>
                  </a:cubicBezTo>
                  <a:cubicBezTo>
                    <a:pt x="9834" y="183562"/>
                    <a:pt x="13426" y="187109"/>
                    <a:pt x="18051" y="190028"/>
                  </a:cubicBezTo>
                  <a:cubicBezTo>
                    <a:pt x="22676" y="192946"/>
                    <a:pt x="28199" y="195326"/>
                    <a:pt x="34485" y="197077"/>
                  </a:cubicBezTo>
                  <a:cubicBezTo>
                    <a:pt x="40816" y="198873"/>
                    <a:pt x="47686" y="200265"/>
                    <a:pt x="55050" y="201343"/>
                  </a:cubicBezTo>
                  <a:cubicBezTo>
                    <a:pt x="60439" y="202106"/>
                    <a:pt x="64839" y="202870"/>
                    <a:pt x="68252" y="203543"/>
                  </a:cubicBezTo>
                  <a:cubicBezTo>
                    <a:pt x="71664" y="204262"/>
                    <a:pt x="74359" y="204935"/>
                    <a:pt x="76334" y="205609"/>
                  </a:cubicBezTo>
                  <a:cubicBezTo>
                    <a:pt x="78355" y="206327"/>
                    <a:pt x="79702" y="207046"/>
                    <a:pt x="80420" y="207944"/>
                  </a:cubicBezTo>
                  <a:cubicBezTo>
                    <a:pt x="81094" y="208797"/>
                    <a:pt x="81453" y="209830"/>
                    <a:pt x="81453" y="211087"/>
                  </a:cubicBezTo>
                  <a:cubicBezTo>
                    <a:pt x="81453" y="213556"/>
                    <a:pt x="79926" y="215263"/>
                    <a:pt x="76918" y="216295"/>
                  </a:cubicBezTo>
                  <a:cubicBezTo>
                    <a:pt x="73910" y="217283"/>
                    <a:pt x="69913" y="217822"/>
                    <a:pt x="65019" y="217822"/>
                  </a:cubicBezTo>
                  <a:cubicBezTo>
                    <a:pt x="56847" y="217822"/>
                    <a:pt x="49887" y="217104"/>
                    <a:pt x="44184" y="215712"/>
                  </a:cubicBezTo>
                  <a:cubicBezTo>
                    <a:pt x="38481" y="214320"/>
                    <a:pt x="33542" y="212389"/>
                    <a:pt x="29366" y="209919"/>
                  </a:cubicBezTo>
                  <a:cubicBezTo>
                    <a:pt x="27391" y="208707"/>
                    <a:pt x="25864" y="207944"/>
                    <a:pt x="24876" y="207629"/>
                  </a:cubicBezTo>
                  <a:cubicBezTo>
                    <a:pt x="23888" y="207315"/>
                    <a:pt x="22766" y="207180"/>
                    <a:pt x="21508" y="207180"/>
                  </a:cubicBezTo>
                  <a:cubicBezTo>
                    <a:pt x="18724" y="207180"/>
                    <a:pt x="15806" y="208752"/>
                    <a:pt x="12707" y="211805"/>
                  </a:cubicBezTo>
                  <a:lnTo>
                    <a:pt x="674" y="224288"/>
                  </a:lnTo>
                  <a:cubicBezTo>
                    <a:pt x="224" y="224737"/>
                    <a:pt x="0" y="225276"/>
                    <a:pt x="0" y="225905"/>
                  </a:cubicBezTo>
                  <a:cubicBezTo>
                    <a:pt x="0" y="226668"/>
                    <a:pt x="449" y="227521"/>
                    <a:pt x="1392" y="228464"/>
                  </a:cubicBezTo>
                  <a:cubicBezTo>
                    <a:pt x="4311" y="231383"/>
                    <a:pt x="8082" y="234077"/>
                    <a:pt x="12618" y="236457"/>
                  </a:cubicBezTo>
                  <a:cubicBezTo>
                    <a:pt x="17153" y="238837"/>
                    <a:pt x="22317" y="240857"/>
                    <a:pt x="28109" y="242474"/>
                  </a:cubicBezTo>
                  <a:cubicBezTo>
                    <a:pt x="33901" y="244090"/>
                    <a:pt x="40188" y="245347"/>
                    <a:pt x="46968" y="246290"/>
                  </a:cubicBezTo>
                  <a:cubicBezTo>
                    <a:pt x="53748" y="247233"/>
                    <a:pt x="60843" y="247682"/>
                    <a:pt x="68252" y="247682"/>
                  </a:cubicBezTo>
                  <a:lnTo>
                    <a:pt x="117106" y="247682"/>
                  </a:lnTo>
                  <a:cubicBezTo>
                    <a:pt x="117869" y="247682"/>
                    <a:pt x="118408" y="247368"/>
                    <a:pt x="118722" y="246739"/>
                  </a:cubicBezTo>
                  <a:cubicBezTo>
                    <a:pt x="118902" y="246425"/>
                    <a:pt x="118947" y="246021"/>
                    <a:pt x="118947" y="245572"/>
                  </a:cubicBezTo>
                  <a:lnTo>
                    <a:pt x="118947" y="218496"/>
                  </a:lnTo>
                  <a:cubicBezTo>
                    <a:pt x="118947" y="210638"/>
                    <a:pt x="118049" y="204127"/>
                    <a:pt x="116163" y="198918"/>
                  </a:cubicBezTo>
                  <a:cubicBezTo>
                    <a:pt x="114322" y="193754"/>
                    <a:pt x="111673" y="189578"/>
                    <a:pt x="108305" y="186345"/>
                  </a:cubicBezTo>
                  <a:cubicBezTo>
                    <a:pt x="104892" y="183113"/>
                    <a:pt x="100806" y="180643"/>
                    <a:pt x="95957" y="178937"/>
                  </a:cubicBezTo>
                  <a:cubicBezTo>
                    <a:pt x="91107" y="177230"/>
                    <a:pt x="85674" y="175928"/>
                    <a:pt x="79612" y="175030"/>
                  </a:cubicBezTo>
                  <a:cubicBezTo>
                    <a:pt x="67129" y="173144"/>
                    <a:pt x="57251" y="171483"/>
                    <a:pt x="49977" y="169911"/>
                  </a:cubicBezTo>
                  <a:cubicBezTo>
                    <a:pt x="42747" y="168384"/>
                    <a:pt x="39110" y="166139"/>
                    <a:pt x="39110" y="163221"/>
                  </a:cubicBezTo>
                  <a:cubicBezTo>
                    <a:pt x="39110" y="159045"/>
                    <a:pt x="44947" y="156979"/>
                    <a:pt x="56712" y="156979"/>
                  </a:cubicBezTo>
                  <a:cubicBezTo>
                    <a:pt x="63627" y="156979"/>
                    <a:pt x="69868" y="157698"/>
                    <a:pt x="75346" y="159179"/>
                  </a:cubicBezTo>
                </a:path>
              </a:pathLst>
            </a:custGeom>
            <a:solidFill>
              <a:srgbClr val="2DBECD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pic>
          <p:nvPicPr>
            <p:cNvPr id="84" name="Grafik 83">
              <a:extLst>
                <a:ext uri="{FF2B5EF4-FFF2-40B4-BE49-F238E27FC236}">
                  <a16:creationId xmlns:a16="http://schemas.microsoft.com/office/drawing/2014/main" id="{E0D947F3-1C6F-4FC3-9EC5-7CDE56B31E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15688" y="6166994"/>
              <a:ext cx="1237859" cy="248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23254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166E0691-89EC-4474-BB0D-332F03B8E5DC}"/>
              </a:ext>
            </a:extLst>
          </p:cNvPr>
          <p:cNvSpPr/>
          <p:nvPr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13FBDD19-69C3-4686-A489-22E4E892FB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951538" y="3597205"/>
            <a:ext cx="5617069" cy="576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2A80AA0-4D4B-4F07-A490-BA8F1061E2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952081" y="2877197"/>
            <a:ext cx="5616521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Subtitle and other information of this presentation</a:t>
            </a:r>
            <a:endParaRPr lang="en-US" dirty="0"/>
          </a:p>
          <a:p>
            <a:pPr lvl="0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511C36E-C346-41C8-99BD-464DE6B367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952081" y="1484784"/>
            <a:ext cx="5616521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1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sp>
        <p:nvSpPr>
          <p:cNvPr id="16" name="Rechteck 18">
            <a:extLst>
              <a:ext uri="{FF2B5EF4-FFF2-40B4-BE49-F238E27FC236}">
                <a16:creationId xmlns:a16="http://schemas.microsoft.com/office/drawing/2014/main" id="{99497817-9BFC-4FF5-984D-A55D14B06FF0}"/>
              </a:ext>
            </a:extLst>
          </p:cNvPr>
          <p:cNvSpPr/>
          <p:nvPr/>
        </p:nvSpPr>
        <p:spPr bwMode="gray">
          <a:xfrm>
            <a:off x="5951535" y="404664"/>
            <a:ext cx="5617068" cy="14386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lIns="0" tIns="0" rIns="0" bIns="0" rtlCol="0" anchor="t" anchorCtr="0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700" kern="0" dirty="0">
                <a:solidFill>
                  <a:schemeClr val="accent1"/>
                </a:solidFill>
                <a:latin typeface="+mn-lt"/>
              </a:rPr>
              <a:t>The businesses of Merck KGaA, Darmstadt, Germany operate as </a:t>
            </a:r>
            <a:br>
              <a:rPr lang="en-US" sz="700" kern="0" dirty="0">
                <a:solidFill>
                  <a:schemeClr val="accent1"/>
                </a:solidFill>
                <a:latin typeface="+mn-lt"/>
              </a:rPr>
            </a:br>
            <a:r>
              <a:rPr lang="en-US" sz="700" kern="0" dirty="0">
                <a:solidFill>
                  <a:schemeClr val="accent1"/>
                </a:solidFill>
                <a:latin typeface="+mn-lt"/>
              </a:rPr>
              <a:t>EMD Serono, MilliporeSigma and EMD Electronics in the U.S. and Canada.</a:t>
            </a:r>
          </a:p>
        </p:txBody>
      </p:sp>
      <p:sp>
        <p:nvSpPr>
          <p:cNvPr id="12" name="Rechteck 19">
            <a:extLst>
              <a:ext uri="{FF2B5EF4-FFF2-40B4-BE49-F238E27FC236}">
                <a16:creationId xmlns:a16="http://schemas.microsoft.com/office/drawing/2014/main" id="{EB8B372F-D414-49FB-A8C4-25FAD3A9F0C7}"/>
              </a:ext>
            </a:extLst>
          </p:cNvPr>
          <p:cNvSpPr/>
          <p:nvPr/>
        </p:nvSpPr>
        <p:spPr bwMode="gray">
          <a:xfrm>
            <a:off x="0" y="-387424"/>
            <a:ext cx="12192000" cy="288032"/>
          </a:xfrm>
          <a:prstGeom prst="rect">
            <a:avLst/>
          </a:prstGeom>
          <a:solidFill>
            <a:srgbClr val="E61E50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400" kern="0" dirty="0">
                <a:solidFill>
                  <a:srgbClr val="FFFFFF"/>
                </a:solidFill>
                <a:latin typeface="+mn-lt"/>
              </a:rPr>
              <a:t>Only to be used in USA &amp; Canada, never outside these two countries</a:t>
            </a: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pic>
        <p:nvPicPr>
          <p:cNvPr id="13" name="Vibradt M - alt" hidden="1">
            <a:extLst>
              <a:ext uri="{FF2B5EF4-FFF2-40B4-BE49-F238E27FC236}">
                <a16:creationId xmlns:a16="http://schemas.microsoft.com/office/drawing/2014/main" id="{534EA63A-9161-4B46-BD1D-9455874B2C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512"/>
          <a:stretch/>
        </p:blipFill>
        <p:spPr>
          <a:xfrm>
            <a:off x="-1" y="1412776"/>
            <a:ext cx="5347345" cy="4837711"/>
          </a:xfrm>
          <a:prstGeom prst="rect">
            <a:avLst/>
          </a:prstGeom>
          <a:ln w="0">
            <a:solidFill>
              <a:schemeClr val="accent3"/>
            </a:solidFill>
          </a:ln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A76BE3C6-2610-4FCC-99DC-0B7D52AE4E03}"/>
              </a:ext>
            </a:extLst>
          </p:cNvPr>
          <p:cNvGrpSpPr/>
          <p:nvPr/>
        </p:nvGrpSpPr>
        <p:grpSpPr>
          <a:xfrm>
            <a:off x="-680" y="1492427"/>
            <a:ext cx="5296761" cy="4592920"/>
            <a:chOff x="-680" y="1492427"/>
            <a:chExt cx="5296761" cy="4592920"/>
          </a:xfrm>
        </p:grpSpPr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0D612AFB-3C9C-4354-9694-5B04BFEF0A2D}"/>
                </a:ext>
              </a:extLst>
            </p:cNvPr>
            <p:cNvSpPr/>
            <p:nvPr/>
          </p:nvSpPr>
          <p:spPr>
            <a:xfrm>
              <a:off x="1426604" y="1639291"/>
              <a:ext cx="3629952" cy="2493979"/>
            </a:xfrm>
            <a:custGeom>
              <a:avLst/>
              <a:gdLst>
                <a:gd name="connsiteX0" fmla="*/ 0 w 2502418"/>
                <a:gd name="connsiteY0" fmla="*/ 1252915 h 1719301"/>
                <a:gd name="connsiteX1" fmla="*/ 83434 w 2502418"/>
                <a:gd name="connsiteY1" fmla="*/ 1298851 h 1719301"/>
                <a:gd name="connsiteX2" fmla="*/ 1087453 w 2502418"/>
                <a:gd name="connsiteY2" fmla="*/ 1638211 h 1719301"/>
                <a:gd name="connsiteX3" fmla="*/ 1344786 w 2502418"/>
                <a:gd name="connsiteY3" fmla="*/ 1587589 h 1719301"/>
                <a:gd name="connsiteX4" fmla="*/ 1670554 w 2502418"/>
                <a:gd name="connsiteY4" fmla="*/ 1717896 h 1719301"/>
                <a:gd name="connsiteX5" fmla="*/ 1671491 w 2502418"/>
                <a:gd name="connsiteY5" fmla="*/ 1719302 h 1719301"/>
                <a:gd name="connsiteX6" fmla="*/ 1773674 w 2502418"/>
                <a:gd name="connsiteY6" fmla="*/ 1701959 h 1719301"/>
                <a:gd name="connsiteX7" fmla="*/ 2317869 w 2502418"/>
                <a:gd name="connsiteY7" fmla="*/ 1566964 h 1719301"/>
                <a:gd name="connsiteX8" fmla="*/ 2473957 w 2502418"/>
                <a:gd name="connsiteY8" fmla="*/ 1230416 h 1719301"/>
                <a:gd name="connsiteX9" fmla="*/ 1998664 w 2502418"/>
                <a:gd name="connsiteY9" fmla="*/ 265301 h 1719301"/>
                <a:gd name="connsiteX10" fmla="*/ 1572120 w 2502418"/>
                <a:gd name="connsiteY10" fmla="*/ 0 h 1719301"/>
                <a:gd name="connsiteX11" fmla="*/ 1558996 w 2502418"/>
                <a:gd name="connsiteY11" fmla="*/ 0 h 1719301"/>
                <a:gd name="connsiteX12" fmla="*/ 692783 w 2502418"/>
                <a:gd name="connsiteY12" fmla="*/ 805278 h 1719301"/>
                <a:gd name="connsiteX13" fmla="*/ 551226 w 2502418"/>
                <a:gd name="connsiteY13" fmla="*/ 927617 h 1719301"/>
                <a:gd name="connsiteX14" fmla="*/ 97027 w 2502418"/>
                <a:gd name="connsiteY14" fmla="*/ 1211667 h 1719301"/>
                <a:gd name="connsiteX15" fmla="*/ 0 w 2502418"/>
                <a:gd name="connsiteY15" fmla="*/ 1252915 h 1719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02418" h="1719301">
                  <a:moveTo>
                    <a:pt x="0" y="1252915"/>
                  </a:moveTo>
                  <a:cubicBezTo>
                    <a:pt x="22499" y="1271665"/>
                    <a:pt x="50623" y="1287601"/>
                    <a:pt x="83434" y="1298851"/>
                  </a:cubicBezTo>
                  <a:lnTo>
                    <a:pt x="1087453" y="1638211"/>
                  </a:lnTo>
                  <a:cubicBezTo>
                    <a:pt x="1171825" y="1604463"/>
                    <a:pt x="1257603" y="1587589"/>
                    <a:pt x="1344786" y="1587589"/>
                  </a:cubicBezTo>
                  <a:cubicBezTo>
                    <a:pt x="1477437" y="1587589"/>
                    <a:pt x="1585714" y="1631180"/>
                    <a:pt x="1670554" y="1717896"/>
                  </a:cubicBezTo>
                  <a:cubicBezTo>
                    <a:pt x="1671022" y="1718364"/>
                    <a:pt x="1671022" y="1718833"/>
                    <a:pt x="1671491" y="1719302"/>
                  </a:cubicBezTo>
                  <a:cubicBezTo>
                    <a:pt x="1708052" y="1715552"/>
                    <a:pt x="1742738" y="1709458"/>
                    <a:pt x="1773674" y="1701959"/>
                  </a:cubicBezTo>
                  <a:lnTo>
                    <a:pt x="2317869" y="1566964"/>
                  </a:lnTo>
                  <a:cubicBezTo>
                    <a:pt x="2476300" y="1527591"/>
                    <a:pt x="2546141" y="1377129"/>
                    <a:pt x="2473957" y="1230416"/>
                  </a:cubicBezTo>
                  <a:lnTo>
                    <a:pt x="1998664" y="265301"/>
                  </a:lnTo>
                  <a:cubicBezTo>
                    <a:pt x="1926480" y="118589"/>
                    <a:pt x="1735238" y="0"/>
                    <a:pt x="1572120" y="0"/>
                  </a:cubicBezTo>
                  <a:lnTo>
                    <a:pt x="1558996" y="0"/>
                  </a:lnTo>
                  <a:lnTo>
                    <a:pt x="692783" y="805278"/>
                  </a:lnTo>
                  <a:cubicBezTo>
                    <a:pt x="646379" y="848401"/>
                    <a:pt x="599506" y="889181"/>
                    <a:pt x="551226" y="927617"/>
                  </a:cubicBezTo>
                  <a:cubicBezTo>
                    <a:pt x="409201" y="1041518"/>
                    <a:pt x="257333" y="1136202"/>
                    <a:pt x="97027" y="1211667"/>
                  </a:cubicBezTo>
                  <a:cubicBezTo>
                    <a:pt x="65153" y="1226666"/>
                    <a:pt x="32811" y="1240260"/>
                    <a:pt x="0" y="1252915"/>
                  </a:cubicBezTo>
                  <a:close/>
                </a:path>
              </a:pathLst>
            </a:custGeom>
            <a:solidFill>
              <a:schemeClr val="accent1"/>
            </a:solidFill>
            <a:ln w="222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27BFF8FF-702F-48AF-B848-CDC8B386C889}"/>
                </a:ext>
              </a:extLst>
            </p:cNvPr>
            <p:cNvGrpSpPr/>
            <p:nvPr/>
          </p:nvGrpSpPr>
          <p:grpSpPr>
            <a:xfrm>
              <a:off x="-680" y="1492427"/>
              <a:ext cx="5296761" cy="4592920"/>
              <a:chOff x="-680" y="1492427"/>
              <a:chExt cx="5296761" cy="4592920"/>
            </a:xfrm>
          </p:grpSpPr>
          <p:sp>
            <p:nvSpPr>
              <p:cNvPr id="49" name="Freihandform: Form 48">
                <a:extLst>
                  <a:ext uri="{FF2B5EF4-FFF2-40B4-BE49-F238E27FC236}">
                    <a16:creationId xmlns:a16="http://schemas.microsoft.com/office/drawing/2014/main" id="{74B9ED3E-F864-4165-A377-A40A3BA03133}"/>
                  </a:ext>
                </a:extLst>
              </p:cNvPr>
              <p:cNvSpPr/>
              <p:nvPr/>
            </p:nvSpPr>
            <p:spPr>
              <a:xfrm>
                <a:off x="-680" y="3456741"/>
                <a:ext cx="3005400" cy="2304961"/>
              </a:xfrm>
              <a:custGeom>
                <a:avLst/>
                <a:gdLst>
                  <a:gd name="connsiteX0" fmla="*/ 1427283 w 3005400"/>
                  <a:gd name="connsiteY0" fmla="*/ 0 h 2304961"/>
                  <a:gd name="connsiteX1" fmla="*/ 1548310 w 3005400"/>
                  <a:gd name="connsiteY1" fmla="*/ 66634 h 2304961"/>
                  <a:gd name="connsiteX2" fmla="*/ 3005400 w 3005400"/>
                  <a:gd name="connsiteY2" fmla="*/ 558902 h 2304961"/>
                  <a:gd name="connsiteX3" fmla="*/ 2963923 w 3005400"/>
                  <a:gd name="connsiteY3" fmla="*/ 576580 h 2304961"/>
                  <a:gd name="connsiteX4" fmla="*/ 2955085 w 3005400"/>
                  <a:gd name="connsiteY4" fmla="*/ 579980 h 2304961"/>
                  <a:gd name="connsiteX5" fmla="*/ 2936046 w 3005400"/>
                  <a:gd name="connsiteY5" fmla="*/ 589499 h 2304961"/>
                  <a:gd name="connsiteX6" fmla="*/ 2822498 w 3005400"/>
                  <a:gd name="connsiteY6" fmla="*/ 647973 h 2304961"/>
                  <a:gd name="connsiteX7" fmla="*/ 1462639 w 3005400"/>
                  <a:gd name="connsiteY7" fmla="*/ 188340 h 2304961"/>
                  <a:gd name="connsiteX8" fmla="*/ 839145 w 3005400"/>
                  <a:gd name="connsiteY8" fmla="*/ 421557 h 2304961"/>
                  <a:gd name="connsiteX9" fmla="*/ 221769 w 3005400"/>
                  <a:gd name="connsiteY9" fmla="*/ 1475446 h 2304961"/>
                  <a:gd name="connsiteX10" fmla="*/ 234687 w 3005400"/>
                  <a:gd name="connsiteY10" fmla="*/ 2208410 h 2304961"/>
                  <a:gd name="connsiteX11" fmla="*/ 295882 w 3005400"/>
                  <a:gd name="connsiteY11" fmla="*/ 2304961 h 2304961"/>
                  <a:gd name="connsiteX12" fmla="*/ 118419 w 3005400"/>
                  <a:gd name="connsiteY12" fmla="*/ 2247167 h 2304961"/>
                  <a:gd name="connsiteX13" fmla="*/ 0 w 3005400"/>
                  <a:gd name="connsiteY13" fmla="*/ 2184719 h 2304961"/>
                  <a:gd name="connsiteX14" fmla="*/ 0 w 3005400"/>
                  <a:gd name="connsiteY14" fmla="*/ 1536789 h 2304961"/>
                  <a:gd name="connsiteX15" fmla="*/ 91903 w 3005400"/>
                  <a:gd name="connsiteY15" fmla="*/ 1414252 h 2304961"/>
                  <a:gd name="connsiteX16" fmla="*/ 711997 w 3005400"/>
                  <a:gd name="connsiteY16" fmla="*/ 354923 h 2304961"/>
                  <a:gd name="connsiteX17" fmla="*/ 773191 w 3005400"/>
                  <a:gd name="connsiteY17" fmla="*/ 148224 h 2304961"/>
                  <a:gd name="connsiteX18" fmla="*/ 1427283 w 3005400"/>
                  <a:gd name="connsiteY18" fmla="*/ 0 h 2304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005400" h="2304961">
                    <a:moveTo>
                      <a:pt x="1427283" y="0"/>
                    </a:moveTo>
                    <a:cubicBezTo>
                      <a:pt x="1459919" y="27197"/>
                      <a:pt x="1500035" y="50315"/>
                      <a:pt x="1548310" y="66634"/>
                    </a:cubicBezTo>
                    <a:lnTo>
                      <a:pt x="3005400" y="558902"/>
                    </a:lnTo>
                    <a:cubicBezTo>
                      <a:pt x="2991800" y="564342"/>
                      <a:pt x="2977521" y="570460"/>
                      <a:pt x="2963923" y="576580"/>
                    </a:cubicBezTo>
                    <a:cubicBezTo>
                      <a:pt x="2960523" y="577260"/>
                      <a:pt x="2957803" y="578620"/>
                      <a:pt x="2955085" y="579980"/>
                    </a:cubicBezTo>
                    <a:cubicBezTo>
                      <a:pt x="2948965" y="582700"/>
                      <a:pt x="2942846" y="586779"/>
                      <a:pt x="2936046" y="589499"/>
                    </a:cubicBezTo>
                    <a:cubicBezTo>
                      <a:pt x="2897970" y="607857"/>
                      <a:pt x="2859894" y="627575"/>
                      <a:pt x="2822498" y="647973"/>
                    </a:cubicBezTo>
                    <a:lnTo>
                      <a:pt x="1462639" y="188340"/>
                    </a:lnTo>
                    <a:cubicBezTo>
                      <a:pt x="1238264" y="112868"/>
                      <a:pt x="958811" y="216898"/>
                      <a:pt x="839145" y="421557"/>
                    </a:cubicBezTo>
                    <a:lnTo>
                      <a:pt x="221769" y="1475446"/>
                    </a:lnTo>
                    <a:cubicBezTo>
                      <a:pt x="102100" y="1680106"/>
                      <a:pt x="107540" y="2008512"/>
                      <a:pt x="234687" y="2208410"/>
                    </a:cubicBezTo>
                    <a:lnTo>
                      <a:pt x="295882" y="2304961"/>
                    </a:lnTo>
                    <a:cubicBezTo>
                      <a:pt x="235368" y="2292042"/>
                      <a:pt x="176213" y="2273003"/>
                      <a:pt x="118419" y="2247167"/>
                    </a:cubicBezTo>
                    <a:lnTo>
                      <a:pt x="0" y="2184719"/>
                    </a:lnTo>
                    <a:lnTo>
                      <a:pt x="0" y="1536789"/>
                    </a:lnTo>
                    <a:lnTo>
                      <a:pt x="91903" y="1414252"/>
                    </a:lnTo>
                    <a:lnTo>
                      <a:pt x="711997" y="354923"/>
                    </a:lnTo>
                    <a:cubicBezTo>
                      <a:pt x="749394" y="291009"/>
                      <a:pt x="769112" y="219618"/>
                      <a:pt x="773191" y="148224"/>
                    </a:cubicBezTo>
                    <a:cubicBezTo>
                      <a:pt x="1010487" y="125787"/>
                      <a:pt x="1228065" y="76153"/>
                      <a:pt x="1427283" y="0"/>
                    </a:cubicBezTo>
                    <a:close/>
                  </a:path>
                </a:pathLst>
              </a:custGeom>
              <a:solidFill>
                <a:srgbClr val="96D7D2"/>
              </a:solidFill>
              <a:ln w="222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" name="Freihandform: Form 6">
                <a:extLst>
                  <a:ext uri="{FF2B5EF4-FFF2-40B4-BE49-F238E27FC236}">
                    <a16:creationId xmlns:a16="http://schemas.microsoft.com/office/drawing/2014/main" id="{04BC4628-ED03-4012-A249-FC1268B0D5CD}"/>
                  </a:ext>
                </a:extLst>
              </p:cNvPr>
              <p:cNvSpPr/>
              <p:nvPr/>
            </p:nvSpPr>
            <p:spPr>
              <a:xfrm>
                <a:off x="3687369" y="1492427"/>
                <a:ext cx="1608031" cy="2786349"/>
              </a:xfrm>
              <a:custGeom>
                <a:avLst/>
                <a:gdLst>
                  <a:gd name="connsiteX0" fmla="*/ 22030 w 1108545"/>
                  <a:gd name="connsiteY0" fmla="*/ 80622 h 1920855"/>
                  <a:gd name="connsiteX1" fmla="*/ 0 w 1108545"/>
                  <a:gd name="connsiteY1" fmla="*/ 101246 h 1920855"/>
                  <a:gd name="connsiteX2" fmla="*/ 13124 w 1108545"/>
                  <a:gd name="connsiteY2" fmla="*/ 101246 h 1920855"/>
                  <a:gd name="connsiteX3" fmla="*/ 439669 w 1108545"/>
                  <a:gd name="connsiteY3" fmla="*/ 366547 h 1920855"/>
                  <a:gd name="connsiteX4" fmla="*/ 915898 w 1108545"/>
                  <a:gd name="connsiteY4" fmla="*/ 1331662 h 1920855"/>
                  <a:gd name="connsiteX5" fmla="*/ 759811 w 1108545"/>
                  <a:gd name="connsiteY5" fmla="*/ 1668210 h 1920855"/>
                  <a:gd name="connsiteX6" fmla="*/ 215616 w 1108545"/>
                  <a:gd name="connsiteY6" fmla="*/ 1803204 h 1920855"/>
                  <a:gd name="connsiteX7" fmla="*/ 113433 w 1108545"/>
                  <a:gd name="connsiteY7" fmla="*/ 1820547 h 1920855"/>
                  <a:gd name="connsiteX8" fmla="*/ 186086 w 1108545"/>
                  <a:gd name="connsiteY8" fmla="*/ 1920856 h 1920855"/>
                  <a:gd name="connsiteX9" fmla="*/ 257801 w 1108545"/>
                  <a:gd name="connsiteY9" fmla="*/ 1894138 h 1920855"/>
                  <a:gd name="connsiteX10" fmla="*/ 796841 w 1108545"/>
                  <a:gd name="connsiteY10" fmla="*/ 1760550 h 1920855"/>
                  <a:gd name="connsiteX11" fmla="*/ 1108546 w 1108545"/>
                  <a:gd name="connsiteY11" fmla="*/ 1866483 h 1920855"/>
                  <a:gd name="connsiteX12" fmla="*/ 1108546 w 1108545"/>
                  <a:gd name="connsiteY12" fmla="*/ 1402440 h 1920855"/>
                  <a:gd name="connsiteX13" fmla="*/ 1005426 w 1108545"/>
                  <a:gd name="connsiteY13" fmla="*/ 1290414 h 1920855"/>
                  <a:gd name="connsiteX14" fmla="*/ 532008 w 1108545"/>
                  <a:gd name="connsiteY14" fmla="*/ 329986 h 1920855"/>
                  <a:gd name="connsiteX15" fmla="*/ 533883 w 1108545"/>
                  <a:gd name="connsiteY15" fmla="*/ 0 h 1920855"/>
                  <a:gd name="connsiteX16" fmla="*/ 171087 w 1108545"/>
                  <a:gd name="connsiteY16" fmla="*/ 0 h 1920855"/>
                  <a:gd name="connsiteX17" fmla="*/ 135463 w 1108545"/>
                  <a:gd name="connsiteY17" fmla="*/ 3750 h 1920855"/>
                  <a:gd name="connsiteX18" fmla="*/ 132651 w 1108545"/>
                  <a:gd name="connsiteY18" fmla="*/ 4687 h 1920855"/>
                  <a:gd name="connsiteX19" fmla="*/ 113901 w 1108545"/>
                  <a:gd name="connsiteY19" fmla="*/ 10781 h 1920855"/>
                  <a:gd name="connsiteX20" fmla="*/ 102652 w 1108545"/>
                  <a:gd name="connsiteY20" fmla="*/ 15468 h 1920855"/>
                  <a:gd name="connsiteX21" fmla="*/ 22030 w 1108545"/>
                  <a:gd name="connsiteY21" fmla="*/ 80622 h 1920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08545" h="1920855">
                    <a:moveTo>
                      <a:pt x="22030" y="80622"/>
                    </a:moveTo>
                    <a:lnTo>
                      <a:pt x="0" y="101246"/>
                    </a:lnTo>
                    <a:lnTo>
                      <a:pt x="13124" y="101246"/>
                    </a:lnTo>
                    <a:cubicBezTo>
                      <a:pt x="176711" y="101246"/>
                      <a:pt x="367484" y="219834"/>
                      <a:pt x="439669" y="366547"/>
                    </a:cubicBezTo>
                    <a:lnTo>
                      <a:pt x="915898" y="1331662"/>
                    </a:lnTo>
                    <a:cubicBezTo>
                      <a:pt x="988083" y="1478375"/>
                      <a:pt x="918242" y="1628837"/>
                      <a:pt x="759811" y="1668210"/>
                    </a:cubicBezTo>
                    <a:lnTo>
                      <a:pt x="215616" y="1803204"/>
                    </a:lnTo>
                    <a:cubicBezTo>
                      <a:pt x="184679" y="1810704"/>
                      <a:pt x="149993" y="1816797"/>
                      <a:pt x="113433" y="1820547"/>
                    </a:cubicBezTo>
                    <a:cubicBezTo>
                      <a:pt x="142962" y="1851015"/>
                      <a:pt x="166868" y="1884763"/>
                      <a:pt x="186086" y="1920856"/>
                    </a:cubicBezTo>
                    <a:cubicBezTo>
                      <a:pt x="209522" y="1909606"/>
                      <a:pt x="233427" y="1900232"/>
                      <a:pt x="257801" y="1894138"/>
                    </a:cubicBezTo>
                    <a:lnTo>
                      <a:pt x="796841" y="1760550"/>
                    </a:lnTo>
                    <a:cubicBezTo>
                      <a:pt x="914492" y="1731489"/>
                      <a:pt x="1035893" y="1776487"/>
                      <a:pt x="1108546" y="1866483"/>
                    </a:cubicBezTo>
                    <a:lnTo>
                      <a:pt x="1108546" y="1402440"/>
                    </a:lnTo>
                    <a:cubicBezTo>
                      <a:pt x="1066361" y="1378535"/>
                      <a:pt x="1030268" y="1341037"/>
                      <a:pt x="1005426" y="1290414"/>
                    </a:cubicBezTo>
                    <a:lnTo>
                      <a:pt x="532008" y="329986"/>
                    </a:lnTo>
                    <a:cubicBezTo>
                      <a:pt x="482792" y="230146"/>
                      <a:pt x="487010" y="103589"/>
                      <a:pt x="533883" y="0"/>
                    </a:cubicBezTo>
                    <a:lnTo>
                      <a:pt x="171087" y="0"/>
                    </a:lnTo>
                    <a:cubicBezTo>
                      <a:pt x="158899" y="0"/>
                      <a:pt x="146712" y="1406"/>
                      <a:pt x="135463" y="3750"/>
                    </a:cubicBezTo>
                    <a:cubicBezTo>
                      <a:pt x="134525" y="3750"/>
                      <a:pt x="133588" y="4219"/>
                      <a:pt x="132651" y="4687"/>
                    </a:cubicBezTo>
                    <a:cubicBezTo>
                      <a:pt x="126088" y="6093"/>
                      <a:pt x="119995" y="8437"/>
                      <a:pt x="113901" y="10781"/>
                    </a:cubicBezTo>
                    <a:cubicBezTo>
                      <a:pt x="110151" y="12187"/>
                      <a:pt x="106402" y="13593"/>
                      <a:pt x="102652" y="15468"/>
                    </a:cubicBezTo>
                    <a:cubicBezTo>
                      <a:pt x="82028" y="25780"/>
                      <a:pt x="55310" y="47810"/>
                      <a:pt x="22030" y="80622"/>
                    </a:cubicBezTo>
                    <a:close/>
                  </a:path>
                </a:pathLst>
              </a:custGeom>
              <a:solidFill>
                <a:srgbClr val="96D7D2"/>
              </a:solidFill>
              <a:ln w="222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4" name="Freihandform: Form 23">
                <a:extLst>
                  <a:ext uri="{FF2B5EF4-FFF2-40B4-BE49-F238E27FC236}">
                    <a16:creationId xmlns:a16="http://schemas.microsoft.com/office/drawing/2014/main" id="{7F3A4F69-8FC8-474E-BD77-D9AC804943A7}"/>
                  </a:ext>
                </a:extLst>
              </p:cNvPr>
              <p:cNvSpPr/>
              <p:nvPr/>
            </p:nvSpPr>
            <p:spPr>
              <a:xfrm>
                <a:off x="134186" y="3620219"/>
                <a:ext cx="2687632" cy="2160519"/>
              </a:xfrm>
              <a:custGeom>
                <a:avLst/>
                <a:gdLst>
                  <a:gd name="connsiteX0" fmla="*/ 914873 w 1852801"/>
                  <a:gd name="connsiteY0" fmla="*/ 17139 h 1489420"/>
                  <a:gd name="connsiteX1" fmla="*/ 485048 w 1852801"/>
                  <a:gd name="connsiteY1" fmla="*/ 177914 h 1489420"/>
                  <a:gd name="connsiteX2" fmla="*/ 59441 w 1852801"/>
                  <a:gd name="connsiteY2" fmla="*/ 904445 h 1489420"/>
                  <a:gd name="connsiteX3" fmla="*/ 68347 w 1852801"/>
                  <a:gd name="connsiteY3" fmla="*/ 1409736 h 1489420"/>
                  <a:gd name="connsiteX4" fmla="*/ 110533 w 1852801"/>
                  <a:gd name="connsiteY4" fmla="*/ 1476296 h 1489420"/>
                  <a:gd name="connsiteX5" fmla="*/ 236621 w 1852801"/>
                  <a:gd name="connsiteY5" fmla="*/ 1489420 h 1489420"/>
                  <a:gd name="connsiteX6" fmla="*/ 485048 w 1852801"/>
                  <a:gd name="connsiteY6" fmla="*/ 1436454 h 1489420"/>
                  <a:gd name="connsiteX7" fmla="*/ 695508 w 1852801"/>
                  <a:gd name="connsiteY7" fmla="*/ 1312240 h 1489420"/>
                  <a:gd name="connsiteX8" fmla="*/ 721288 w 1852801"/>
                  <a:gd name="connsiteY8" fmla="*/ 1293491 h 1489420"/>
                  <a:gd name="connsiteX9" fmla="*/ 882531 w 1852801"/>
                  <a:gd name="connsiteY9" fmla="*/ 1161778 h 1489420"/>
                  <a:gd name="connsiteX10" fmla="*/ 957059 w 1852801"/>
                  <a:gd name="connsiteY10" fmla="*/ 1095218 h 1489420"/>
                  <a:gd name="connsiteX11" fmla="*/ 1175956 w 1852801"/>
                  <a:gd name="connsiteY11" fmla="*/ 896008 h 1489420"/>
                  <a:gd name="connsiteX12" fmla="*/ 1199393 w 1852801"/>
                  <a:gd name="connsiteY12" fmla="*/ 874915 h 1489420"/>
                  <a:gd name="connsiteX13" fmla="*/ 1244391 w 1852801"/>
                  <a:gd name="connsiteY13" fmla="*/ 834604 h 1489420"/>
                  <a:gd name="connsiteX14" fmla="*/ 1422977 w 1852801"/>
                  <a:gd name="connsiteY14" fmla="*/ 666799 h 1489420"/>
                  <a:gd name="connsiteX15" fmla="*/ 1596875 w 1852801"/>
                  <a:gd name="connsiteY15" fmla="*/ 511649 h 1489420"/>
                  <a:gd name="connsiteX16" fmla="*/ 1671404 w 1852801"/>
                  <a:gd name="connsiteY16" fmla="*/ 452590 h 1489420"/>
                  <a:gd name="connsiteX17" fmla="*/ 1696246 w 1852801"/>
                  <a:gd name="connsiteY17" fmla="*/ 434778 h 1489420"/>
                  <a:gd name="connsiteX18" fmla="*/ 1852802 w 1852801"/>
                  <a:gd name="connsiteY18" fmla="*/ 334938 h 1489420"/>
                  <a:gd name="connsiteX19" fmla="*/ 914873 w 1852801"/>
                  <a:gd name="connsiteY19" fmla="*/ 17139 h 148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852801" h="1489420">
                    <a:moveTo>
                      <a:pt x="914873" y="17139"/>
                    </a:moveTo>
                    <a:cubicBezTo>
                      <a:pt x="760192" y="-35358"/>
                      <a:pt x="567544" y="36826"/>
                      <a:pt x="485048" y="177914"/>
                    </a:cubicBezTo>
                    <a:lnTo>
                      <a:pt x="59441" y="904445"/>
                    </a:lnTo>
                    <a:cubicBezTo>
                      <a:pt x="-23055" y="1045533"/>
                      <a:pt x="-19305" y="1271461"/>
                      <a:pt x="68347" y="1409736"/>
                    </a:cubicBezTo>
                    <a:lnTo>
                      <a:pt x="110533" y="1476296"/>
                    </a:lnTo>
                    <a:cubicBezTo>
                      <a:pt x="151312" y="1484733"/>
                      <a:pt x="193498" y="1489420"/>
                      <a:pt x="236621" y="1489420"/>
                    </a:cubicBezTo>
                    <a:cubicBezTo>
                      <a:pt x="323336" y="1489420"/>
                      <a:pt x="406301" y="1472077"/>
                      <a:pt x="485048" y="1436454"/>
                    </a:cubicBezTo>
                    <a:cubicBezTo>
                      <a:pt x="554889" y="1405049"/>
                      <a:pt x="625198" y="1363332"/>
                      <a:pt x="695508" y="1312240"/>
                    </a:cubicBezTo>
                    <a:cubicBezTo>
                      <a:pt x="703945" y="1306147"/>
                      <a:pt x="712851" y="1300053"/>
                      <a:pt x="721288" y="1293491"/>
                    </a:cubicBezTo>
                    <a:cubicBezTo>
                      <a:pt x="774723" y="1252712"/>
                      <a:pt x="828627" y="1208182"/>
                      <a:pt x="882531" y="1161778"/>
                    </a:cubicBezTo>
                    <a:cubicBezTo>
                      <a:pt x="907374" y="1140216"/>
                      <a:pt x="932216" y="1118186"/>
                      <a:pt x="957059" y="1095218"/>
                    </a:cubicBezTo>
                    <a:cubicBezTo>
                      <a:pt x="1028306" y="1029596"/>
                      <a:pt x="1101428" y="963037"/>
                      <a:pt x="1175956" y="896008"/>
                    </a:cubicBezTo>
                    <a:cubicBezTo>
                      <a:pt x="1183924" y="888977"/>
                      <a:pt x="1191424" y="881946"/>
                      <a:pt x="1199393" y="874915"/>
                    </a:cubicBezTo>
                    <a:cubicBezTo>
                      <a:pt x="1214392" y="861791"/>
                      <a:pt x="1229391" y="848198"/>
                      <a:pt x="1244391" y="834604"/>
                    </a:cubicBezTo>
                    <a:cubicBezTo>
                      <a:pt x="1301107" y="783044"/>
                      <a:pt x="1360635" y="727265"/>
                      <a:pt x="1422977" y="666799"/>
                    </a:cubicBezTo>
                    <a:cubicBezTo>
                      <a:pt x="1478756" y="612426"/>
                      <a:pt x="1536878" y="560866"/>
                      <a:pt x="1596875" y="511649"/>
                    </a:cubicBezTo>
                    <a:cubicBezTo>
                      <a:pt x="1621249" y="491494"/>
                      <a:pt x="1646092" y="471807"/>
                      <a:pt x="1671404" y="452590"/>
                    </a:cubicBezTo>
                    <a:cubicBezTo>
                      <a:pt x="1679372" y="446496"/>
                      <a:pt x="1687809" y="440871"/>
                      <a:pt x="1696246" y="434778"/>
                    </a:cubicBezTo>
                    <a:cubicBezTo>
                      <a:pt x="1746869" y="397748"/>
                      <a:pt x="1799367" y="364468"/>
                      <a:pt x="1852802" y="334938"/>
                    </a:cubicBezTo>
                    <a:lnTo>
                      <a:pt x="914873" y="17139"/>
                    </a:lnTo>
                    <a:close/>
                  </a:path>
                </a:pathLst>
              </a:custGeom>
              <a:solidFill>
                <a:schemeClr val="bg2"/>
              </a:solidFill>
              <a:ln w="222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" name="Freihandform: Form 46">
                <a:extLst>
                  <a:ext uri="{FF2B5EF4-FFF2-40B4-BE49-F238E27FC236}">
                    <a16:creationId xmlns:a16="http://schemas.microsoft.com/office/drawing/2014/main" id="{B3F9A472-2430-4344-8DB1-803AE4E7DE95}"/>
                  </a:ext>
                </a:extLst>
              </p:cNvPr>
              <p:cNvSpPr/>
              <p:nvPr/>
            </p:nvSpPr>
            <p:spPr>
              <a:xfrm>
                <a:off x="1" y="3578342"/>
                <a:ext cx="771831" cy="1413404"/>
              </a:xfrm>
              <a:custGeom>
                <a:avLst/>
                <a:gdLst>
                  <a:gd name="connsiteX0" fmla="*/ 0 w 771831"/>
                  <a:gd name="connsiteY0" fmla="*/ 0 h 1413404"/>
                  <a:gd name="connsiteX1" fmla="*/ 175639 w 771831"/>
                  <a:gd name="connsiteY1" fmla="*/ 25763 h 1413404"/>
                  <a:gd name="connsiteX2" fmla="*/ 476741 w 771831"/>
                  <a:gd name="connsiteY2" fmla="*/ 39542 h 1413404"/>
                  <a:gd name="connsiteX3" fmla="*/ 771831 w 771831"/>
                  <a:gd name="connsiteY3" fmla="*/ 25945 h 1413404"/>
                  <a:gd name="connsiteX4" fmla="*/ 710638 w 771831"/>
                  <a:gd name="connsiteY4" fmla="*/ 232643 h 1413404"/>
                  <a:gd name="connsiteX5" fmla="*/ 89862 w 771831"/>
                  <a:gd name="connsiteY5" fmla="*/ 1291972 h 1413404"/>
                  <a:gd name="connsiteX6" fmla="*/ 45209 w 771831"/>
                  <a:gd name="connsiteY6" fmla="*/ 1358950 h 1413404"/>
                  <a:gd name="connsiteX7" fmla="*/ 0 w 771831"/>
                  <a:gd name="connsiteY7" fmla="*/ 1413404 h 1413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71831" h="1413404">
                    <a:moveTo>
                      <a:pt x="0" y="0"/>
                    </a:moveTo>
                    <a:lnTo>
                      <a:pt x="175639" y="25763"/>
                    </a:lnTo>
                    <a:cubicBezTo>
                      <a:pt x="272848" y="34953"/>
                      <a:pt x="373222" y="39542"/>
                      <a:pt x="476741" y="39542"/>
                    </a:cubicBezTo>
                    <a:cubicBezTo>
                      <a:pt x="578051" y="39542"/>
                      <a:pt x="676641" y="34783"/>
                      <a:pt x="771831" y="25945"/>
                    </a:cubicBezTo>
                    <a:cubicBezTo>
                      <a:pt x="767752" y="98016"/>
                      <a:pt x="748034" y="168729"/>
                      <a:pt x="710638" y="232643"/>
                    </a:cubicBezTo>
                    <a:lnTo>
                      <a:pt x="89862" y="1291972"/>
                    </a:lnTo>
                    <a:cubicBezTo>
                      <a:pt x="76858" y="1314325"/>
                      <a:pt x="61878" y="1336720"/>
                      <a:pt x="45209" y="1358950"/>
                    </a:cubicBezTo>
                    <a:lnTo>
                      <a:pt x="0" y="1413404"/>
                    </a:lnTo>
                    <a:close/>
                  </a:path>
                </a:pathLst>
              </a:custGeom>
              <a:solidFill>
                <a:schemeClr val="bg2"/>
              </a:solidFill>
              <a:ln w="222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7" name="Freihandform: Form 26">
                <a:extLst>
                  <a:ext uri="{FF2B5EF4-FFF2-40B4-BE49-F238E27FC236}">
                    <a16:creationId xmlns:a16="http://schemas.microsoft.com/office/drawing/2014/main" id="{57C8F052-615C-4C8D-92F9-E3C8993FBF20}"/>
                  </a:ext>
                </a:extLst>
              </p:cNvPr>
              <p:cNvSpPr/>
              <p:nvPr/>
            </p:nvSpPr>
            <p:spPr>
              <a:xfrm>
                <a:off x="3957299" y="4033563"/>
                <a:ext cx="1338100" cy="2051784"/>
              </a:xfrm>
              <a:custGeom>
                <a:avLst/>
                <a:gdLst>
                  <a:gd name="connsiteX0" fmla="*/ 922460 w 922460"/>
                  <a:gd name="connsiteY0" fmla="*/ 1327746 h 1414460"/>
                  <a:gd name="connsiteX1" fmla="*/ 922460 w 922460"/>
                  <a:gd name="connsiteY1" fmla="*/ 114672 h 1414460"/>
                  <a:gd name="connsiteX2" fmla="*/ 610755 w 922460"/>
                  <a:gd name="connsiteY2" fmla="*/ 8740 h 1414460"/>
                  <a:gd name="connsiteX3" fmla="*/ 71716 w 922460"/>
                  <a:gd name="connsiteY3" fmla="*/ 142328 h 1414460"/>
                  <a:gd name="connsiteX4" fmla="*/ 0 w 922460"/>
                  <a:gd name="connsiteY4" fmla="*/ 169045 h 1414460"/>
                  <a:gd name="connsiteX5" fmla="*/ 53435 w 922460"/>
                  <a:gd name="connsiteY5" fmla="*/ 402473 h 1414460"/>
                  <a:gd name="connsiteX6" fmla="*/ 53435 w 922460"/>
                  <a:gd name="connsiteY6" fmla="*/ 924169 h 1414460"/>
                  <a:gd name="connsiteX7" fmla="*/ 82496 w 922460"/>
                  <a:gd name="connsiteY7" fmla="*/ 1116817 h 1414460"/>
                  <a:gd name="connsiteX8" fmla="*/ 184211 w 922460"/>
                  <a:gd name="connsiteY8" fmla="*/ 1284154 h 1414460"/>
                  <a:gd name="connsiteX9" fmla="*/ 389046 w 922460"/>
                  <a:gd name="connsiteY9" fmla="*/ 1396649 h 1414460"/>
                  <a:gd name="connsiteX10" fmla="*/ 544196 w 922460"/>
                  <a:gd name="connsiteY10" fmla="*/ 1414461 h 1414460"/>
                  <a:gd name="connsiteX11" fmla="*/ 848401 w 922460"/>
                  <a:gd name="connsiteY11" fmla="*/ 1414461 h 1414460"/>
                  <a:gd name="connsiteX12" fmla="*/ 865744 w 922460"/>
                  <a:gd name="connsiteY12" fmla="*/ 1413055 h 1414460"/>
                  <a:gd name="connsiteX13" fmla="*/ 922460 w 922460"/>
                  <a:gd name="connsiteY13" fmla="*/ 1327746 h 141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22460" h="1414460">
                    <a:moveTo>
                      <a:pt x="922460" y="1327746"/>
                    </a:moveTo>
                    <a:lnTo>
                      <a:pt x="922460" y="114672"/>
                    </a:lnTo>
                    <a:cubicBezTo>
                      <a:pt x="849807" y="25145"/>
                      <a:pt x="728406" y="-20322"/>
                      <a:pt x="610755" y="8740"/>
                    </a:cubicBezTo>
                    <a:lnTo>
                      <a:pt x="71716" y="142328"/>
                    </a:lnTo>
                    <a:cubicBezTo>
                      <a:pt x="47341" y="148421"/>
                      <a:pt x="23436" y="157796"/>
                      <a:pt x="0" y="169045"/>
                    </a:cubicBezTo>
                    <a:cubicBezTo>
                      <a:pt x="35623" y="236542"/>
                      <a:pt x="53435" y="314352"/>
                      <a:pt x="53435" y="402473"/>
                    </a:cubicBezTo>
                    <a:lnTo>
                      <a:pt x="53435" y="924169"/>
                    </a:lnTo>
                    <a:cubicBezTo>
                      <a:pt x="53435" y="995885"/>
                      <a:pt x="63278" y="1060101"/>
                      <a:pt x="82496" y="1116817"/>
                    </a:cubicBezTo>
                    <a:cubicBezTo>
                      <a:pt x="104058" y="1181971"/>
                      <a:pt x="137806" y="1237750"/>
                      <a:pt x="184211" y="1284154"/>
                    </a:cubicBezTo>
                    <a:cubicBezTo>
                      <a:pt x="239052" y="1338995"/>
                      <a:pt x="307487" y="1376494"/>
                      <a:pt x="389046" y="1396649"/>
                    </a:cubicBezTo>
                    <a:cubicBezTo>
                      <a:pt x="436387" y="1408367"/>
                      <a:pt x="487948" y="1414461"/>
                      <a:pt x="544196" y="1414461"/>
                    </a:cubicBezTo>
                    <a:lnTo>
                      <a:pt x="848401" y="1414461"/>
                    </a:lnTo>
                    <a:cubicBezTo>
                      <a:pt x="854494" y="1414461"/>
                      <a:pt x="860588" y="1413992"/>
                      <a:pt x="865744" y="1413055"/>
                    </a:cubicBezTo>
                    <a:cubicBezTo>
                      <a:pt x="903711" y="1406961"/>
                      <a:pt x="922460" y="1378837"/>
                      <a:pt x="922460" y="1327746"/>
                    </a:cubicBezTo>
                    <a:close/>
                  </a:path>
                </a:pathLst>
              </a:custGeom>
              <a:solidFill>
                <a:schemeClr val="bg2"/>
              </a:solidFill>
              <a:ln w="222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D7E23003-DB56-4195-A07F-24CE108BA066}"/>
                  </a:ext>
                </a:extLst>
              </p:cNvPr>
              <p:cNvSpPr/>
              <p:nvPr/>
            </p:nvSpPr>
            <p:spPr>
              <a:xfrm>
                <a:off x="4408126" y="1492427"/>
                <a:ext cx="887955" cy="2033667"/>
              </a:xfrm>
              <a:custGeom>
                <a:avLst/>
                <a:gdLst>
                  <a:gd name="connsiteX0" fmla="*/ 35132 w 612139"/>
                  <a:gd name="connsiteY0" fmla="*/ 329986 h 1401971"/>
                  <a:gd name="connsiteX1" fmla="*/ 509018 w 612139"/>
                  <a:gd name="connsiteY1" fmla="*/ 1289945 h 1401971"/>
                  <a:gd name="connsiteX2" fmla="*/ 612139 w 612139"/>
                  <a:gd name="connsiteY2" fmla="*/ 1401971 h 1401971"/>
                  <a:gd name="connsiteX3" fmla="*/ 612139 w 612139"/>
                  <a:gd name="connsiteY3" fmla="*/ 490760 h 1401971"/>
                  <a:gd name="connsiteX4" fmla="*/ 593859 w 612139"/>
                  <a:gd name="connsiteY4" fmla="*/ 332330 h 1401971"/>
                  <a:gd name="connsiteX5" fmla="*/ 525424 w 612139"/>
                  <a:gd name="connsiteY5" fmla="*/ 183273 h 1401971"/>
                  <a:gd name="connsiteX6" fmla="*/ 481832 w 612139"/>
                  <a:gd name="connsiteY6" fmla="*/ 130307 h 1401971"/>
                  <a:gd name="connsiteX7" fmla="*/ 121379 w 612139"/>
                  <a:gd name="connsiteY7" fmla="*/ 0 h 1401971"/>
                  <a:gd name="connsiteX8" fmla="*/ 37007 w 612139"/>
                  <a:gd name="connsiteY8" fmla="*/ 0 h 1401971"/>
                  <a:gd name="connsiteX9" fmla="*/ 35132 w 612139"/>
                  <a:gd name="connsiteY9" fmla="*/ 329986 h 140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12139" h="1401971">
                    <a:moveTo>
                      <a:pt x="35132" y="329986"/>
                    </a:moveTo>
                    <a:lnTo>
                      <a:pt x="509018" y="1289945"/>
                    </a:lnTo>
                    <a:cubicBezTo>
                      <a:pt x="533861" y="1340099"/>
                      <a:pt x="569953" y="1377598"/>
                      <a:pt x="612139" y="1401971"/>
                    </a:cubicBezTo>
                    <a:lnTo>
                      <a:pt x="612139" y="490760"/>
                    </a:lnTo>
                    <a:cubicBezTo>
                      <a:pt x="612139" y="433575"/>
                      <a:pt x="606045" y="380609"/>
                      <a:pt x="593859" y="332330"/>
                    </a:cubicBezTo>
                    <a:cubicBezTo>
                      <a:pt x="579797" y="276082"/>
                      <a:pt x="556360" y="226865"/>
                      <a:pt x="525424" y="183273"/>
                    </a:cubicBezTo>
                    <a:cubicBezTo>
                      <a:pt x="512299" y="164524"/>
                      <a:pt x="497769" y="146713"/>
                      <a:pt x="481832" y="130307"/>
                    </a:cubicBezTo>
                    <a:cubicBezTo>
                      <a:pt x="394648" y="43592"/>
                      <a:pt x="274184" y="0"/>
                      <a:pt x="121379" y="0"/>
                    </a:cubicBezTo>
                    <a:lnTo>
                      <a:pt x="37007" y="0"/>
                    </a:lnTo>
                    <a:cubicBezTo>
                      <a:pt x="-9866" y="103589"/>
                      <a:pt x="-14084" y="230146"/>
                      <a:pt x="35132" y="329986"/>
                    </a:cubicBezTo>
                    <a:close/>
                  </a:path>
                </a:pathLst>
              </a:custGeom>
              <a:solidFill>
                <a:schemeClr val="bg2"/>
              </a:solidFill>
              <a:ln w="222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A2FD9662-48C6-4DAF-9DE8-0BDC4FB51778}"/>
              </a:ext>
            </a:extLst>
          </p:cNvPr>
          <p:cNvGrpSpPr>
            <a:grpSpLocks noChangeAspect="1"/>
          </p:cNvGrpSpPr>
          <p:nvPr/>
        </p:nvGrpSpPr>
        <p:grpSpPr>
          <a:xfrm>
            <a:off x="7751396" y="6244167"/>
            <a:ext cx="4036573" cy="288000"/>
            <a:chOff x="7966969" y="6166994"/>
            <a:chExt cx="3486578" cy="248759"/>
          </a:xfrm>
        </p:grpSpPr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49575669-F6BB-42A4-A384-B688ED2DA59D}"/>
                </a:ext>
              </a:extLst>
            </p:cNvPr>
            <p:cNvSpPr/>
            <p:nvPr/>
          </p:nvSpPr>
          <p:spPr>
            <a:xfrm>
              <a:off x="7966969" y="6166994"/>
              <a:ext cx="769000" cy="248759"/>
            </a:xfrm>
            <a:custGeom>
              <a:avLst/>
              <a:gdLst>
                <a:gd name="connsiteX0" fmla="*/ 385623 w 769000"/>
                <a:gd name="connsiteY0" fmla="*/ 234975 h 248759"/>
                <a:gd name="connsiteX1" fmla="*/ 385623 w 769000"/>
                <a:gd name="connsiteY1" fmla="*/ 243147 h 248759"/>
                <a:gd name="connsiteX2" fmla="*/ 382929 w 769000"/>
                <a:gd name="connsiteY2" fmla="*/ 246470 h 248759"/>
                <a:gd name="connsiteX3" fmla="*/ 357379 w 769000"/>
                <a:gd name="connsiteY3" fmla="*/ 246425 h 248759"/>
                <a:gd name="connsiteX4" fmla="*/ 345211 w 769000"/>
                <a:gd name="connsiteY4" fmla="*/ 242159 h 248759"/>
                <a:gd name="connsiteX5" fmla="*/ 306460 w 769000"/>
                <a:gd name="connsiteY5" fmla="*/ 211581 h 248759"/>
                <a:gd name="connsiteX6" fmla="*/ 302104 w 769000"/>
                <a:gd name="connsiteY6" fmla="*/ 201118 h 248759"/>
                <a:gd name="connsiteX7" fmla="*/ 302104 w 769000"/>
                <a:gd name="connsiteY7" fmla="*/ 188546 h 248759"/>
                <a:gd name="connsiteX8" fmla="*/ 304125 w 769000"/>
                <a:gd name="connsiteY8" fmla="*/ 185313 h 248759"/>
                <a:gd name="connsiteX9" fmla="*/ 308256 w 769000"/>
                <a:gd name="connsiteY9" fmla="*/ 186480 h 248759"/>
                <a:gd name="connsiteX10" fmla="*/ 312881 w 769000"/>
                <a:gd name="connsiteY10" fmla="*/ 187917 h 248759"/>
                <a:gd name="connsiteX11" fmla="*/ 324645 w 769000"/>
                <a:gd name="connsiteY11" fmla="*/ 189893 h 248759"/>
                <a:gd name="connsiteX12" fmla="*/ 341035 w 769000"/>
                <a:gd name="connsiteY12" fmla="*/ 180643 h 248759"/>
                <a:gd name="connsiteX13" fmla="*/ 319931 w 769000"/>
                <a:gd name="connsiteY13" fmla="*/ 158686 h 248759"/>
                <a:gd name="connsiteX14" fmla="*/ 290699 w 769000"/>
                <a:gd name="connsiteY14" fmla="*/ 164568 h 248759"/>
                <a:gd name="connsiteX15" fmla="*/ 289801 w 769000"/>
                <a:gd name="connsiteY15" fmla="*/ 166678 h 248759"/>
                <a:gd name="connsiteX16" fmla="*/ 289397 w 769000"/>
                <a:gd name="connsiteY16" fmla="*/ 169866 h 248759"/>
                <a:gd name="connsiteX17" fmla="*/ 289397 w 769000"/>
                <a:gd name="connsiteY17" fmla="*/ 217957 h 248759"/>
                <a:gd name="connsiteX18" fmla="*/ 283784 w 769000"/>
                <a:gd name="connsiteY18" fmla="*/ 237759 h 248759"/>
                <a:gd name="connsiteX19" fmla="*/ 273726 w 769000"/>
                <a:gd name="connsiteY19" fmla="*/ 245303 h 248759"/>
                <a:gd name="connsiteX20" fmla="*/ 265554 w 769000"/>
                <a:gd name="connsiteY20" fmla="*/ 246425 h 248759"/>
                <a:gd name="connsiteX21" fmla="*/ 258908 w 769000"/>
                <a:gd name="connsiteY21" fmla="*/ 245527 h 248759"/>
                <a:gd name="connsiteX22" fmla="*/ 257785 w 769000"/>
                <a:gd name="connsiteY22" fmla="*/ 242608 h 248759"/>
                <a:gd name="connsiteX23" fmla="*/ 257785 w 769000"/>
                <a:gd name="connsiteY23" fmla="*/ 234706 h 248759"/>
                <a:gd name="connsiteX24" fmla="*/ 257785 w 769000"/>
                <a:gd name="connsiteY24" fmla="*/ 228644 h 248759"/>
                <a:gd name="connsiteX25" fmla="*/ 257785 w 769000"/>
                <a:gd name="connsiteY25" fmla="*/ 211042 h 248759"/>
                <a:gd name="connsiteX26" fmla="*/ 257785 w 769000"/>
                <a:gd name="connsiteY26" fmla="*/ 131564 h 248759"/>
                <a:gd name="connsiteX27" fmla="*/ 260345 w 769000"/>
                <a:gd name="connsiteY27" fmla="*/ 129005 h 248759"/>
                <a:gd name="connsiteX28" fmla="*/ 307762 w 769000"/>
                <a:gd name="connsiteY28" fmla="*/ 129005 h 248759"/>
                <a:gd name="connsiteX29" fmla="*/ 331426 w 769000"/>
                <a:gd name="connsiteY29" fmla="*/ 133001 h 248759"/>
                <a:gd name="connsiteX30" fmla="*/ 353203 w 769000"/>
                <a:gd name="connsiteY30" fmla="*/ 143913 h 248759"/>
                <a:gd name="connsiteX31" fmla="*/ 369009 w 769000"/>
                <a:gd name="connsiteY31" fmla="*/ 160122 h 248759"/>
                <a:gd name="connsiteX32" fmla="*/ 375116 w 769000"/>
                <a:gd name="connsiteY32" fmla="*/ 180014 h 248759"/>
                <a:gd name="connsiteX33" fmla="*/ 368695 w 769000"/>
                <a:gd name="connsiteY33" fmla="*/ 198290 h 248759"/>
                <a:gd name="connsiteX34" fmla="*/ 352305 w 769000"/>
                <a:gd name="connsiteY34" fmla="*/ 210368 h 248759"/>
                <a:gd name="connsiteX35" fmla="*/ 365327 w 769000"/>
                <a:gd name="connsiteY35" fmla="*/ 220606 h 248759"/>
                <a:gd name="connsiteX36" fmla="*/ 383737 w 769000"/>
                <a:gd name="connsiteY36" fmla="*/ 232011 h 248759"/>
                <a:gd name="connsiteX37" fmla="*/ 385623 w 769000"/>
                <a:gd name="connsiteY37" fmla="*/ 234975 h 248759"/>
                <a:gd name="connsiteX38" fmla="*/ 229227 w 769000"/>
                <a:gd name="connsiteY38" fmla="*/ 215981 h 248759"/>
                <a:gd name="connsiteX39" fmla="*/ 195191 w 769000"/>
                <a:gd name="connsiteY39" fmla="*/ 215981 h 248759"/>
                <a:gd name="connsiteX40" fmla="*/ 181631 w 769000"/>
                <a:gd name="connsiteY40" fmla="*/ 212883 h 248759"/>
                <a:gd name="connsiteX41" fmla="*/ 170719 w 769000"/>
                <a:gd name="connsiteY41" fmla="*/ 204576 h 248759"/>
                <a:gd name="connsiteX42" fmla="*/ 163445 w 769000"/>
                <a:gd name="connsiteY42" fmla="*/ 192632 h 248759"/>
                <a:gd name="connsiteX43" fmla="*/ 160796 w 769000"/>
                <a:gd name="connsiteY43" fmla="*/ 178712 h 248759"/>
                <a:gd name="connsiteX44" fmla="*/ 166050 w 769000"/>
                <a:gd name="connsiteY44" fmla="*/ 164433 h 248759"/>
                <a:gd name="connsiteX45" fmla="*/ 169732 w 769000"/>
                <a:gd name="connsiteY45" fmla="*/ 161739 h 248759"/>
                <a:gd name="connsiteX46" fmla="*/ 174626 w 769000"/>
                <a:gd name="connsiteY46" fmla="*/ 159943 h 248759"/>
                <a:gd name="connsiteX47" fmla="*/ 181271 w 769000"/>
                <a:gd name="connsiteY47" fmla="*/ 159179 h 248759"/>
                <a:gd name="connsiteX48" fmla="*/ 187872 w 769000"/>
                <a:gd name="connsiteY48" fmla="*/ 159943 h 248759"/>
                <a:gd name="connsiteX49" fmla="*/ 199143 w 769000"/>
                <a:gd name="connsiteY49" fmla="*/ 164568 h 248759"/>
                <a:gd name="connsiteX50" fmla="*/ 213871 w 769000"/>
                <a:gd name="connsiteY50" fmla="*/ 177949 h 248759"/>
                <a:gd name="connsiteX51" fmla="*/ 178443 w 769000"/>
                <a:gd name="connsiteY51" fmla="*/ 177949 h 248759"/>
                <a:gd name="connsiteX52" fmla="*/ 175255 w 769000"/>
                <a:gd name="connsiteY52" fmla="*/ 180733 h 248759"/>
                <a:gd name="connsiteX53" fmla="*/ 177275 w 769000"/>
                <a:gd name="connsiteY53" fmla="*/ 189758 h 248759"/>
                <a:gd name="connsiteX54" fmla="*/ 199502 w 769000"/>
                <a:gd name="connsiteY54" fmla="*/ 203139 h 248759"/>
                <a:gd name="connsiteX55" fmla="*/ 232505 w 769000"/>
                <a:gd name="connsiteY55" fmla="*/ 203139 h 248759"/>
                <a:gd name="connsiteX56" fmla="*/ 244494 w 769000"/>
                <a:gd name="connsiteY56" fmla="*/ 198559 h 248759"/>
                <a:gd name="connsiteX57" fmla="*/ 247323 w 769000"/>
                <a:gd name="connsiteY57" fmla="*/ 188725 h 248759"/>
                <a:gd name="connsiteX58" fmla="*/ 241980 w 769000"/>
                <a:gd name="connsiteY58" fmla="*/ 168250 h 248759"/>
                <a:gd name="connsiteX59" fmla="*/ 227521 w 769000"/>
                <a:gd name="connsiteY59" fmla="*/ 148807 h 248759"/>
                <a:gd name="connsiteX60" fmla="*/ 206327 w 769000"/>
                <a:gd name="connsiteY60" fmla="*/ 134573 h 248759"/>
                <a:gd name="connsiteX61" fmla="*/ 181047 w 769000"/>
                <a:gd name="connsiteY61" fmla="*/ 129050 h 248759"/>
                <a:gd name="connsiteX62" fmla="*/ 132462 w 769000"/>
                <a:gd name="connsiteY62" fmla="*/ 129050 h 248759"/>
                <a:gd name="connsiteX63" fmla="*/ 129903 w 769000"/>
                <a:gd name="connsiteY63" fmla="*/ 131609 h 248759"/>
                <a:gd name="connsiteX64" fmla="*/ 129903 w 769000"/>
                <a:gd name="connsiteY64" fmla="*/ 179880 h 248759"/>
                <a:gd name="connsiteX65" fmla="*/ 135157 w 769000"/>
                <a:gd name="connsiteY65" fmla="*/ 205519 h 248759"/>
                <a:gd name="connsiteX66" fmla="*/ 149391 w 769000"/>
                <a:gd name="connsiteY66" fmla="*/ 226668 h 248759"/>
                <a:gd name="connsiteX67" fmla="*/ 170315 w 769000"/>
                <a:gd name="connsiteY67" fmla="*/ 241037 h 248759"/>
                <a:gd name="connsiteX68" fmla="*/ 195999 w 769000"/>
                <a:gd name="connsiteY68" fmla="*/ 246470 h 248759"/>
                <a:gd name="connsiteX69" fmla="*/ 244674 w 769000"/>
                <a:gd name="connsiteY69" fmla="*/ 246470 h 248759"/>
                <a:gd name="connsiteX70" fmla="*/ 247233 w 769000"/>
                <a:gd name="connsiteY70" fmla="*/ 243911 h 248759"/>
                <a:gd name="connsiteX71" fmla="*/ 247233 w 769000"/>
                <a:gd name="connsiteY71" fmla="*/ 234122 h 248759"/>
                <a:gd name="connsiteX72" fmla="*/ 242429 w 769000"/>
                <a:gd name="connsiteY72" fmla="*/ 220786 h 248759"/>
                <a:gd name="connsiteX73" fmla="*/ 229227 w 769000"/>
                <a:gd name="connsiteY73" fmla="*/ 215981 h 248759"/>
                <a:gd name="connsiteX74" fmla="*/ 108170 w 769000"/>
                <a:gd name="connsiteY74" fmla="*/ 73505 h 248759"/>
                <a:gd name="connsiteX75" fmla="*/ 111403 w 769000"/>
                <a:gd name="connsiteY75" fmla="*/ 70721 h 248759"/>
                <a:gd name="connsiteX76" fmla="*/ 111403 w 769000"/>
                <a:gd name="connsiteY76" fmla="*/ 61292 h 248759"/>
                <a:gd name="connsiteX77" fmla="*/ 106554 w 769000"/>
                <a:gd name="connsiteY77" fmla="*/ 47911 h 248759"/>
                <a:gd name="connsiteX78" fmla="*/ 93173 w 769000"/>
                <a:gd name="connsiteY78" fmla="*/ 43106 h 248759"/>
                <a:gd name="connsiteX79" fmla="*/ 35832 w 769000"/>
                <a:gd name="connsiteY79" fmla="*/ 43106 h 248759"/>
                <a:gd name="connsiteX80" fmla="*/ 41714 w 769000"/>
                <a:gd name="connsiteY80" fmla="*/ 33901 h 248759"/>
                <a:gd name="connsiteX81" fmla="*/ 53569 w 769000"/>
                <a:gd name="connsiteY81" fmla="*/ 30444 h 248759"/>
                <a:gd name="connsiteX82" fmla="*/ 115040 w 769000"/>
                <a:gd name="connsiteY82" fmla="*/ 30444 h 248759"/>
                <a:gd name="connsiteX83" fmla="*/ 118273 w 769000"/>
                <a:gd name="connsiteY83" fmla="*/ 27660 h 248759"/>
                <a:gd name="connsiteX84" fmla="*/ 118273 w 769000"/>
                <a:gd name="connsiteY84" fmla="*/ 18230 h 248759"/>
                <a:gd name="connsiteX85" fmla="*/ 113424 w 769000"/>
                <a:gd name="connsiteY85" fmla="*/ 4894 h 248759"/>
                <a:gd name="connsiteX86" fmla="*/ 100043 w 769000"/>
                <a:gd name="connsiteY86" fmla="*/ 45 h 248759"/>
                <a:gd name="connsiteX87" fmla="*/ 5882 w 769000"/>
                <a:gd name="connsiteY87" fmla="*/ 45 h 248759"/>
                <a:gd name="connsiteX88" fmla="*/ 3098 w 769000"/>
                <a:gd name="connsiteY88" fmla="*/ 3278 h 248759"/>
                <a:gd name="connsiteX89" fmla="*/ 3098 w 769000"/>
                <a:gd name="connsiteY89" fmla="*/ 67039 h 248759"/>
                <a:gd name="connsiteX90" fmla="*/ 7005 w 769000"/>
                <a:gd name="connsiteY90" fmla="*/ 87201 h 248759"/>
                <a:gd name="connsiteX91" fmla="*/ 17961 w 769000"/>
                <a:gd name="connsiteY91" fmla="*/ 103231 h 248759"/>
                <a:gd name="connsiteX92" fmla="*/ 34755 w 769000"/>
                <a:gd name="connsiteY92" fmla="*/ 113693 h 248759"/>
                <a:gd name="connsiteX93" fmla="*/ 56038 w 769000"/>
                <a:gd name="connsiteY93" fmla="*/ 117510 h 248759"/>
                <a:gd name="connsiteX94" fmla="*/ 117285 w 769000"/>
                <a:gd name="connsiteY94" fmla="*/ 117510 h 248759"/>
                <a:gd name="connsiteX95" fmla="*/ 120473 w 769000"/>
                <a:gd name="connsiteY95" fmla="*/ 114771 h 248759"/>
                <a:gd name="connsiteX96" fmla="*/ 120473 w 769000"/>
                <a:gd name="connsiteY96" fmla="*/ 105341 h 248759"/>
                <a:gd name="connsiteX97" fmla="*/ 115669 w 769000"/>
                <a:gd name="connsiteY97" fmla="*/ 91960 h 248759"/>
                <a:gd name="connsiteX98" fmla="*/ 102288 w 769000"/>
                <a:gd name="connsiteY98" fmla="*/ 87111 h 248759"/>
                <a:gd name="connsiteX99" fmla="*/ 53928 w 769000"/>
                <a:gd name="connsiteY99" fmla="*/ 87111 h 248759"/>
                <a:gd name="connsiteX100" fmla="*/ 42163 w 769000"/>
                <a:gd name="connsiteY100" fmla="*/ 83294 h 248759"/>
                <a:gd name="connsiteX101" fmla="*/ 35742 w 769000"/>
                <a:gd name="connsiteY101" fmla="*/ 73505 h 248759"/>
                <a:gd name="connsiteX102" fmla="*/ 108170 w 769000"/>
                <a:gd name="connsiteY102" fmla="*/ 73505 h 248759"/>
                <a:gd name="connsiteX103" fmla="*/ 461059 w 769000"/>
                <a:gd name="connsiteY103" fmla="*/ 117465 h 248759"/>
                <a:gd name="connsiteX104" fmla="*/ 499136 w 769000"/>
                <a:gd name="connsiteY104" fmla="*/ 104937 h 248759"/>
                <a:gd name="connsiteX105" fmla="*/ 512877 w 769000"/>
                <a:gd name="connsiteY105" fmla="*/ 67982 h 248759"/>
                <a:gd name="connsiteX106" fmla="*/ 506994 w 769000"/>
                <a:gd name="connsiteY106" fmla="*/ 41490 h 248759"/>
                <a:gd name="connsiteX107" fmla="*/ 491323 w 769000"/>
                <a:gd name="connsiteY107" fmla="*/ 19847 h 248759"/>
                <a:gd name="connsiteX108" fmla="*/ 468872 w 769000"/>
                <a:gd name="connsiteY108" fmla="*/ 5343 h 248759"/>
                <a:gd name="connsiteX109" fmla="*/ 442649 w 769000"/>
                <a:gd name="connsiteY109" fmla="*/ 45 h 248759"/>
                <a:gd name="connsiteX110" fmla="*/ 395906 w 769000"/>
                <a:gd name="connsiteY110" fmla="*/ 45 h 248759"/>
                <a:gd name="connsiteX111" fmla="*/ 393122 w 769000"/>
                <a:gd name="connsiteY111" fmla="*/ 3233 h 248759"/>
                <a:gd name="connsiteX112" fmla="*/ 393122 w 769000"/>
                <a:gd name="connsiteY112" fmla="*/ 99279 h 248759"/>
                <a:gd name="connsiteX113" fmla="*/ 397971 w 769000"/>
                <a:gd name="connsiteY113" fmla="*/ 112616 h 248759"/>
                <a:gd name="connsiteX114" fmla="*/ 411352 w 769000"/>
                <a:gd name="connsiteY114" fmla="*/ 117465 h 248759"/>
                <a:gd name="connsiteX115" fmla="*/ 461059 w 769000"/>
                <a:gd name="connsiteY115" fmla="*/ 117465 h 248759"/>
                <a:gd name="connsiteX116" fmla="*/ 456120 w 769000"/>
                <a:gd name="connsiteY116" fmla="*/ 33767 h 248759"/>
                <a:gd name="connsiteX117" fmla="*/ 468333 w 769000"/>
                <a:gd name="connsiteY117" fmla="*/ 42612 h 248759"/>
                <a:gd name="connsiteX118" fmla="*/ 477179 w 769000"/>
                <a:gd name="connsiteY118" fmla="*/ 55051 h 248759"/>
                <a:gd name="connsiteX119" fmla="*/ 480637 w 769000"/>
                <a:gd name="connsiteY119" fmla="*/ 69105 h 248759"/>
                <a:gd name="connsiteX120" fmla="*/ 474979 w 769000"/>
                <a:gd name="connsiteY120" fmla="*/ 82351 h 248759"/>
                <a:gd name="connsiteX121" fmla="*/ 461284 w 769000"/>
                <a:gd name="connsiteY121" fmla="*/ 87066 h 248759"/>
                <a:gd name="connsiteX122" fmla="*/ 425362 w 769000"/>
                <a:gd name="connsiteY122" fmla="*/ 87066 h 248759"/>
                <a:gd name="connsiteX123" fmla="*/ 425362 w 769000"/>
                <a:gd name="connsiteY123" fmla="*/ 49752 h 248759"/>
                <a:gd name="connsiteX124" fmla="*/ 429852 w 769000"/>
                <a:gd name="connsiteY124" fmla="*/ 35832 h 248759"/>
                <a:gd name="connsiteX125" fmla="*/ 442380 w 769000"/>
                <a:gd name="connsiteY125" fmla="*/ 30399 h 248759"/>
                <a:gd name="connsiteX126" fmla="*/ 456120 w 769000"/>
                <a:gd name="connsiteY126" fmla="*/ 33767 h 248759"/>
                <a:gd name="connsiteX127" fmla="*/ 74942 w 769000"/>
                <a:gd name="connsiteY127" fmla="*/ 158371 h 248759"/>
                <a:gd name="connsiteX128" fmla="*/ 89132 w 769000"/>
                <a:gd name="connsiteY128" fmla="*/ 164029 h 248759"/>
                <a:gd name="connsiteX129" fmla="*/ 93622 w 769000"/>
                <a:gd name="connsiteY129" fmla="*/ 166319 h 248759"/>
                <a:gd name="connsiteX130" fmla="*/ 96989 w 769000"/>
                <a:gd name="connsiteY130" fmla="*/ 166768 h 248759"/>
                <a:gd name="connsiteX131" fmla="*/ 105745 w 769000"/>
                <a:gd name="connsiteY131" fmla="*/ 162143 h 248759"/>
                <a:gd name="connsiteX132" fmla="*/ 117510 w 769000"/>
                <a:gd name="connsiteY132" fmla="*/ 149930 h 248759"/>
                <a:gd name="connsiteX133" fmla="*/ 118183 w 769000"/>
                <a:gd name="connsiteY133" fmla="*/ 148313 h 248759"/>
                <a:gd name="connsiteX134" fmla="*/ 116791 w 769000"/>
                <a:gd name="connsiteY134" fmla="*/ 145799 h 248759"/>
                <a:gd name="connsiteX135" fmla="*/ 91107 w 769000"/>
                <a:gd name="connsiteY135" fmla="*/ 131744 h 248759"/>
                <a:gd name="connsiteX136" fmla="*/ 57834 w 769000"/>
                <a:gd name="connsiteY136" fmla="*/ 126670 h 248759"/>
                <a:gd name="connsiteX137" fmla="*/ 37224 w 769000"/>
                <a:gd name="connsiteY137" fmla="*/ 128736 h 248759"/>
                <a:gd name="connsiteX138" fmla="*/ 19847 w 769000"/>
                <a:gd name="connsiteY138" fmla="*/ 135202 h 248759"/>
                <a:gd name="connsiteX139" fmla="*/ 7768 w 769000"/>
                <a:gd name="connsiteY139" fmla="*/ 146607 h 248759"/>
                <a:gd name="connsiteX140" fmla="*/ 3278 w 769000"/>
                <a:gd name="connsiteY140" fmla="*/ 163535 h 248759"/>
                <a:gd name="connsiteX141" fmla="*/ 7184 w 769000"/>
                <a:gd name="connsiteY141" fmla="*/ 178488 h 248759"/>
                <a:gd name="connsiteX142" fmla="*/ 17961 w 769000"/>
                <a:gd name="connsiteY142" fmla="*/ 189085 h 248759"/>
                <a:gd name="connsiteX143" fmla="*/ 34306 w 769000"/>
                <a:gd name="connsiteY143" fmla="*/ 196089 h 248759"/>
                <a:gd name="connsiteX144" fmla="*/ 54826 w 769000"/>
                <a:gd name="connsiteY144" fmla="*/ 200355 h 248759"/>
                <a:gd name="connsiteX145" fmla="*/ 67938 w 769000"/>
                <a:gd name="connsiteY145" fmla="*/ 202555 h 248759"/>
                <a:gd name="connsiteX146" fmla="*/ 75975 w 769000"/>
                <a:gd name="connsiteY146" fmla="*/ 204621 h 248759"/>
                <a:gd name="connsiteX147" fmla="*/ 80016 w 769000"/>
                <a:gd name="connsiteY147" fmla="*/ 206911 h 248759"/>
                <a:gd name="connsiteX148" fmla="*/ 81049 w 769000"/>
                <a:gd name="connsiteY148" fmla="*/ 210009 h 248759"/>
                <a:gd name="connsiteX149" fmla="*/ 76559 w 769000"/>
                <a:gd name="connsiteY149" fmla="*/ 215173 h 248759"/>
                <a:gd name="connsiteX150" fmla="*/ 64705 w 769000"/>
                <a:gd name="connsiteY150" fmla="*/ 216700 h 248759"/>
                <a:gd name="connsiteX151" fmla="*/ 43960 w 769000"/>
                <a:gd name="connsiteY151" fmla="*/ 214634 h 248759"/>
                <a:gd name="connsiteX152" fmla="*/ 29232 w 769000"/>
                <a:gd name="connsiteY152" fmla="*/ 208887 h 248759"/>
                <a:gd name="connsiteX153" fmla="*/ 24741 w 769000"/>
                <a:gd name="connsiteY153" fmla="*/ 206597 h 248759"/>
                <a:gd name="connsiteX154" fmla="*/ 21374 w 769000"/>
                <a:gd name="connsiteY154" fmla="*/ 206148 h 248759"/>
                <a:gd name="connsiteX155" fmla="*/ 12663 w 769000"/>
                <a:gd name="connsiteY155" fmla="*/ 210772 h 248759"/>
                <a:gd name="connsiteX156" fmla="*/ 674 w 769000"/>
                <a:gd name="connsiteY156" fmla="*/ 223211 h 248759"/>
                <a:gd name="connsiteX157" fmla="*/ 0 w 769000"/>
                <a:gd name="connsiteY157" fmla="*/ 224827 h 248759"/>
                <a:gd name="connsiteX158" fmla="*/ 1392 w 769000"/>
                <a:gd name="connsiteY158" fmla="*/ 227386 h 248759"/>
                <a:gd name="connsiteX159" fmla="*/ 12573 w 769000"/>
                <a:gd name="connsiteY159" fmla="*/ 235334 h 248759"/>
                <a:gd name="connsiteX160" fmla="*/ 27974 w 769000"/>
                <a:gd name="connsiteY160" fmla="*/ 241306 h 248759"/>
                <a:gd name="connsiteX161" fmla="*/ 46744 w 769000"/>
                <a:gd name="connsiteY161" fmla="*/ 245123 h 248759"/>
                <a:gd name="connsiteX162" fmla="*/ 67938 w 769000"/>
                <a:gd name="connsiteY162" fmla="*/ 246515 h 248759"/>
                <a:gd name="connsiteX163" fmla="*/ 116522 w 769000"/>
                <a:gd name="connsiteY163" fmla="*/ 246515 h 248759"/>
                <a:gd name="connsiteX164" fmla="*/ 118139 w 769000"/>
                <a:gd name="connsiteY164" fmla="*/ 245572 h 248759"/>
                <a:gd name="connsiteX165" fmla="*/ 118363 w 769000"/>
                <a:gd name="connsiteY165" fmla="*/ 244405 h 248759"/>
                <a:gd name="connsiteX166" fmla="*/ 118363 w 769000"/>
                <a:gd name="connsiteY166" fmla="*/ 217463 h 248759"/>
                <a:gd name="connsiteX167" fmla="*/ 115624 w 769000"/>
                <a:gd name="connsiteY167" fmla="*/ 197975 h 248759"/>
                <a:gd name="connsiteX168" fmla="*/ 107811 w 769000"/>
                <a:gd name="connsiteY168" fmla="*/ 185447 h 248759"/>
                <a:gd name="connsiteX169" fmla="*/ 95508 w 769000"/>
                <a:gd name="connsiteY169" fmla="*/ 178083 h 248759"/>
                <a:gd name="connsiteX170" fmla="*/ 79253 w 769000"/>
                <a:gd name="connsiteY170" fmla="*/ 174177 h 248759"/>
                <a:gd name="connsiteX171" fmla="*/ 49752 w 769000"/>
                <a:gd name="connsiteY171" fmla="*/ 169103 h 248759"/>
                <a:gd name="connsiteX172" fmla="*/ 38930 w 769000"/>
                <a:gd name="connsiteY172" fmla="*/ 162412 h 248759"/>
                <a:gd name="connsiteX173" fmla="*/ 56443 w 769000"/>
                <a:gd name="connsiteY173" fmla="*/ 156216 h 248759"/>
                <a:gd name="connsiteX174" fmla="*/ 74942 w 769000"/>
                <a:gd name="connsiteY174" fmla="*/ 158371 h 248759"/>
                <a:gd name="connsiteX175" fmla="*/ 388362 w 769000"/>
                <a:gd name="connsiteY175" fmla="*/ 129005 h 248759"/>
                <a:gd name="connsiteX176" fmla="*/ 385578 w 769000"/>
                <a:gd name="connsiteY176" fmla="*/ 132238 h 248759"/>
                <a:gd name="connsiteX177" fmla="*/ 385578 w 769000"/>
                <a:gd name="connsiteY177" fmla="*/ 179924 h 248759"/>
                <a:gd name="connsiteX178" fmla="*/ 391325 w 769000"/>
                <a:gd name="connsiteY178" fmla="*/ 206148 h 248759"/>
                <a:gd name="connsiteX179" fmla="*/ 406637 w 769000"/>
                <a:gd name="connsiteY179" fmla="*/ 228150 h 248759"/>
                <a:gd name="connsiteX180" fmla="*/ 428640 w 769000"/>
                <a:gd name="connsiteY180" fmla="*/ 243237 h 248759"/>
                <a:gd name="connsiteX181" fmla="*/ 454414 w 769000"/>
                <a:gd name="connsiteY181" fmla="*/ 248760 h 248759"/>
                <a:gd name="connsiteX182" fmla="*/ 475248 w 769000"/>
                <a:gd name="connsiteY182" fmla="*/ 245078 h 248759"/>
                <a:gd name="connsiteX183" fmla="*/ 491234 w 769000"/>
                <a:gd name="connsiteY183" fmla="*/ 234706 h 248759"/>
                <a:gd name="connsiteX184" fmla="*/ 501606 w 769000"/>
                <a:gd name="connsiteY184" fmla="*/ 218720 h 248759"/>
                <a:gd name="connsiteX185" fmla="*/ 505288 w 769000"/>
                <a:gd name="connsiteY185" fmla="*/ 197885 h 248759"/>
                <a:gd name="connsiteX186" fmla="*/ 499496 w 769000"/>
                <a:gd name="connsiteY186" fmla="*/ 171617 h 248759"/>
                <a:gd name="connsiteX187" fmla="*/ 484184 w 769000"/>
                <a:gd name="connsiteY187" fmla="*/ 149615 h 248759"/>
                <a:gd name="connsiteX188" fmla="*/ 462182 w 769000"/>
                <a:gd name="connsiteY188" fmla="*/ 134528 h 248759"/>
                <a:gd name="connsiteX189" fmla="*/ 436408 w 769000"/>
                <a:gd name="connsiteY189" fmla="*/ 129005 h 248759"/>
                <a:gd name="connsiteX190" fmla="*/ 388362 w 769000"/>
                <a:gd name="connsiteY190" fmla="*/ 129005 h 248759"/>
                <a:gd name="connsiteX191" fmla="*/ 423116 w 769000"/>
                <a:gd name="connsiteY191" fmla="*/ 164972 h 248759"/>
                <a:gd name="connsiteX192" fmla="*/ 436722 w 769000"/>
                <a:gd name="connsiteY192" fmla="*/ 159449 h 248759"/>
                <a:gd name="connsiteX193" fmla="*/ 449609 w 769000"/>
                <a:gd name="connsiteY193" fmla="*/ 163041 h 248759"/>
                <a:gd name="connsiteX194" fmla="*/ 461239 w 769000"/>
                <a:gd name="connsiteY194" fmla="*/ 172246 h 248759"/>
                <a:gd name="connsiteX195" fmla="*/ 469725 w 769000"/>
                <a:gd name="connsiteY195" fmla="*/ 184774 h 248759"/>
                <a:gd name="connsiteX196" fmla="*/ 473093 w 769000"/>
                <a:gd name="connsiteY196" fmla="*/ 198604 h 248759"/>
                <a:gd name="connsiteX197" fmla="*/ 467884 w 769000"/>
                <a:gd name="connsiteY197" fmla="*/ 212883 h 248759"/>
                <a:gd name="connsiteX198" fmla="*/ 454189 w 769000"/>
                <a:gd name="connsiteY198" fmla="*/ 218406 h 248759"/>
                <a:gd name="connsiteX199" fmla="*/ 441302 w 769000"/>
                <a:gd name="connsiteY199" fmla="*/ 214814 h 248759"/>
                <a:gd name="connsiteX200" fmla="*/ 429672 w 769000"/>
                <a:gd name="connsiteY200" fmla="*/ 205609 h 248759"/>
                <a:gd name="connsiteX201" fmla="*/ 421186 w 769000"/>
                <a:gd name="connsiteY201" fmla="*/ 193036 h 248759"/>
                <a:gd name="connsiteX202" fmla="*/ 417818 w 769000"/>
                <a:gd name="connsiteY202" fmla="*/ 179206 h 248759"/>
                <a:gd name="connsiteX203" fmla="*/ 423116 w 769000"/>
                <a:gd name="connsiteY203" fmla="*/ 164972 h 248759"/>
                <a:gd name="connsiteX204" fmla="*/ 546868 w 769000"/>
                <a:gd name="connsiteY204" fmla="*/ 134348 h 248759"/>
                <a:gd name="connsiteX205" fmla="*/ 534205 w 769000"/>
                <a:gd name="connsiteY205" fmla="*/ 129050 h 248759"/>
                <a:gd name="connsiteX206" fmla="*/ 519702 w 769000"/>
                <a:gd name="connsiteY206" fmla="*/ 129050 h 248759"/>
                <a:gd name="connsiteX207" fmla="*/ 516963 w 769000"/>
                <a:gd name="connsiteY207" fmla="*/ 132283 h 248759"/>
                <a:gd name="connsiteX208" fmla="*/ 516963 w 769000"/>
                <a:gd name="connsiteY208" fmla="*/ 228284 h 248759"/>
                <a:gd name="connsiteX209" fmla="*/ 521767 w 769000"/>
                <a:gd name="connsiteY209" fmla="*/ 241620 h 248759"/>
                <a:gd name="connsiteX210" fmla="*/ 535148 w 769000"/>
                <a:gd name="connsiteY210" fmla="*/ 246470 h 248759"/>
                <a:gd name="connsiteX211" fmla="*/ 546419 w 769000"/>
                <a:gd name="connsiteY211" fmla="*/ 246470 h 248759"/>
                <a:gd name="connsiteX212" fmla="*/ 549158 w 769000"/>
                <a:gd name="connsiteY212" fmla="*/ 243237 h 248759"/>
                <a:gd name="connsiteX213" fmla="*/ 549158 w 769000"/>
                <a:gd name="connsiteY213" fmla="*/ 180823 h 248759"/>
                <a:gd name="connsiteX214" fmla="*/ 605331 w 769000"/>
                <a:gd name="connsiteY214" fmla="*/ 241172 h 248759"/>
                <a:gd name="connsiteX215" fmla="*/ 617993 w 769000"/>
                <a:gd name="connsiteY215" fmla="*/ 246470 h 248759"/>
                <a:gd name="connsiteX216" fmla="*/ 631599 w 769000"/>
                <a:gd name="connsiteY216" fmla="*/ 246470 h 248759"/>
                <a:gd name="connsiteX217" fmla="*/ 634383 w 769000"/>
                <a:gd name="connsiteY217" fmla="*/ 243237 h 248759"/>
                <a:gd name="connsiteX218" fmla="*/ 634383 w 769000"/>
                <a:gd name="connsiteY218" fmla="*/ 147235 h 248759"/>
                <a:gd name="connsiteX219" fmla="*/ 629533 w 769000"/>
                <a:gd name="connsiteY219" fmla="*/ 133854 h 248759"/>
                <a:gd name="connsiteX220" fmla="*/ 616152 w 769000"/>
                <a:gd name="connsiteY220" fmla="*/ 129005 h 248759"/>
                <a:gd name="connsiteX221" fmla="*/ 604837 w 769000"/>
                <a:gd name="connsiteY221" fmla="*/ 129005 h 248759"/>
                <a:gd name="connsiteX222" fmla="*/ 602098 w 769000"/>
                <a:gd name="connsiteY222" fmla="*/ 132238 h 248759"/>
                <a:gd name="connsiteX223" fmla="*/ 602098 w 769000"/>
                <a:gd name="connsiteY223" fmla="*/ 168384 h 248759"/>
                <a:gd name="connsiteX224" fmla="*/ 599898 w 769000"/>
                <a:gd name="connsiteY224" fmla="*/ 175883 h 248759"/>
                <a:gd name="connsiteX225" fmla="*/ 593342 w 769000"/>
                <a:gd name="connsiteY225" fmla="*/ 178757 h 248759"/>
                <a:gd name="connsiteX226" fmla="*/ 583643 w 769000"/>
                <a:gd name="connsiteY226" fmla="*/ 173907 h 248759"/>
                <a:gd name="connsiteX227" fmla="*/ 546868 w 769000"/>
                <a:gd name="connsiteY227" fmla="*/ 134348 h 248759"/>
                <a:gd name="connsiteX228" fmla="*/ 652074 w 769000"/>
                <a:gd name="connsiteY228" fmla="*/ 129005 h 248759"/>
                <a:gd name="connsiteX229" fmla="*/ 649291 w 769000"/>
                <a:gd name="connsiteY229" fmla="*/ 132238 h 248759"/>
                <a:gd name="connsiteX230" fmla="*/ 649291 w 769000"/>
                <a:gd name="connsiteY230" fmla="*/ 179924 h 248759"/>
                <a:gd name="connsiteX231" fmla="*/ 655038 w 769000"/>
                <a:gd name="connsiteY231" fmla="*/ 206148 h 248759"/>
                <a:gd name="connsiteX232" fmla="*/ 670350 w 769000"/>
                <a:gd name="connsiteY232" fmla="*/ 228150 h 248759"/>
                <a:gd name="connsiteX233" fmla="*/ 692352 w 769000"/>
                <a:gd name="connsiteY233" fmla="*/ 243237 h 248759"/>
                <a:gd name="connsiteX234" fmla="*/ 718126 w 769000"/>
                <a:gd name="connsiteY234" fmla="*/ 248760 h 248759"/>
                <a:gd name="connsiteX235" fmla="*/ 738961 w 769000"/>
                <a:gd name="connsiteY235" fmla="*/ 245078 h 248759"/>
                <a:gd name="connsiteX236" fmla="*/ 754946 w 769000"/>
                <a:gd name="connsiteY236" fmla="*/ 234706 h 248759"/>
                <a:gd name="connsiteX237" fmla="*/ 765319 w 769000"/>
                <a:gd name="connsiteY237" fmla="*/ 218720 h 248759"/>
                <a:gd name="connsiteX238" fmla="*/ 769001 w 769000"/>
                <a:gd name="connsiteY238" fmla="*/ 197885 h 248759"/>
                <a:gd name="connsiteX239" fmla="*/ 763253 w 769000"/>
                <a:gd name="connsiteY239" fmla="*/ 171617 h 248759"/>
                <a:gd name="connsiteX240" fmla="*/ 747941 w 769000"/>
                <a:gd name="connsiteY240" fmla="*/ 149615 h 248759"/>
                <a:gd name="connsiteX241" fmla="*/ 725939 w 769000"/>
                <a:gd name="connsiteY241" fmla="*/ 134528 h 248759"/>
                <a:gd name="connsiteX242" fmla="*/ 700165 w 769000"/>
                <a:gd name="connsiteY242" fmla="*/ 129005 h 248759"/>
                <a:gd name="connsiteX243" fmla="*/ 652074 w 769000"/>
                <a:gd name="connsiteY243" fmla="*/ 129005 h 248759"/>
                <a:gd name="connsiteX244" fmla="*/ 686829 w 769000"/>
                <a:gd name="connsiteY244" fmla="*/ 164972 h 248759"/>
                <a:gd name="connsiteX245" fmla="*/ 700434 w 769000"/>
                <a:gd name="connsiteY245" fmla="*/ 159449 h 248759"/>
                <a:gd name="connsiteX246" fmla="*/ 713321 w 769000"/>
                <a:gd name="connsiteY246" fmla="*/ 163041 h 248759"/>
                <a:gd name="connsiteX247" fmla="*/ 724951 w 769000"/>
                <a:gd name="connsiteY247" fmla="*/ 172246 h 248759"/>
                <a:gd name="connsiteX248" fmla="*/ 733483 w 769000"/>
                <a:gd name="connsiteY248" fmla="*/ 184774 h 248759"/>
                <a:gd name="connsiteX249" fmla="*/ 736806 w 769000"/>
                <a:gd name="connsiteY249" fmla="*/ 198604 h 248759"/>
                <a:gd name="connsiteX250" fmla="*/ 731597 w 769000"/>
                <a:gd name="connsiteY250" fmla="*/ 212883 h 248759"/>
                <a:gd name="connsiteX251" fmla="*/ 717902 w 769000"/>
                <a:gd name="connsiteY251" fmla="*/ 218406 h 248759"/>
                <a:gd name="connsiteX252" fmla="*/ 705015 w 769000"/>
                <a:gd name="connsiteY252" fmla="*/ 214814 h 248759"/>
                <a:gd name="connsiteX253" fmla="*/ 693385 w 769000"/>
                <a:gd name="connsiteY253" fmla="*/ 205609 h 248759"/>
                <a:gd name="connsiteX254" fmla="*/ 684898 w 769000"/>
                <a:gd name="connsiteY254" fmla="*/ 193036 h 248759"/>
                <a:gd name="connsiteX255" fmla="*/ 681531 w 769000"/>
                <a:gd name="connsiteY255" fmla="*/ 179206 h 248759"/>
                <a:gd name="connsiteX256" fmla="*/ 686829 w 769000"/>
                <a:gd name="connsiteY256" fmla="*/ 164972 h 248759"/>
                <a:gd name="connsiteX257" fmla="*/ 378304 w 769000"/>
                <a:gd name="connsiteY257" fmla="*/ 17332 h 248759"/>
                <a:gd name="connsiteX258" fmla="*/ 361016 w 769000"/>
                <a:gd name="connsiteY258" fmla="*/ 45 h 248759"/>
                <a:gd name="connsiteX259" fmla="*/ 342741 w 769000"/>
                <a:gd name="connsiteY259" fmla="*/ 45 h 248759"/>
                <a:gd name="connsiteX260" fmla="*/ 340406 w 769000"/>
                <a:gd name="connsiteY260" fmla="*/ 988 h 248759"/>
                <a:gd name="connsiteX261" fmla="*/ 303721 w 769000"/>
                <a:gd name="connsiteY261" fmla="*/ 35383 h 248759"/>
                <a:gd name="connsiteX262" fmla="*/ 255675 w 769000"/>
                <a:gd name="connsiteY262" fmla="*/ 53793 h 248759"/>
                <a:gd name="connsiteX263" fmla="*/ 206103 w 769000"/>
                <a:gd name="connsiteY263" fmla="*/ 33901 h 248759"/>
                <a:gd name="connsiteX264" fmla="*/ 178892 w 769000"/>
                <a:gd name="connsiteY264" fmla="*/ 8352 h 248759"/>
                <a:gd name="connsiteX265" fmla="*/ 158416 w 769000"/>
                <a:gd name="connsiteY265" fmla="*/ 0 h 248759"/>
                <a:gd name="connsiteX266" fmla="*/ 136549 w 769000"/>
                <a:gd name="connsiteY266" fmla="*/ 0 h 248759"/>
                <a:gd name="connsiteX267" fmla="*/ 133091 w 769000"/>
                <a:gd name="connsiteY267" fmla="*/ 3458 h 248759"/>
                <a:gd name="connsiteX268" fmla="*/ 133091 w 769000"/>
                <a:gd name="connsiteY268" fmla="*/ 100178 h 248759"/>
                <a:gd name="connsiteX269" fmla="*/ 150379 w 769000"/>
                <a:gd name="connsiteY269" fmla="*/ 117465 h 248759"/>
                <a:gd name="connsiteX270" fmla="*/ 157069 w 769000"/>
                <a:gd name="connsiteY270" fmla="*/ 117465 h 248759"/>
                <a:gd name="connsiteX271" fmla="*/ 161604 w 769000"/>
                <a:gd name="connsiteY271" fmla="*/ 117465 h 248759"/>
                <a:gd name="connsiteX272" fmla="*/ 165062 w 769000"/>
                <a:gd name="connsiteY272" fmla="*/ 114008 h 248759"/>
                <a:gd name="connsiteX273" fmla="*/ 165062 w 769000"/>
                <a:gd name="connsiteY273" fmla="*/ 79612 h 248759"/>
                <a:gd name="connsiteX274" fmla="*/ 181271 w 769000"/>
                <a:gd name="connsiteY274" fmla="*/ 63223 h 248759"/>
                <a:gd name="connsiteX275" fmla="*/ 220202 w 769000"/>
                <a:gd name="connsiteY275" fmla="*/ 86752 h 248759"/>
                <a:gd name="connsiteX276" fmla="*/ 255720 w 769000"/>
                <a:gd name="connsiteY276" fmla="*/ 109427 h 248759"/>
                <a:gd name="connsiteX277" fmla="*/ 291238 w 769000"/>
                <a:gd name="connsiteY277" fmla="*/ 86752 h 248759"/>
                <a:gd name="connsiteX278" fmla="*/ 330168 w 769000"/>
                <a:gd name="connsiteY278" fmla="*/ 63223 h 248759"/>
                <a:gd name="connsiteX279" fmla="*/ 346378 w 769000"/>
                <a:gd name="connsiteY279" fmla="*/ 79477 h 248759"/>
                <a:gd name="connsiteX280" fmla="*/ 346378 w 769000"/>
                <a:gd name="connsiteY280" fmla="*/ 100222 h 248759"/>
                <a:gd name="connsiteX281" fmla="*/ 363666 w 769000"/>
                <a:gd name="connsiteY281" fmla="*/ 117465 h 248759"/>
                <a:gd name="connsiteX282" fmla="*/ 371119 w 769000"/>
                <a:gd name="connsiteY282" fmla="*/ 117465 h 248759"/>
                <a:gd name="connsiteX283" fmla="*/ 374846 w 769000"/>
                <a:gd name="connsiteY283" fmla="*/ 117510 h 248759"/>
                <a:gd name="connsiteX284" fmla="*/ 374846 w 769000"/>
                <a:gd name="connsiteY284" fmla="*/ 117510 h 248759"/>
                <a:gd name="connsiteX285" fmla="*/ 378304 w 769000"/>
                <a:gd name="connsiteY285" fmla="*/ 114052 h 248759"/>
                <a:gd name="connsiteX286" fmla="*/ 378304 w 769000"/>
                <a:gd name="connsiteY286" fmla="*/ 17332 h 248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</a:cxnLst>
              <a:rect l="l" t="t" r="r" b="b"/>
              <a:pathLst>
                <a:path w="769000" h="248759">
                  <a:moveTo>
                    <a:pt x="385623" y="234975"/>
                  </a:moveTo>
                  <a:lnTo>
                    <a:pt x="385623" y="243147"/>
                  </a:lnTo>
                  <a:cubicBezTo>
                    <a:pt x="385623" y="245303"/>
                    <a:pt x="384725" y="246470"/>
                    <a:pt x="382929" y="246470"/>
                  </a:cubicBezTo>
                  <a:lnTo>
                    <a:pt x="357379" y="246425"/>
                  </a:lnTo>
                  <a:cubicBezTo>
                    <a:pt x="353024" y="246425"/>
                    <a:pt x="348982" y="244898"/>
                    <a:pt x="345211" y="242159"/>
                  </a:cubicBezTo>
                  <a:cubicBezTo>
                    <a:pt x="345211" y="242159"/>
                    <a:pt x="306550" y="211671"/>
                    <a:pt x="306460" y="211581"/>
                  </a:cubicBezTo>
                  <a:cubicBezTo>
                    <a:pt x="303855" y="209291"/>
                    <a:pt x="302149" y="205474"/>
                    <a:pt x="302104" y="201118"/>
                  </a:cubicBezTo>
                  <a:lnTo>
                    <a:pt x="302104" y="188546"/>
                  </a:lnTo>
                  <a:cubicBezTo>
                    <a:pt x="302104" y="186435"/>
                    <a:pt x="302778" y="185313"/>
                    <a:pt x="304125" y="185313"/>
                  </a:cubicBezTo>
                  <a:cubicBezTo>
                    <a:pt x="305472" y="185313"/>
                    <a:pt x="307313" y="186211"/>
                    <a:pt x="308256" y="186480"/>
                  </a:cubicBezTo>
                  <a:cubicBezTo>
                    <a:pt x="310232" y="187199"/>
                    <a:pt x="312746" y="187872"/>
                    <a:pt x="312881" y="187917"/>
                  </a:cubicBezTo>
                  <a:cubicBezTo>
                    <a:pt x="316922" y="189219"/>
                    <a:pt x="320829" y="189893"/>
                    <a:pt x="324645" y="189893"/>
                  </a:cubicBezTo>
                  <a:cubicBezTo>
                    <a:pt x="332638" y="189893"/>
                    <a:pt x="339014" y="186345"/>
                    <a:pt x="341035" y="180643"/>
                  </a:cubicBezTo>
                  <a:cubicBezTo>
                    <a:pt x="342876" y="175389"/>
                    <a:pt x="337667" y="163176"/>
                    <a:pt x="319931" y="158686"/>
                  </a:cubicBezTo>
                  <a:cubicBezTo>
                    <a:pt x="306639" y="155318"/>
                    <a:pt x="294291" y="157922"/>
                    <a:pt x="290699" y="164568"/>
                  </a:cubicBezTo>
                  <a:cubicBezTo>
                    <a:pt x="290699" y="164568"/>
                    <a:pt x="290160" y="165601"/>
                    <a:pt x="289801" y="166678"/>
                  </a:cubicBezTo>
                  <a:cubicBezTo>
                    <a:pt x="289487" y="167711"/>
                    <a:pt x="289397" y="169238"/>
                    <a:pt x="289397" y="169866"/>
                  </a:cubicBezTo>
                  <a:lnTo>
                    <a:pt x="289397" y="217957"/>
                  </a:lnTo>
                  <a:cubicBezTo>
                    <a:pt x="289397" y="225186"/>
                    <a:pt x="288274" y="231877"/>
                    <a:pt x="283784" y="237759"/>
                  </a:cubicBezTo>
                  <a:cubicBezTo>
                    <a:pt x="281225" y="241172"/>
                    <a:pt x="277767" y="243955"/>
                    <a:pt x="273726" y="245303"/>
                  </a:cubicBezTo>
                  <a:cubicBezTo>
                    <a:pt x="271121" y="246111"/>
                    <a:pt x="268203" y="246425"/>
                    <a:pt x="265554" y="246425"/>
                  </a:cubicBezTo>
                  <a:cubicBezTo>
                    <a:pt x="263668" y="246425"/>
                    <a:pt x="260390" y="246335"/>
                    <a:pt x="258908" y="245527"/>
                  </a:cubicBezTo>
                  <a:cubicBezTo>
                    <a:pt x="257785" y="244898"/>
                    <a:pt x="257785" y="243731"/>
                    <a:pt x="257785" y="242608"/>
                  </a:cubicBezTo>
                  <a:lnTo>
                    <a:pt x="257785" y="234706"/>
                  </a:lnTo>
                  <a:lnTo>
                    <a:pt x="257785" y="228644"/>
                  </a:lnTo>
                  <a:lnTo>
                    <a:pt x="257785" y="211042"/>
                  </a:lnTo>
                  <a:lnTo>
                    <a:pt x="257785" y="131564"/>
                  </a:lnTo>
                  <a:cubicBezTo>
                    <a:pt x="257785" y="130172"/>
                    <a:pt x="258908" y="129005"/>
                    <a:pt x="260345" y="129005"/>
                  </a:cubicBezTo>
                  <a:cubicBezTo>
                    <a:pt x="260435" y="129005"/>
                    <a:pt x="307762" y="129005"/>
                    <a:pt x="307762" y="129005"/>
                  </a:cubicBezTo>
                  <a:cubicBezTo>
                    <a:pt x="315575" y="129005"/>
                    <a:pt x="323388" y="130352"/>
                    <a:pt x="331426" y="133001"/>
                  </a:cubicBezTo>
                  <a:cubicBezTo>
                    <a:pt x="339463" y="135695"/>
                    <a:pt x="346737" y="139333"/>
                    <a:pt x="353203" y="143913"/>
                  </a:cubicBezTo>
                  <a:cubicBezTo>
                    <a:pt x="359669" y="148493"/>
                    <a:pt x="364923" y="153926"/>
                    <a:pt x="369009" y="160122"/>
                  </a:cubicBezTo>
                  <a:cubicBezTo>
                    <a:pt x="373050" y="166319"/>
                    <a:pt x="375116" y="172965"/>
                    <a:pt x="375116" y="180014"/>
                  </a:cubicBezTo>
                  <a:cubicBezTo>
                    <a:pt x="375116" y="187513"/>
                    <a:pt x="372871" y="193530"/>
                    <a:pt x="368695" y="198290"/>
                  </a:cubicBezTo>
                  <a:cubicBezTo>
                    <a:pt x="361959" y="205968"/>
                    <a:pt x="354550" y="208931"/>
                    <a:pt x="352305" y="210368"/>
                  </a:cubicBezTo>
                  <a:cubicBezTo>
                    <a:pt x="354326" y="211940"/>
                    <a:pt x="358996" y="215622"/>
                    <a:pt x="365327" y="220606"/>
                  </a:cubicBezTo>
                  <a:cubicBezTo>
                    <a:pt x="377540" y="230305"/>
                    <a:pt x="383692" y="232011"/>
                    <a:pt x="383737" y="232011"/>
                  </a:cubicBezTo>
                  <a:cubicBezTo>
                    <a:pt x="384635" y="232460"/>
                    <a:pt x="385623" y="233763"/>
                    <a:pt x="385623" y="234975"/>
                  </a:cubicBezTo>
                  <a:moveTo>
                    <a:pt x="229227" y="215981"/>
                  </a:moveTo>
                  <a:lnTo>
                    <a:pt x="195191" y="215981"/>
                  </a:lnTo>
                  <a:cubicBezTo>
                    <a:pt x="190342" y="215981"/>
                    <a:pt x="185941" y="214679"/>
                    <a:pt x="181631" y="212883"/>
                  </a:cubicBezTo>
                  <a:cubicBezTo>
                    <a:pt x="177994" y="211311"/>
                    <a:pt x="172381" y="206462"/>
                    <a:pt x="170719" y="204576"/>
                  </a:cubicBezTo>
                  <a:cubicBezTo>
                    <a:pt x="167576" y="201118"/>
                    <a:pt x="165151" y="197122"/>
                    <a:pt x="163445" y="192632"/>
                  </a:cubicBezTo>
                  <a:cubicBezTo>
                    <a:pt x="161694" y="188097"/>
                    <a:pt x="160796" y="183472"/>
                    <a:pt x="160796" y="178712"/>
                  </a:cubicBezTo>
                  <a:cubicBezTo>
                    <a:pt x="160796" y="172605"/>
                    <a:pt x="162547" y="167846"/>
                    <a:pt x="166050" y="164433"/>
                  </a:cubicBezTo>
                  <a:cubicBezTo>
                    <a:pt x="166454" y="164029"/>
                    <a:pt x="167980" y="162817"/>
                    <a:pt x="169732" y="161739"/>
                  </a:cubicBezTo>
                  <a:cubicBezTo>
                    <a:pt x="171483" y="160706"/>
                    <a:pt x="173369" y="160212"/>
                    <a:pt x="174626" y="159943"/>
                  </a:cubicBezTo>
                  <a:cubicBezTo>
                    <a:pt x="176647" y="159449"/>
                    <a:pt x="178892" y="159179"/>
                    <a:pt x="181271" y="159179"/>
                  </a:cubicBezTo>
                  <a:cubicBezTo>
                    <a:pt x="183606" y="159179"/>
                    <a:pt x="185852" y="159449"/>
                    <a:pt x="187872" y="159943"/>
                  </a:cubicBezTo>
                  <a:cubicBezTo>
                    <a:pt x="191689" y="160706"/>
                    <a:pt x="195461" y="162233"/>
                    <a:pt x="199143" y="164568"/>
                  </a:cubicBezTo>
                  <a:cubicBezTo>
                    <a:pt x="204441" y="167935"/>
                    <a:pt x="210099" y="173054"/>
                    <a:pt x="213871" y="177949"/>
                  </a:cubicBezTo>
                  <a:lnTo>
                    <a:pt x="178443" y="177949"/>
                  </a:lnTo>
                  <a:cubicBezTo>
                    <a:pt x="176332" y="177949"/>
                    <a:pt x="175255" y="178892"/>
                    <a:pt x="175255" y="180733"/>
                  </a:cubicBezTo>
                  <a:cubicBezTo>
                    <a:pt x="175255" y="184415"/>
                    <a:pt x="175793" y="186795"/>
                    <a:pt x="177275" y="189758"/>
                  </a:cubicBezTo>
                  <a:cubicBezTo>
                    <a:pt x="178712" y="192767"/>
                    <a:pt x="185537" y="203139"/>
                    <a:pt x="199502" y="203139"/>
                  </a:cubicBezTo>
                  <a:lnTo>
                    <a:pt x="232505" y="203139"/>
                  </a:lnTo>
                  <a:cubicBezTo>
                    <a:pt x="238253" y="203139"/>
                    <a:pt x="242249" y="201612"/>
                    <a:pt x="244494" y="198559"/>
                  </a:cubicBezTo>
                  <a:cubicBezTo>
                    <a:pt x="246694" y="195506"/>
                    <a:pt x="247323" y="192856"/>
                    <a:pt x="247323" y="188725"/>
                  </a:cubicBezTo>
                  <a:cubicBezTo>
                    <a:pt x="247323" y="181990"/>
                    <a:pt x="245527" y="175344"/>
                    <a:pt x="241980" y="168250"/>
                  </a:cubicBezTo>
                  <a:cubicBezTo>
                    <a:pt x="238432" y="161110"/>
                    <a:pt x="233583" y="154644"/>
                    <a:pt x="227521" y="148807"/>
                  </a:cubicBezTo>
                  <a:cubicBezTo>
                    <a:pt x="221459" y="142970"/>
                    <a:pt x="214365" y="138255"/>
                    <a:pt x="206327" y="134573"/>
                  </a:cubicBezTo>
                  <a:cubicBezTo>
                    <a:pt x="198290" y="130891"/>
                    <a:pt x="189848" y="129050"/>
                    <a:pt x="181047" y="129050"/>
                  </a:cubicBezTo>
                  <a:lnTo>
                    <a:pt x="132462" y="129050"/>
                  </a:lnTo>
                  <a:cubicBezTo>
                    <a:pt x="131070" y="129050"/>
                    <a:pt x="129903" y="130217"/>
                    <a:pt x="129903" y="131609"/>
                  </a:cubicBezTo>
                  <a:lnTo>
                    <a:pt x="129903" y="179880"/>
                  </a:lnTo>
                  <a:cubicBezTo>
                    <a:pt x="129903" y="188905"/>
                    <a:pt x="131654" y="197481"/>
                    <a:pt x="135157" y="205519"/>
                  </a:cubicBezTo>
                  <a:cubicBezTo>
                    <a:pt x="138614" y="213556"/>
                    <a:pt x="143374" y="220606"/>
                    <a:pt x="149391" y="226668"/>
                  </a:cubicBezTo>
                  <a:cubicBezTo>
                    <a:pt x="155363" y="232730"/>
                    <a:pt x="162368" y="237534"/>
                    <a:pt x="170315" y="241037"/>
                  </a:cubicBezTo>
                  <a:cubicBezTo>
                    <a:pt x="178308" y="244584"/>
                    <a:pt x="186884" y="246470"/>
                    <a:pt x="195999" y="246470"/>
                  </a:cubicBezTo>
                  <a:lnTo>
                    <a:pt x="244674" y="246470"/>
                  </a:lnTo>
                  <a:cubicBezTo>
                    <a:pt x="246066" y="246470"/>
                    <a:pt x="247233" y="245347"/>
                    <a:pt x="247233" y="243911"/>
                  </a:cubicBezTo>
                  <a:lnTo>
                    <a:pt x="247233" y="234122"/>
                  </a:lnTo>
                  <a:cubicBezTo>
                    <a:pt x="247233" y="228464"/>
                    <a:pt x="245662" y="224019"/>
                    <a:pt x="242429" y="220786"/>
                  </a:cubicBezTo>
                  <a:cubicBezTo>
                    <a:pt x="239286" y="217598"/>
                    <a:pt x="234840" y="215981"/>
                    <a:pt x="229227" y="215981"/>
                  </a:cubicBezTo>
                  <a:moveTo>
                    <a:pt x="108170" y="73505"/>
                  </a:moveTo>
                  <a:cubicBezTo>
                    <a:pt x="110326" y="73505"/>
                    <a:pt x="111403" y="72563"/>
                    <a:pt x="111403" y="70721"/>
                  </a:cubicBezTo>
                  <a:lnTo>
                    <a:pt x="111403" y="61292"/>
                  </a:lnTo>
                  <a:cubicBezTo>
                    <a:pt x="111403" y="55634"/>
                    <a:pt x="109787" y="51144"/>
                    <a:pt x="106554" y="47911"/>
                  </a:cubicBezTo>
                  <a:cubicBezTo>
                    <a:pt x="103321" y="44678"/>
                    <a:pt x="98875" y="43106"/>
                    <a:pt x="93173" y="43106"/>
                  </a:cubicBezTo>
                  <a:lnTo>
                    <a:pt x="35832" y="43106"/>
                  </a:lnTo>
                  <a:cubicBezTo>
                    <a:pt x="36730" y="39245"/>
                    <a:pt x="38706" y="36191"/>
                    <a:pt x="41714" y="33901"/>
                  </a:cubicBezTo>
                  <a:cubicBezTo>
                    <a:pt x="44678" y="31611"/>
                    <a:pt x="48629" y="30444"/>
                    <a:pt x="53569" y="30444"/>
                  </a:cubicBezTo>
                  <a:lnTo>
                    <a:pt x="115040" y="30444"/>
                  </a:lnTo>
                  <a:cubicBezTo>
                    <a:pt x="117196" y="30444"/>
                    <a:pt x="118273" y="29546"/>
                    <a:pt x="118273" y="27660"/>
                  </a:cubicBezTo>
                  <a:lnTo>
                    <a:pt x="118273" y="18230"/>
                  </a:lnTo>
                  <a:cubicBezTo>
                    <a:pt x="118273" y="12573"/>
                    <a:pt x="116657" y="8082"/>
                    <a:pt x="113424" y="4894"/>
                  </a:cubicBezTo>
                  <a:cubicBezTo>
                    <a:pt x="110191" y="1661"/>
                    <a:pt x="105745" y="45"/>
                    <a:pt x="100043" y="45"/>
                  </a:cubicBezTo>
                  <a:lnTo>
                    <a:pt x="5882" y="45"/>
                  </a:lnTo>
                  <a:cubicBezTo>
                    <a:pt x="4041" y="45"/>
                    <a:pt x="3098" y="1123"/>
                    <a:pt x="3098" y="3278"/>
                  </a:cubicBezTo>
                  <a:lnTo>
                    <a:pt x="3098" y="67039"/>
                  </a:lnTo>
                  <a:cubicBezTo>
                    <a:pt x="3098" y="74269"/>
                    <a:pt x="4400" y="80959"/>
                    <a:pt x="7005" y="87201"/>
                  </a:cubicBezTo>
                  <a:cubicBezTo>
                    <a:pt x="9609" y="93442"/>
                    <a:pt x="13246" y="98741"/>
                    <a:pt x="17961" y="103231"/>
                  </a:cubicBezTo>
                  <a:cubicBezTo>
                    <a:pt x="22631" y="107676"/>
                    <a:pt x="28244" y="111179"/>
                    <a:pt x="34755" y="113693"/>
                  </a:cubicBezTo>
                  <a:cubicBezTo>
                    <a:pt x="41265" y="116253"/>
                    <a:pt x="48360" y="117510"/>
                    <a:pt x="56038" y="117510"/>
                  </a:cubicBezTo>
                  <a:lnTo>
                    <a:pt x="117285" y="117510"/>
                  </a:lnTo>
                  <a:cubicBezTo>
                    <a:pt x="119441" y="117510"/>
                    <a:pt x="120473" y="116612"/>
                    <a:pt x="120473" y="114771"/>
                  </a:cubicBezTo>
                  <a:lnTo>
                    <a:pt x="120473" y="105341"/>
                  </a:lnTo>
                  <a:cubicBezTo>
                    <a:pt x="120473" y="99684"/>
                    <a:pt x="118857" y="95193"/>
                    <a:pt x="115669" y="91960"/>
                  </a:cubicBezTo>
                  <a:cubicBezTo>
                    <a:pt x="112436" y="88727"/>
                    <a:pt x="107991" y="87111"/>
                    <a:pt x="102288" y="87111"/>
                  </a:cubicBezTo>
                  <a:lnTo>
                    <a:pt x="53928" y="87111"/>
                  </a:lnTo>
                  <a:cubicBezTo>
                    <a:pt x="49348" y="87111"/>
                    <a:pt x="45396" y="85854"/>
                    <a:pt x="42163" y="83294"/>
                  </a:cubicBezTo>
                  <a:cubicBezTo>
                    <a:pt x="38930" y="80780"/>
                    <a:pt x="36775" y="77502"/>
                    <a:pt x="35742" y="73505"/>
                  </a:cubicBezTo>
                  <a:lnTo>
                    <a:pt x="108170" y="73505"/>
                  </a:lnTo>
                  <a:close/>
                  <a:moveTo>
                    <a:pt x="461059" y="117465"/>
                  </a:moveTo>
                  <a:cubicBezTo>
                    <a:pt x="477359" y="117465"/>
                    <a:pt x="490021" y="113289"/>
                    <a:pt x="499136" y="104937"/>
                  </a:cubicBezTo>
                  <a:cubicBezTo>
                    <a:pt x="508297" y="96585"/>
                    <a:pt x="512877" y="84237"/>
                    <a:pt x="512877" y="67982"/>
                  </a:cubicBezTo>
                  <a:cubicBezTo>
                    <a:pt x="512877" y="58598"/>
                    <a:pt x="510901" y="49797"/>
                    <a:pt x="506994" y="41490"/>
                  </a:cubicBezTo>
                  <a:cubicBezTo>
                    <a:pt x="503088" y="33183"/>
                    <a:pt x="497879" y="25999"/>
                    <a:pt x="491323" y="19847"/>
                  </a:cubicBezTo>
                  <a:cubicBezTo>
                    <a:pt x="484813" y="13740"/>
                    <a:pt x="477314" y="8891"/>
                    <a:pt x="468872" y="5343"/>
                  </a:cubicBezTo>
                  <a:cubicBezTo>
                    <a:pt x="460430" y="1841"/>
                    <a:pt x="451674" y="45"/>
                    <a:pt x="442649" y="45"/>
                  </a:cubicBezTo>
                  <a:lnTo>
                    <a:pt x="395906" y="45"/>
                  </a:lnTo>
                  <a:cubicBezTo>
                    <a:pt x="394065" y="45"/>
                    <a:pt x="393122" y="1123"/>
                    <a:pt x="393122" y="3233"/>
                  </a:cubicBezTo>
                  <a:lnTo>
                    <a:pt x="393122" y="99279"/>
                  </a:lnTo>
                  <a:cubicBezTo>
                    <a:pt x="393122" y="104982"/>
                    <a:pt x="394738" y="109427"/>
                    <a:pt x="397971" y="112616"/>
                  </a:cubicBezTo>
                  <a:cubicBezTo>
                    <a:pt x="401204" y="115849"/>
                    <a:pt x="405649" y="117465"/>
                    <a:pt x="411352" y="117465"/>
                  </a:cubicBezTo>
                  <a:lnTo>
                    <a:pt x="461059" y="117465"/>
                  </a:lnTo>
                  <a:close/>
                  <a:moveTo>
                    <a:pt x="456120" y="33767"/>
                  </a:moveTo>
                  <a:cubicBezTo>
                    <a:pt x="460655" y="36012"/>
                    <a:pt x="464741" y="38975"/>
                    <a:pt x="468333" y="42612"/>
                  </a:cubicBezTo>
                  <a:cubicBezTo>
                    <a:pt x="471926" y="46294"/>
                    <a:pt x="474889" y="50470"/>
                    <a:pt x="477179" y="55051"/>
                  </a:cubicBezTo>
                  <a:cubicBezTo>
                    <a:pt x="479469" y="59631"/>
                    <a:pt x="480637" y="64345"/>
                    <a:pt x="480637" y="69105"/>
                  </a:cubicBezTo>
                  <a:cubicBezTo>
                    <a:pt x="480637" y="74808"/>
                    <a:pt x="478751" y="79208"/>
                    <a:pt x="474979" y="82351"/>
                  </a:cubicBezTo>
                  <a:cubicBezTo>
                    <a:pt x="471207" y="85494"/>
                    <a:pt x="466627" y="87066"/>
                    <a:pt x="461284" y="87066"/>
                  </a:cubicBezTo>
                  <a:lnTo>
                    <a:pt x="425362" y="87066"/>
                  </a:lnTo>
                  <a:lnTo>
                    <a:pt x="425362" y="49752"/>
                  </a:lnTo>
                  <a:cubicBezTo>
                    <a:pt x="425362" y="44094"/>
                    <a:pt x="426843" y="39424"/>
                    <a:pt x="429852" y="35832"/>
                  </a:cubicBezTo>
                  <a:cubicBezTo>
                    <a:pt x="432860" y="32195"/>
                    <a:pt x="436991" y="30399"/>
                    <a:pt x="442380" y="30399"/>
                  </a:cubicBezTo>
                  <a:cubicBezTo>
                    <a:pt x="447005" y="30444"/>
                    <a:pt x="451585" y="31566"/>
                    <a:pt x="456120" y="33767"/>
                  </a:cubicBezTo>
                  <a:moveTo>
                    <a:pt x="74942" y="158371"/>
                  </a:moveTo>
                  <a:cubicBezTo>
                    <a:pt x="80375" y="159808"/>
                    <a:pt x="85135" y="161694"/>
                    <a:pt x="89132" y="164029"/>
                  </a:cubicBezTo>
                  <a:cubicBezTo>
                    <a:pt x="91107" y="165241"/>
                    <a:pt x="92634" y="166050"/>
                    <a:pt x="93622" y="166319"/>
                  </a:cubicBezTo>
                  <a:cubicBezTo>
                    <a:pt x="94610" y="166633"/>
                    <a:pt x="95732" y="166768"/>
                    <a:pt x="96989" y="166768"/>
                  </a:cubicBezTo>
                  <a:cubicBezTo>
                    <a:pt x="99729" y="166768"/>
                    <a:pt x="102647" y="165241"/>
                    <a:pt x="105745" y="162143"/>
                  </a:cubicBezTo>
                  <a:lnTo>
                    <a:pt x="117510" y="149930"/>
                  </a:lnTo>
                  <a:cubicBezTo>
                    <a:pt x="117959" y="149481"/>
                    <a:pt x="118183" y="148942"/>
                    <a:pt x="118183" y="148313"/>
                  </a:cubicBezTo>
                  <a:cubicBezTo>
                    <a:pt x="118183" y="147550"/>
                    <a:pt x="117734" y="146697"/>
                    <a:pt x="116791" y="145799"/>
                  </a:cubicBezTo>
                  <a:cubicBezTo>
                    <a:pt x="110191" y="139826"/>
                    <a:pt x="101614" y="135112"/>
                    <a:pt x="91107" y="131744"/>
                  </a:cubicBezTo>
                  <a:cubicBezTo>
                    <a:pt x="80600" y="128376"/>
                    <a:pt x="69509" y="126670"/>
                    <a:pt x="57834" y="126670"/>
                  </a:cubicBezTo>
                  <a:cubicBezTo>
                    <a:pt x="50605" y="126670"/>
                    <a:pt x="43735" y="127344"/>
                    <a:pt x="37224" y="128736"/>
                  </a:cubicBezTo>
                  <a:cubicBezTo>
                    <a:pt x="30713" y="130128"/>
                    <a:pt x="24921" y="132283"/>
                    <a:pt x="19847" y="135202"/>
                  </a:cubicBezTo>
                  <a:cubicBezTo>
                    <a:pt x="14773" y="138120"/>
                    <a:pt x="10732" y="141937"/>
                    <a:pt x="7768" y="146607"/>
                  </a:cubicBezTo>
                  <a:cubicBezTo>
                    <a:pt x="4760" y="151322"/>
                    <a:pt x="3278" y="156934"/>
                    <a:pt x="3278" y="163535"/>
                  </a:cubicBezTo>
                  <a:cubicBezTo>
                    <a:pt x="3278" y="169372"/>
                    <a:pt x="4580" y="174312"/>
                    <a:pt x="7184" y="178488"/>
                  </a:cubicBezTo>
                  <a:cubicBezTo>
                    <a:pt x="9789" y="182619"/>
                    <a:pt x="13381" y="186166"/>
                    <a:pt x="17961" y="189085"/>
                  </a:cubicBezTo>
                  <a:cubicBezTo>
                    <a:pt x="22586" y="192003"/>
                    <a:pt x="28019" y="194338"/>
                    <a:pt x="34306" y="196089"/>
                  </a:cubicBezTo>
                  <a:cubicBezTo>
                    <a:pt x="40592" y="197885"/>
                    <a:pt x="47462" y="199277"/>
                    <a:pt x="54826" y="200355"/>
                  </a:cubicBezTo>
                  <a:cubicBezTo>
                    <a:pt x="60214" y="201118"/>
                    <a:pt x="64570" y="201882"/>
                    <a:pt x="67938" y="202555"/>
                  </a:cubicBezTo>
                  <a:cubicBezTo>
                    <a:pt x="71305" y="203274"/>
                    <a:pt x="73999" y="203947"/>
                    <a:pt x="75975" y="204621"/>
                  </a:cubicBezTo>
                  <a:cubicBezTo>
                    <a:pt x="77951" y="205294"/>
                    <a:pt x="79343" y="206058"/>
                    <a:pt x="80016" y="206911"/>
                  </a:cubicBezTo>
                  <a:cubicBezTo>
                    <a:pt x="80735" y="207764"/>
                    <a:pt x="81049" y="208797"/>
                    <a:pt x="81049" y="210009"/>
                  </a:cubicBezTo>
                  <a:cubicBezTo>
                    <a:pt x="81049" y="212479"/>
                    <a:pt x="79567" y="214185"/>
                    <a:pt x="76559" y="215173"/>
                  </a:cubicBezTo>
                  <a:cubicBezTo>
                    <a:pt x="73550" y="216161"/>
                    <a:pt x="69599" y="216700"/>
                    <a:pt x="64705" y="216700"/>
                  </a:cubicBezTo>
                  <a:cubicBezTo>
                    <a:pt x="56577" y="216700"/>
                    <a:pt x="49662" y="215981"/>
                    <a:pt x="43960" y="214634"/>
                  </a:cubicBezTo>
                  <a:cubicBezTo>
                    <a:pt x="38302" y="213242"/>
                    <a:pt x="33363" y="211311"/>
                    <a:pt x="29232" y="208887"/>
                  </a:cubicBezTo>
                  <a:cubicBezTo>
                    <a:pt x="27256" y="207674"/>
                    <a:pt x="25729" y="206911"/>
                    <a:pt x="24741" y="206597"/>
                  </a:cubicBezTo>
                  <a:cubicBezTo>
                    <a:pt x="23753" y="206282"/>
                    <a:pt x="22631" y="206148"/>
                    <a:pt x="21374" y="206148"/>
                  </a:cubicBezTo>
                  <a:cubicBezTo>
                    <a:pt x="18635" y="206148"/>
                    <a:pt x="15716" y="207719"/>
                    <a:pt x="12663" y="210772"/>
                  </a:cubicBezTo>
                  <a:lnTo>
                    <a:pt x="674" y="223211"/>
                  </a:lnTo>
                  <a:cubicBezTo>
                    <a:pt x="225" y="223659"/>
                    <a:pt x="0" y="224198"/>
                    <a:pt x="0" y="224827"/>
                  </a:cubicBezTo>
                  <a:cubicBezTo>
                    <a:pt x="0" y="225590"/>
                    <a:pt x="449" y="226443"/>
                    <a:pt x="1392" y="227386"/>
                  </a:cubicBezTo>
                  <a:cubicBezTo>
                    <a:pt x="4311" y="230305"/>
                    <a:pt x="8038" y="232954"/>
                    <a:pt x="12573" y="235334"/>
                  </a:cubicBezTo>
                  <a:cubicBezTo>
                    <a:pt x="17108" y="237714"/>
                    <a:pt x="22227" y="239735"/>
                    <a:pt x="27974" y="241306"/>
                  </a:cubicBezTo>
                  <a:cubicBezTo>
                    <a:pt x="33722" y="242923"/>
                    <a:pt x="40008" y="244180"/>
                    <a:pt x="46744" y="245123"/>
                  </a:cubicBezTo>
                  <a:cubicBezTo>
                    <a:pt x="53524" y="246066"/>
                    <a:pt x="60574" y="246515"/>
                    <a:pt x="67938" y="246515"/>
                  </a:cubicBezTo>
                  <a:lnTo>
                    <a:pt x="116522" y="246515"/>
                  </a:lnTo>
                  <a:cubicBezTo>
                    <a:pt x="117285" y="246515"/>
                    <a:pt x="117824" y="246201"/>
                    <a:pt x="118139" y="245572"/>
                  </a:cubicBezTo>
                  <a:cubicBezTo>
                    <a:pt x="118318" y="245303"/>
                    <a:pt x="118363" y="244898"/>
                    <a:pt x="118363" y="244405"/>
                  </a:cubicBezTo>
                  <a:lnTo>
                    <a:pt x="118363" y="217463"/>
                  </a:lnTo>
                  <a:cubicBezTo>
                    <a:pt x="118363" y="209650"/>
                    <a:pt x="117465" y="203139"/>
                    <a:pt x="115624" y="197975"/>
                  </a:cubicBezTo>
                  <a:cubicBezTo>
                    <a:pt x="113783" y="192811"/>
                    <a:pt x="111179" y="188636"/>
                    <a:pt x="107811" y="185447"/>
                  </a:cubicBezTo>
                  <a:cubicBezTo>
                    <a:pt x="104443" y="182214"/>
                    <a:pt x="100357" y="179790"/>
                    <a:pt x="95508" y="178083"/>
                  </a:cubicBezTo>
                  <a:cubicBezTo>
                    <a:pt x="90658" y="176422"/>
                    <a:pt x="85270" y="175075"/>
                    <a:pt x="79253" y="174177"/>
                  </a:cubicBezTo>
                  <a:cubicBezTo>
                    <a:pt x="66815" y="172336"/>
                    <a:pt x="56981" y="170674"/>
                    <a:pt x="49752" y="169103"/>
                  </a:cubicBezTo>
                  <a:cubicBezTo>
                    <a:pt x="42523" y="167576"/>
                    <a:pt x="38930" y="165376"/>
                    <a:pt x="38930" y="162412"/>
                  </a:cubicBezTo>
                  <a:cubicBezTo>
                    <a:pt x="38930" y="158281"/>
                    <a:pt x="44768" y="156216"/>
                    <a:pt x="56443" y="156216"/>
                  </a:cubicBezTo>
                  <a:cubicBezTo>
                    <a:pt x="63313" y="156216"/>
                    <a:pt x="69509" y="156934"/>
                    <a:pt x="74942" y="158371"/>
                  </a:cubicBezTo>
                  <a:moveTo>
                    <a:pt x="388362" y="129005"/>
                  </a:moveTo>
                  <a:cubicBezTo>
                    <a:pt x="386521" y="129005"/>
                    <a:pt x="385578" y="130083"/>
                    <a:pt x="385578" y="132238"/>
                  </a:cubicBezTo>
                  <a:lnTo>
                    <a:pt x="385578" y="179924"/>
                  </a:lnTo>
                  <a:cubicBezTo>
                    <a:pt x="385578" y="189129"/>
                    <a:pt x="387509" y="197885"/>
                    <a:pt x="391325" y="206148"/>
                  </a:cubicBezTo>
                  <a:cubicBezTo>
                    <a:pt x="395142" y="214454"/>
                    <a:pt x="400261" y="221774"/>
                    <a:pt x="406637" y="228150"/>
                  </a:cubicBezTo>
                  <a:cubicBezTo>
                    <a:pt x="413013" y="234526"/>
                    <a:pt x="420333" y="239555"/>
                    <a:pt x="428640" y="243237"/>
                  </a:cubicBezTo>
                  <a:cubicBezTo>
                    <a:pt x="436902" y="246919"/>
                    <a:pt x="445523" y="248760"/>
                    <a:pt x="454414" y="248760"/>
                  </a:cubicBezTo>
                  <a:cubicBezTo>
                    <a:pt x="462092" y="248760"/>
                    <a:pt x="469007" y="247548"/>
                    <a:pt x="475248" y="245078"/>
                  </a:cubicBezTo>
                  <a:cubicBezTo>
                    <a:pt x="481445" y="242608"/>
                    <a:pt x="486788" y="239196"/>
                    <a:pt x="491234" y="234706"/>
                  </a:cubicBezTo>
                  <a:cubicBezTo>
                    <a:pt x="495679" y="230260"/>
                    <a:pt x="499136" y="224917"/>
                    <a:pt x="501606" y="218720"/>
                  </a:cubicBezTo>
                  <a:cubicBezTo>
                    <a:pt x="504076" y="212524"/>
                    <a:pt x="505288" y="205564"/>
                    <a:pt x="505288" y="197885"/>
                  </a:cubicBezTo>
                  <a:cubicBezTo>
                    <a:pt x="505288" y="188680"/>
                    <a:pt x="503357" y="179924"/>
                    <a:pt x="499496" y="171617"/>
                  </a:cubicBezTo>
                  <a:cubicBezTo>
                    <a:pt x="495679" y="163355"/>
                    <a:pt x="490560" y="155991"/>
                    <a:pt x="484184" y="149615"/>
                  </a:cubicBezTo>
                  <a:cubicBezTo>
                    <a:pt x="477808" y="143239"/>
                    <a:pt x="470489" y="138210"/>
                    <a:pt x="462182" y="134528"/>
                  </a:cubicBezTo>
                  <a:cubicBezTo>
                    <a:pt x="453875" y="130846"/>
                    <a:pt x="445298" y="129005"/>
                    <a:pt x="436408" y="129005"/>
                  </a:cubicBezTo>
                  <a:lnTo>
                    <a:pt x="388362" y="129005"/>
                  </a:lnTo>
                  <a:close/>
                  <a:moveTo>
                    <a:pt x="423116" y="164972"/>
                  </a:moveTo>
                  <a:cubicBezTo>
                    <a:pt x="426619" y="161290"/>
                    <a:pt x="431199" y="159449"/>
                    <a:pt x="436722" y="159449"/>
                  </a:cubicBezTo>
                  <a:cubicBezTo>
                    <a:pt x="440988" y="159449"/>
                    <a:pt x="445298" y="160616"/>
                    <a:pt x="449609" y="163041"/>
                  </a:cubicBezTo>
                  <a:cubicBezTo>
                    <a:pt x="453920" y="165421"/>
                    <a:pt x="457781" y="168474"/>
                    <a:pt x="461239" y="172246"/>
                  </a:cubicBezTo>
                  <a:cubicBezTo>
                    <a:pt x="464696" y="176018"/>
                    <a:pt x="467525" y="180194"/>
                    <a:pt x="469725" y="184774"/>
                  </a:cubicBezTo>
                  <a:cubicBezTo>
                    <a:pt x="471970" y="189354"/>
                    <a:pt x="473093" y="193979"/>
                    <a:pt x="473093" y="198604"/>
                  </a:cubicBezTo>
                  <a:cubicBezTo>
                    <a:pt x="473093" y="204441"/>
                    <a:pt x="471342" y="209201"/>
                    <a:pt x="467884" y="212883"/>
                  </a:cubicBezTo>
                  <a:cubicBezTo>
                    <a:pt x="464427" y="216565"/>
                    <a:pt x="459892" y="218406"/>
                    <a:pt x="454189" y="218406"/>
                  </a:cubicBezTo>
                  <a:cubicBezTo>
                    <a:pt x="449878" y="218406"/>
                    <a:pt x="445568" y="217194"/>
                    <a:pt x="441302" y="214814"/>
                  </a:cubicBezTo>
                  <a:cubicBezTo>
                    <a:pt x="436991" y="212434"/>
                    <a:pt x="433130" y="209381"/>
                    <a:pt x="429672" y="205609"/>
                  </a:cubicBezTo>
                  <a:cubicBezTo>
                    <a:pt x="426215" y="201837"/>
                    <a:pt x="423386" y="197661"/>
                    <a:pt x="421186" y="193036"/>
                  </a:cubicBezTo>
                  <a:cubicBezTo>
                    <a:pt x="418941" y="188456"/>
                    <a:pt x="417818" y="183831"/>
                    <a:pt x="417818" y="179206"/>
                  </a:cubicBezTo>
                  <a:cubicBezTo>
                    <a:pt x="417818" y="173414"/>
                    <a:pt x="419569" y="168654"/>
                    <a:pt x="423116" y="164972"/>
                  </a:cubicBezTo>
                  <a:moveTo>
                    <a:pt x="546868" y="134348"/>
                  </a:moveTo>
                  <a:cubicBezTo>
                    <a:pt x="543635" y="130846"/>
                    <a:pt x="539414" y="129050"/>
                    <a:pt x="534205" y="129050"/>
                  </a:cubicBezTo>
                  <a:lnTo>
                    <a:pt x="519702" y="129050"/>
                  </a:lnTo>
                  <a:cubicBezTo>
                    <a:pt x="517861" y="129050"/>
                    <a:pt x="516963" y="130128"/>
                    <a:pt x="516963" y="132283"/>
                  </a:cubicBezTo>
                  <a:lnTo>
                    <a:pt x="516963" y="228284"/>
                  </a:lnTo>
                  <a:cubicBezTo>
                    <a:pt x="516963" y="233987"/>
                    <a:pt x="518579" y="238432"/>
                    <a:pt x="521767" y="241620"/>
                  </a:cubicBezTo>
                  <a:cubicBezTo>
                    <a:pt x="525000" y="244853"/>
                    <a:pt x="529446" y="246470"/>
                    <a:pt x="535148" y="246470"/>
                  </a:cubicBezTo>
                  <a:lnTo>
                    <a:pt x="546419" y="246470"/>
                  </a:lnTo>
                  <a:cubicBezTo>
                    <a:pt x="548260" y="246470"/>
                    <a:pt x="549158" y="245392"/>
                    <a:pt x="549158" y="243237"/>
                  </a:cubicBezTo>
                  <a:lnTo>
                    <a:pt x="549158" y="180823"/>
                  </a:lnTo>
                  <a:lnTo>
                    <a:pt x="605331" y="241172"/>
                  </a:lnTo>
                  <a:cubicBezTo>
                    <a:pt x="608564" y="244674"/>
                    <a:pt x="612785" y="246470"/>
                    <a:pt x="617993" y="246470"/>
                  </a:cubicBezTo>
                  <a:lnTo>
                    <a:pt x="631599" y="246470"/>
                  </a:lnTo>
                  <a:cubicBezTo>
                    <a:pt x="633440" y="246470"/>
                    <a:pt x="634383" y="245392"/>
                    <a:pt x="634383" y="243237"/>
                  </a:cubicBezTo>
                  <a:lnTo>
                    <a:pt x="634383" y="147235"/>
                  </a:lnTo>
                  <a:cubicBezTo>
                    <a:pt x="634383" y="141578"/>
                    <a:pt x="632766" y="137087"/>
                    <a:pt x="629533" y="133854"/>
                  </a:cubicBezTo>
                  <a:cubicBezTo>
                    <a:pt x="626300" y="130621"/>
                    <a:pt x="621855" y="129005"/>
                    <a:pt x="616152" y="129005"/>
                  </a:cubicBezTo>
                  <a:lnTo>
                    <a:pt x="604837" y="129005"/>
                  </a:lnTo>
                  <a:cubicBezTo>
                    <a:pt x="602996" y="129005"/>
                    <a:pt x="602098" y="130083"/>
                    <a:pt x="602098" y="132238"/>
                  </a:cubicBezTo>
                  <a:lnTo>
                    <a:pt x="602098" y="168384"/>
                  </a:lnTo>
                  <a:cubicBezTo>
                    <a:pt x="602098" y="171483"/>
                    <a:pt x="601380" y="173952"/>
                    <a:pt x="599898" y="175883"/>
                  </a:cubicBezTo>
                  <a:cubicBezTo>
                    <a:pt x="598461" y="177814"/>
                    <a:pt x="596261" y="178757"/>
                    <a:pt x="593342" y="178757"/>
                  </a:cubicBezTo>
                  <a:cubicBezTo>
                    <a:pt x="589840" y="178757"/>
                    <a:pt x="586562" y="177140"/>
                    <a:pt x="583643" y="173907"/>
                  </a:cubicBezTo>
                  <a:lnTo>
                    <a:pt x="546868" y="134348"/>
                  </a:lnTo>
                  <a:close/>
                  <a:moveTo>
                    <a:pt x="652074" y="129005"/>
                  </a:moveTo>
                  <a:cubicBezTo>
                    <a:pt x="650233" y="129005"/>
                    <a:pt x="649291" y="130083"/>
                    <a:pt x="649291" y="132238"/>
                  </a:cubicBezTo>
                  <a:lnTo>
                    <a:pt x="649291" y="179924"/>
                  </a:lnTo>
                  <a:cubicBezTo>
                    <a:pt x="649291" y="189129"/>
                    <a:pt x="651221" y="197885"/>
                    <a:pt x="655038" y="206148"/>
                  </a:cubicBezTo>
                  <a:cubicBezTo>
                    <a:pt x="658855" y="214454"/>
                    <a:pt x="663974" y="221774"/>
                    <a:pt x="670350" y="228150"/>
                  </a:cubicBezTo>
                  <a:cubicBezTo>
                    <a:pt x="676726" y="234526"/>
                    <a:pt x="684045" y="239555"/>
                    <a:pt x="692352" y="243237"/>
                  </a:cubicBezTo>
                  <a:cubicBezTo>
                    <a:pt x="700614" y="246919"/>
                    <a:pt x="709235" y="248760"/>
                    <a:pt x="718126" y="248760"/>
                  </a:cubicBezTo>
                  <a:cubicBezTo>
                    <a:pt x="725804" y="248760"/>
                    <a:pt x="732764" y="247548"/>
                    <a:pt x="738961" y="245078"/>
                  </a:cubicBezTo>
                  <a:cubicBezTo>
                    <a:pt x="745157" y="242608"/>
                    <a:pt x="750501" y="239196"/>
                    <a:pt x="754946" y="234706"/>
                  </a:cubicBezTo>
                  <a:cubicBezTo>
                    <a:pt x="759391" y="230260"/>
                    <a:pt x="762849" y="224917"/>
                    <a:pt x="765319" y="218720"/>
                  </a:cubicBezTo>
                  <a:cubicBezTo>
                    <a:pt x="767743" y="212524"/>
                    <a:pt x="769001" y="205564"/>
                    <a:pt x="769001" y="197885"/>
                  </a:cubicBezTo>
                  <a:cubicBezTo>
                    <a:pt x="769001" y="188680"/>
                    <a:pt x="767070" y="179924"/>
                    <a:pt x="763253" y="171617"/>
                  </a:cubicBezTo>
                  <a:cubicBezTo>
                    <a:pt x="759391" y="163355"/>
                    <a:pt x="754317" y="155991"/>
                    <a:pt x="747941" y="149615"/>
                  </a:cubicBezTo>
                  <a:cubicBezTo>
                    <a:pt x="741565" y="143239"/>
                    <a:pt x="734246" y="138210"/>
                    <a:pt x="725939" y="134528"/>
                  </a:cubicBezTo>
                  <a:cubicBezTo>
                    <a:pt x="717632" y="130846"/>
                    <a:pt x="709056" y="129005"/>
                    <a:pt x="700165" y="129005"/>
                  </a:cubicBezTo>
                  <a:lnTo>
                    <a:pt x="652074" y="129005"/>
                  </a:lnTo>
                  <a:close/>
                  <a:moveTo>
                    <a:pt x="686829" y="164972"/>
                  </a:moveTo>
                  <a:cubicBezTo>
                    <a:pt x="690376" y="161290"/>
                    <a:pt x="694867" y="159449"/>
                    <a:pt x="700434" y="159449"/>
                  </a:cubicBezTo>
                  <a:cubicBezTo>
                    <a:pt x="704700" y="159449"/>
                    <a:pt x="709011" y="160616"/>
                    <a:pt x="713321" y="163041"/>
                  </a:cubicBezTo>
                  <a:cubicBezTo>
                    <a:pt x="717632" y="165421"/>
                    <a:pt x="721494" y="168474"/>
                    <a:pt x="724951" y="172246"/>
                  </a:cubicBezTo>
                  <a:cubicBezTo>
                    <a:pt x="728409" y="176018"/>
                    <a:pt x="731238" y="180194"/>
                    <a:pt x="733483" y="184774"/>
                  </a:cubicBezTo>
                  <a:cubicBezTo>
                    <a:pt x="735683" y="189354"/>
                    <a:pt x="736806" y="193979"/>
                    <a:pt x="736806" y="198604"/>
                  </a:cubicBezTo>
                  <a:cubicBezTo>
                    <a:pt x="736806" y="204441"/>
                    <a:pt x="735054" y="209201"/>
                    <a:pt x="731597" y="212883"/>
                  </a:cubicBezTo>
                  <a:cubicBezTo>
                    <a:pt x="728139" y="216565"/>
                    <a:pt x="723604" y="218406"/>
                    <a:pt x="717902" y="218406"/>
                  </a:cubicBezTo>
                  <a:cubicBezTo>
                    <a:pt x="713591" y="218406"/>
                    <a:pt x="709280" y="217194"/>
                    <a:pt x="705015" y="214814"/>
                  </a:cubicBezTo>
                  <a:cubicBezTo>
                    <a:pt x="700704" y="212434"/>
                    <a:pt x="696842" y="209381"/>
                    <a:pt x="693385" y="205609"/>
                  </a:cubicBezTo>
                  <a:cubicBezTo>
                    <a:pt x="689927" y="201837"/>
                    <a:pt x="687098" y="197661"/>
                    <a:pt x="684898" y="193036"/>
                  </a:cubicBezTo>
                  <a:cubicBezTo>
                    <a:pt x="682653" y="188456"/>
                    <a:pt x="681531" y="183831"/>
                    <a:pt x="681531" y="179206"/>
                  </a:cubicBezTo>
                  <a:cubicBezTo>
                    <a:pt x="681531" y="173414"/>
                    <a:pt x="683282" y="168654"/>
                    <a:pt x="686829" y="164972"/>
                  </a:cubicBezTo>
                  <a:moveTo>
                    <a:pt x="378304" y="17332"/>
                  </a:moveTo>
                  <a:cubicBezTo>
                    <a:pt x="378304" y="7768"/>
                    <a:pt x="370581" y="45"/>
                    <a:pt x="361016" y="45"/>
                  </a:cubicBezTo>
                  <a:lnTo>
                    <a:pt x="342741" y="45"/>
                  </a:lnTo>
                  <a:cubicBezTo>
                    <a:pt x="341843" y="45"/>
                    <a:pt x="340990" y="404"/>
                    <a:pt x="340406" y="988"/>
                  </a:cubicBezTo>
                  <a:lnTo>
                    <a:pt x="303721" y="35383"/>
                  </a:lnTo>
                  <a:cubicBezTo>
                    <a:pt x="291193" y="47193"/>
                    <a:pt x="274265" y="53793"/>
                    <a:pt x="255675" y="53793"/>
                  </a:cubicBezTo>
                  <a:cubicBezTo>
                    <a:pt x="236322" y="53793"/>
                    <a:pt x="218810" y="46564"/>
                    <a:pt x="206103" y="33901"/>
                  </a:cubicBezTo>
                  <a:cubicBezTo>
                    <a:pt x="206103" y="33901"/>
                    <a:pt x="179161" y="8576"/>
                    <a:pt x="178892" y="8352"/>
                  </a:cubicBezTo>
                  <a:cubicBezTo>
                    <a:pt x="173728" y="3547"/>
                    <a:pt x="166588" y="180"/>
                    <a:pt x="158416" y="0"/>
                  </a:cubicBezTo>
                  <a:lnTo>
                    <a:pt x="136549" y="0"/>
                  </a:lnTo>
                  <a:cubicBezTo>
                    <a:pt x="134663" y="0"/>
                    <a:pt x="133091" y="1572"/>
                    <a:pt x="133091" y="3458"/>
                  </a:cubicBezTo>
                  <a:lnTo>
                    <a:pt x="133091" y="100178"/>
                  </a:lnTo>
                  <a:cubicBezTo>
                    <a:pt x="133091" y="109697"/>
                    <a:pt x="140814" y="117465"/>
                    <a:pt x="150379" y="117465"/>
                  </a:cubicBezTo>
                  <a:lnTo>
                    <a:pt x="157069" y="117465"/>
                  </a:lnTo>
                  <a:lnTo>
                    <a:pt x="161604" y="117465"/>
                  </a:lnTo>
                  <a:cubicBezTo>
                    <a:pt x="163535" y="117465"/>
                    <a:pt x="165062" y="115893"/>
                    <a:pt x="165062" y="114008"/>
                  </a:cubicBezTo>
                  <a:lnTo>
                    <a:pt x="165062" y="79612"/>
                  </a:lnTo>
                  <a:cubicBezTo>
                    <a:pt x="165062" y="70632"/>
                    <a:pt x="172381" y="63223"/>
                    <a:pt x="181271" y="63223"/>
                  </a:cubicBezTo>
                  <a:cubicBezTo>
                    <a:pt x="197751" y="63223"/>
                    <a:pt x="209560" y="77322"/>
                    <a:pt x="220202" y="86752"/>
                  </a:cubicBezTo>
                  <a:cubicBezTo>
                    <a:pt x="233269" y="98292"/>
                    <a:pt x="243327" y="109427"/>
                    <a:pt x="255720" y="109427"/>
                  </a:cubicBezTo>
                  <a:cubicBezTo>
                    <a:pt x="268113" y="109427"/>
                    <a:pt x="278171" y="98292"/>
                    <a:pt x="291238" y="86752"/>
                  </a:cubicBezTo>
                  <a:cubicBezTo>
                    <a:pt x="301925" y="77322"/>
                    <a:pt x="313734" y="63223"/>
                    <a:pt x="330168" y="63223"/>
                  </a:cubicBezTo>
                  <a:cubicBezTo>
                    <a:pt x="338969" y="63223"/>
                    <a:pt x="346288" y="70542"/>
                    <a:pt x="346378" y="79477"/>
                  </a:cubicBezTo>
                  <a:lnTo>
                    <a:pt x="346378" y="100222"/>
                  </a:lnTo>
                  <a:cubicBezTo>
                    <a:pt x="346378" y="109742"/>
                    <a:pt x="354101" y="117465"/>
                    <a:pt x="363666" y="117465"/>
                  </a:cubicBezTo>
                  <a:lnTo>
                    <a:pt x="371119" y="117465"/>
                  </a:lnTo>
                  <a:cubicBezTo>
                    <a:pt x="373095" y="117465"/>
                    <a:pt x="374846" y="117510"/>
                    <a:pt x="374846" y="117510"/>
                  </a:cubicBezTo>
                  <a:lnTo>
                    <a:pt x="374846" y="117510"/>
                  </a:lnTo>
                  <a:cubicBezTo>
                    <a:pt x="376732" y="117510"/>
                    <a:pt x="378304" y="115938"/>
                    <a:pt x="378304" y="114052"/>
                  </a:cubicBezTo>
                  <a:lnTo>
                    <a:pt x="378304" y="17332"/>
                  </a:lnTo>
                </a:path>
              </a:pathLst>
            </a:custGeom>
            <a:solidFill>
              <a:srgbClr val="2DBECD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74DD10E4-B603-446A-870B-9EB3A372F735}"/>
                </a:ext>
              </a:extLst>
            </p:cNvPr>
            <p:cNvSpPr/>
            <p:nvPr/>
          </p:nvSpPr>
          <p:spPr>
            <a:xfrm>
              <a:off x="8984461" y="6166994"/>
              <a:ext cx="971825" cy="247682"/>
            </a:xfrm>
            <a:custGeom>
              <a:avLst/>
              <a:gdLst>
                <a:gd name="connsiteX0" fmla="*/ 162188 w 971825"/>
                <a:gd name="connsiteY0" fmla="*/ 244853 h 247682"/>
                <a:gd name="connsiteX1" fmla="*/ 162188 w 971825"/>
                <a:gd name="connsiteY1" fmla="*/ 189489 h 247682"/>
                <a:gd name="connsiteX2" fmla="*/ 162188 w 971825"/>
                <a:gd name="connsiteY2" fmla="*/ 189489 h 247682"/>
                <a:gd name="connsiteX3" fmla="*/ 157338 w 971825"/>
                <a:gd name="connsiteY3" fmla="*/ 176287 h 247682"/>
                <a:gd name="connsiteX4" fmla="*/ 143913 w 971825"/>
                <a:gd name="connsiteY4" fmla="*/ 171438 h 247682"/>
                <a:gd name="connsiteX5" fmla="*/ 133046 w 971825"/>
                <a:gd name="connsiteY5" fmla="*/ 171438 h 247682"/>
                <a:gd name="connsiteX6" fmla="*/ 129813 w 971825"/>
                <a:gd name="connsiteY6" fmla="*/ 174222 h 247682"/>
                <a:gd name="connsiteX7" fmla="*/ 129813 w 971825"/>
                <a:gd name="connsiteY7" fmla="*/ 189489 h 247682"/>
                <a:gd name="connsiteX8" fmla="*/ 129813 w 971825"/>
                <a:gd name="connsiteY8" fmla="*/ 229362 h 247682"/>
                <a:gd name="connsiteX9" fmla="*/ 134663 w 971825"/>
                <a:gd name="connsiteY9" fmla="*/ 242788 h 247682"/>
                <a:gd name="connsiteX10" fmla="*/ 148088 w 971825"/>
                <a:gd name="connsiteY10" fmla="*/ 247637 h 247682"/>
                <a:gd name="connsiteX11" fmla="*/ 158955 w 971825"/>
                <a:gd name="connsiteY11" fmla="*/ 247637 h 247682"/>
                <a:gd name="connsiteX12" fmla="*/ 162188 w 971825"/>
                <a:gd name="connsiteY12" fmla="*/ 244853 h 247682"/>
                <a:gd name="connsiteX13" fmla="*/ 162188 w 971825"/>
                <a:gd name="connsiteY13" fmla="*/ 156934 h 247682"/>
                <a:gd name="connsiteX14" fmla="*/ 162188 w 971825"/>
                <a:gd name="connsiteY14" fmla="*/ 147909 h 247682"/>
                <a:gd name="connsiteX15" fmla="*/ 157338 w 971825"/>
                <a:gd name="connsiteY15" fmla="*/ 134483 h 247682"/>
                <a:gd name="connsiteX16" fmla="*/ 143913 w 971825"/>
                <a:gd name="connsiteY16" fmla="*/ 129634 h 247682"/>
                <a:gd name="connsiteX17" fmla="*/ 132552 w 971825"/>
                <a:gd name="connsiteY17" fmla="*/ 129634 h 247682"/>
                <a:gd name="connsiteX18" fmla="*/ 129768 w 971825"/>
                <a:gd name="connsiteY18" fmla="*/ 132867 h 247682"/>
                <a:gd name="connsiteX19" fmla="*/ 129768 w 971825"/>
                <a:gd name="connsiteY19" fmla="*/ 156934 h 247682"/>
                <a:gd name="connsiteX20" fmla="*/ 132552 w 971825"/>
                <a:gd name="connsiteY20" fmla="*/ 160167 h 247682"/>
                <a:gd name="connsiteX21" fmla="*/ 159404 w 971825"/>
                <a:gd name="connsiteY21" fmla="*/ 160167 h 247682"/>
                <a:gd name="connsiteX22" fmla="*/ 162188 w 971825"/>
                <a:gd name="connsiteY22" fmla="*/ 156934 h 247682"/>
                <a:gd name="connsiteX23" fmla="*/ 455671 w 971825"/>
                <a:gd name="connsiteY23" fmla="*/ 115310 h 247682"/>
                <a:gd name="connsiteX24" fmla="*/ 455671 w 971825"/>
                <a:gd name="connsiteY24" fmla="*/ 59900 h 247682"/>
                <a:gd name="connsiteX25" fmla="*/ 455671 w 971825"/>
                <a:gd name="connsiteY25" fmla="*/ 59900 h 247682"/>
                <a:gd name="connsiteX26" fmla="*/ 450821 w 971825"/>
                <a:gd name="connsiteY26" fmla="*/ 46744 h 247682"/>
                <a:gd name="connsiteX27" fmla="*/ 437396 w 971825"/>
                <a:gd name="connsiteY27" fmla="*/ 41894 h 247682"/>
                <a:gd name="connsiteX28" fmla="*/ 426529 w 971825"/>
                <a:gd name="connsiteY28" fmla="*/ 41894 h 247682"/>
                <a:gd name="connsiteX29" fmla="*/ 423296 w 971825"/>
                <a:gd name="connsiteY29" fmla="*/ 44678 h 247682"/>
                <a:gd name="connsiteX30" fmla="*/ 423296 w 971825"/>
                <a:gd name="connsiteY30" fmla="*/ 59945 h 247682"/>
                <a:gd name="connsiteX31" fmla="*/ 423296 w 971825"/>
                <a:gd name="connsiteY31" fmla="*/ 99818 h 247682"/>
                <a:gd name="connsiteX32" fmla="*/ 428146 w 971825"/>
                <a:gd name="connsiteY32" fmla="*/ 113244 h 247682"/>
                <a:gd name="connsiteX33" fmla="*/ 441571 w 971825"/>
                <a:gd name="connsiteY33" fmla="*/ 118094 h 247682"/>
                <a:gd name="connsiteX34" fmla="*/ 452438 w 971825"/>
                <a:gd name="connsiteY34" fmla="*/ 118094 h 247682"/>
                <a:gd name="connsiteX35" fmla="*/ 455671 w 971825"/>
                <a:gd name="connsiteY35" fmla="*/ 115310 h 247682"/>
                <a:gd name="connsiteX36" fmla="*/ 455671 w 971825"/>
                <a:gd name="connsiteY36" fmla="*/ 27346 h 247682"/>
                <a:gd name="connsiteX37" fmla="*/ 455671 w 971825"/>
                <a:gd name="connsiteY37" fmla="*/ 18320 h 247682"/>
                <a:gd name="connsiteX38" fmla="*/ 450821 w 971825"/>
                <a:gd name="connsiteY38" fmla="*/ 4894 h 247682"/>
                <a:gd name="connsiteX39" fmla="*/ 437396 w 971825"/>
                <a:gd name="connsiteY39" fmla="*/ 45 h 247682"/>
                <a:gd name="connsiteX40" fmla="*/ 426035 w 971825"/>
                <a:gd name="connsiteY40" fmla="*/ 45 h 247682"/>
                <a:gd name="connsiteX41" fmla="*/ 423251 w 971825"/>
                <a:gd name="connsiteY41" fmla="*/ 3278 h 247682"/>
                <a:gd name="connsiteX42" fmla="*/ 423251 w 971825"/>
                <a:gd name="connsiteY42" fmla="*/ 27346 h 247682"/>
                <a:gd name="connsiteX43" fmla="*/ 426035 w 971825"/>
                <a:gd name="connsiteY43" fmla="*/ 30579 h 247682"/>
                <a:gd name="connsiteX44" fmla="*/ 452887 w 971825"/>
                <a:gd name="connsiteY44" fmla="*/ 30579 h 247682"/>
                <a:gd name="connsiteX45" fmla="*/ 455671 w 971825"/>
                <a:gd name="connsiteY45" fmla="*/ 27346 h 247682"/>
                <a:gd name="connsiteX46" fmla="*/ 413418 w 971825"/>
                <a:gd name="connsiteY46" fmla="*/ 116208 h 247682"/>
                <a:gd name="connsiteX47" fmla="*/ 413418 w 971825"/>
                <a:gd name="connsiteY47" fmla="*/ 91242 h 247682"/>
                <a:gd name="connsiteX48" fmla="*/ 412699 w 971825"/>
                <a:gd name="connsiteY48" fmla="*/ 89176 h 247682"/>
                <a:gd name="connsiteX49" fmla="*/ 410140 w 971825"/>
                <a:gd name="connsiteY49" fmla="*/ 88233 h 247682"/>
                <a:gd name="connsiteX50" fmla="*/ 403539 w 971825"/>
                <a:gd name="connsiteY50" fmla="*/ 85450 h 247682"/>
                <a:gd name="connsiteX51" fmla="*/ 397971 w 971825"/>
                <a:gd name="connsiteY51" fmla="*/ 80600 h 247682"/>
                <a:gd name="connsiteX52" fmla="*/ 394064 w 971825"/>
                <a:gd name="connsiteY52" fmla="*/ 74448 h 247682"/>
                <a:gd name="connsiteX53" fmla="*/ 392538 w 971825"/>
                <a:gd name="connsiteY53" fmla="*/ 67623 h 247682"/>
                <a:gd name="connsiteX54" fmla="*/ 392538 w 971825"/>
                <a:gd name="connsiteY54" fmla="*/ 18365 h 247682"/>
                <a:gd name="connsiteX55" fmla="*/ 387688 w 971825"/>
                <a:gd name="connsiteY55" fmla="*/ 4939 h 247682"/>
                <a:gd name="connsiteX56" fmla="*/ 374263 w 971825"/>
                <a:gd name="connsiteY56" fmla="*/ 90 h 247682"/>
                <a:gd name="connsiteX57" fmla="*/ 363396 w 971825"/>
                <a:gd name="connsiteY57" fmla="*/ 90 h 247682"/>
                <a:gd name="connsiteX58" fmla="*/ 360163 w 971825"/>
                <a:gd name="connsiteY58" fmla="*/ 2874 h 247682"/>
                <a:gd name="connsiteX59" fmla="*/ 360163 w 971825"/>
                <a:gd name="connsiteY59" fmla="*/ 68566 h 247682"/>
                <a:gd name="connsiteX60" fmla="*/ 364204 w 971825"/>
                <a:gd name="connsiteY60" fmla="*/ 87515 h 247682"/>
                <a:gd name="connsiteX61" fmla="*/ 375116 w 971825"/>
                <a:gd name="connsiteY61" fmla="*/ 103141 h 247682"/>
                <a:gd name="connsiteX62" fmla="*/ 390966 w 971825"/>
                <a:gd name="connsiteY62" fmla="*/ 114097 h 247682"/>
                <a:gd name="connsiteX63" fmla="*/ 410185 w 971825"/>
                <a:gd name="connsiteY63" fmla="*/ 119171 h 247682"/>
                <a:gd name="connsiteX64" fmla="*/ 413418 w 971825"/>
                <a:gd name="connsiteY64" fmla="*/ 116208 h 247682"/>
                <a:gd name="connsiteX65" fmla="*/ 293348 w 971825"/>
                <a:gd name="connsiteY65" fmla="*/ 244853 h 247682"/>
                <a:gd name="connsiteX66" fmla="*/ 293348 w 971825"/>
                <a:gd name="connsiteY66" fmla="*/ 195326 h 247682"/>
                <a:gd name="connsiteX67" fmla="*/ 288499 w 971825"/>
                <a:gd name="connsiteY67" fmla="*/ 181900 h 247682"/>
                <a:gd name="connsiteX68" fmla="*/ 275073 w 971825"/>
                <a:gd name="connsiteY68" fmla="*/ 177051 h 247682"/>
                <a:gd name="connsiteX69" fmla="*/ 221639 w 971825"/>
                <a:gd name="connsiteY69" fmla="*/ 177051 h 247682"/>
                <a:gd name="connsiteX70" fmla="*/ 218406 w 971825"/>
                <a:gd name="connsiteY70" fmla="*/ 179835 h 247682"/>
                <a:gd name="connsiteX71" fmla="*/ 220606 w 971825"/>
                <a:gd name="connsiteY71" fmla="*/ 189893 h 247682"/>
                <a:gd name="connsiteX72" fmla="*/ 226398 w 971825"/>
                <a:gd name="connsiteY72" fmla="*/ 197661 h 247682"/>
                <a:gd name="connsiteX73" fmla="*/ 234526 w 971825"/>
                <a:gd name="connsiteY73" fmla="*/ 202645 h 247682"/>
                <a:gd name="connsiteX74" fmla="*/ 243641 w 971825"/>
                <a:gd name="connsiteY74" fmla="*/ 204396 h 247682"/>
                <a:gd name="connsiteX75" fmla="*/ 262141 w 971825"/>
                <a:gd name="connsiteY75" fmla="*/ 204396 h 247682"/>
                <a:gd name="connsiteX76" fmla="*/ 262141 w 971825"/>
                <a:gd name="connsiteY76" fmla="*/ 217104 h 247682"/>
                <a:gd name="connsiteX77" fmla="*/ 242698 w 971825"/>
                <a:gd name="connsiteY77" fmla="*/ 217104 h 247682"/>
                <a:gd name="connsiteX78" fmla="*/ 228599 w 971825"/>
                <a:gd name="connsiteY78" fmla="*/ 213736 h 247682"/>
                <a:gd name="connsiteX79" fmla="*/ 216699 w 971825"/>
                <a:gd name="connsiteY79" fmla="*/ 204845 h 247682"/>
                <a:gd name="connsiteX80" fmla="*/ 208482 w 971825"/>
                <a:gd name="connsiteY80" fmla="*/ 192362 h 247682"/>
                <a:gd name="connsiteX81" fmla="*/ 205474 w 971825"/>
                <a:gd name="connsiteY81" fmla="*/ 178263 h 247682"/>
                <a:gd name="connsiteX82" fmla="*/ 210997 w 971825"/>
                <a:gd name="connsiteY82" fmla="*/ 164837 h 247682"/>
                <a:gd name="connsiteX83" fmla="*/ 224872 w 971825"/>
                <a:gd name="connsiteY83" fmla="*/ 160212 h 247682"/>
                <a:gd name="connsiteX84" fmla="*/ 287825 w 971825"/>
                <a:gd name="connsiteY84" fmla="*/ 160212 h 247682"/>
                <a:gd name="connsiteX85" fmla="*/ 291058 w 971825"/>
                <a:gd name="connsiteY85" fmla="*/ 157428 h 247682"/>
                <a:gd name="connsiteX86" fmla="*/ 291058 w 971825"/>
                <a:gd name="connsiteY86" fmla="*/ 147954 h 247682"/>
                <a:gd name="connsiteX87" fmla="*/ 286209 w 971825"/>
                <a:gd name="connsiteY87" fmla="*/ 134528 h 247682"/>
                <a:gd name="connsiteX88" fmla="*/ 272783 w 971825"/>
                <a:gd name="connsiteY88" fmla="*/ 129679 h 247682"/>
                <a:gd name="connsiteX89" fmla="*/ 225096 w 971825"/>
                <a:gd name="connsiteY89" fmla="*/ 129679 h 247682"/>
                <a:gd name="connsiteX90" fmla="*/ 204262 w 971825"/>
                <a:gd name="connsiteY90" fmla="*/ 133271 h 247682"/>
                <a:gd name="connsiteX91" fmla="*/ 187827 w 971825"/>
                <a:gd name="connsiteY91" fmla="*/ 143329 h 247682"/>
                <a:gd name="connsiteX92" fmla="*/ 176961 w 971825"/>
                <a:gd name="connsiteY92" fmla="*/ 158955 h 247682"/>
                <a:gd name="connsiteX93" fmla="*/ 173009 w 971825"/>
                <a:gd name="connsiteY93" fmla="*/ 179431 h 247682"/>
                <a:gd name="connsiteX94" fmla="*/ 178577 w 971825"/>
                <a:gd name="connsiteY94" fmla="*/ 206013 h 247682"/>
                <a:gd name="connsiteX95" fmla="*/ 193754 w 971825"/>
                <a:gd name="connsiteY95" fmla="*/ 227746 h 247682"/>
                <a:gd name="connsiteX96" fmla="*/ 215981 w 971825"/>
                <a:gd name="connsiteY96" fmla="*/ 242339 h 247682"/>
                <a:gd name="connsiteX97" fmla="*/ 242474 w 971825"/>
                <a:gd name="connsiteY97" fmla="*/ 247682 h 247682"/>
                <a:gd name="connsiteX98" fmla="*/ 290115 w 971825"/>
                <a:gd name="connsiteY98" fmla="*/ 247682 h 247682"/>
                <a:gd name="connsiteX99" fmla="*/ 293348 w 971825"/>
                <a:gd name="connsiteY99" fmla="*/ 244853 h 247682"/>
                <a:gd name="connsiteX100" fmla="*/ 595497 w 971825"/>
                <a:gd name="connsiteY100" fmla="*/ 209605 h 247682"/>
                <a:gd name="connsiteX101" fmla="*/ 599179 w 971825"/>
                <a:gd name="connsiteY101" fmla="*/ 204756 h 247682"/>
                <a:gd name="connsiteX102" fmla="*/ 610764 w 971825"/>
                <a:gd name="connsiteY102" fmla="*/ 203364 h 247682"/>
                <a:gd name="connsiteX103" fmla="*/ 646641 w 971825"/>
                <a:gd name="connsiteY103" fmla="*/ 203364 h 247682"/>
                <a:gd name="connsiteX104" fmla="*/ 638873 w 971825"/>
                <a:gd name="connsiteY104" fmla="*/ 216430 h 247682"/>
                <a:gd name="connsiteX105" fmla="*/ 621855 w 971825"/>
                <a:gd name="connsiteY105" fmla="*/ 220516 h 247682"/>
                <a:gd name="connsiteX106" fmla="*/ 602771 w 971825"/>
                <a:gd name="connsiteY106" fmla="*/ 217373 h 247682"/>
                <a:gd name="connsiteX107" fmla="*/ 595497 w 971825"/>
                <a:gd name="connsiteY107" fmla="*/ 209605 h 247682"/>
                <a:gd name="connsiteX108" fmla="*/ 559890 w 971825"/>
                <a:gd name="connsiteY108" fmla="*/ 202510 h 247682"/>
                <a:gd name="connsiteX109" fmla="*/ 565996 w 971825"/>
                <a:gd name="connsiteY109" fmla="*/ 223300 h 247682"/>
                <a:gd name="connsiteX110" fmla="*/ 581847 w 971825"/>
                <a:gd name="connsiteY110" fmla="*/ 237310 h 247682"/>
                <a:gd name="connsiteX111" fmla="*/ 603265 w 971825"/>
                <a:gd name="connsiteY111" fmla="*/ 245168 h 247682"/>
                <a:gd name="connsiteX112" fmla="*/ 626031 w 971825"/>
                <a:gd name="connsiteY112" fmla="*/ 247593 h 247682"/>
                <a:gd name="connsiteX113" fmla="*/ 676232 w 971825"/>
                <a:gd name="connsiteY113" fmla="*/ 247593 h 247682"/>
                <a:gd name="connsiteX114" fmla="*/ 679016 w 971825"/>
                <a:gd name="connsiteY114" fmla="*/ 244360 h 247682"/>
                <a:gd name="connsiteX115" fmla="*/ 679016 w 971825"/>
                <a:gd name="connsiteY115" fmla="*/ 197885 h 247682"/>
                <a:gd name="connsiteX116" fmla="*/ 674391 w 971825"/>
                <a:gd name="connsiteY116" fmla="*/ 171258 h 247682"/>
                <a:gd name="connsiteX117" fmla="*/ 661055 w 971825"/>
                <a:gd name="connsiteY117" fmla="*/ 149525 h 247682"/>
                <a:gd name="connsiteX118" fmla="*/ 639996 w 971825"/>
                <a:gd name="connsiteY118" fmla="*/ 134932 h 247682"/>
                <a:gd name="connsiteX119" fmla="*/ 611887 w 971825"/>
                <a:gd name="connsiteY119" fmla="*/ 129634 h 247682"/>
                <a:gd name="connsiteX120" fmla="*/ 566535 w 971825"/>
                <a:gd name="connsiteY120" fmla="*/ 129634 h 247682"/>
                <a:gd name="connsiteX121" fmla="*/ 563302 w 971825"/>
                <a:gd name="connsiteY121" fmla="*/ 132418 h 247682"/>
                <a:gd name="connsiteX122" fmla="*/ 563302 w 971825"/>
                <a:gd name="connsiteY122" fmla="*/ 141937 h 247682"/>
                <a:gd name="connsiteX123" fmla="*/ 568152 w 971825"/>
                <a:gd name="connsiteY123" fmla="*/ 155363 h 247682"/>
                <a:gd name="connsiteX124" fmla="*/ 581533 w 971825"/>
                <a:gd name="connsiteY124" fmla="*/ 160212 h 247682"/>
                <a:gd name="connsiteX125" fmla="*/ 613009 w 971825"/>
                <a:gd name="connsiteY125" fmla="*/ 160212 h 247682"/>
                <a:gd name="connsiteX126" fmla="*/ 627692 w 971825"/>
                <a:gd name="connsiteY126" fmla="*/ 163670 h 247682"/>
                <a:gd name="connsiteX127" fmla="*/ 638244 w 971825"/>
                <a:gd name="connsiteY127" fmla="*/ 172695 h 247682"/>
                <a:gd name="connsiteX128" fmla="*/ 608160 w 971825"/>
                <a:gd name="connsiteY128" fmla="*/ 172695 h 247682"/>
                <a:gd name="connsiteX129" fmla="*/ 572283 w 971825"/>
                <a:gd name="connsiteY129" fmla="*/ 180329 h 247682"/>
                <a:gd name="connsiteX130" fmla="*/ 559890 w 971825"/>
                <a:gd name="connsiteY130" fmla="*/ 202510 h 247682"/>
                <a:gd name="connsiteX131" fmla="*/ 583284 w 971825"/>
                <a:gd name="connsiteY131" fmla="*/ 76334 h 247682"/>
                <a:gd name="connsiteX132" fmla="*/ 586876 w 971825"/>
                <a:gd name="connsiteY132" fmla="*/ 58643 h 247682"/>
                <a:gd name="connsiteX133" fmla="*/ 581218 w 971825"/>
                <a:gd name="connsiteY133" fmla="*/ 36326 h 247682"/>
                <a:gd name="connsiteX134" fmla="*/ 565951 w 971825"/>
                <a:gd name="connsiteY134" fmla="*/ 17692 h 247682"/>
                <a:gd name="connsiteX135" fmla="*/ 543994 w 971825"/>
                <a:gd name="connsiteY135" fmla="*/ 4849 h 247682"/>
                <a:gd name="connsiteX136" fmla="*/ 518445 w 971825"/>
                <a:gd name="connsiteY136" fmla="*/ 135 h 247682"/>
                <a:gd name="connsiteX137" fmla="*/ 470534 w 971825"/>
                <a:gd name="connsiteY137" fmla="*/ 135 h 247682"/>
                <a:gd name="connsiteX138" fmla="*/ 467750 w 971825"/>
                <a:gd name="connsiteY138" fmla="*/ 2919 h 247682"/>
                <a:gd name="connsiteX139" fmla="*/ 467750 w 971825"/>
                <a:gd name="connsiteY139" fmla="*/ 99863 h 247682"/>
                <a:gd name="connsiteX140" fmla="*/ 472599 w 971825"/>
                <a:gd name="connsiteY140" fmla="*/ 113289 h 247682"/>
                <a:gd name="connsiteX141" fmla="*/ 486025 w 971825"/>
                <a:gd name="connsiteY141" fmla="*/ 118139 h 247682"/>
                <a:gd name="connsiteX142" fmla="*/ 497340 w 971825"/>
                <a:gd name="connsiteY142" fmla="*/ 118139 h 247682"/>
                <a:gd name="connsiteX143" fmla="*/ 500124 w 971825"/>
                <a:gd name="connsiteY143" fmla="*/ 114906 h 247682"/>
                <a:gd name="connsiteX144" fmla="*/ 500124 w 971825"/>
                <a:gd name="connsiteY144" fmla="*/ 88548 h 247682"/>
                <a:gd name="connsiteX145" fmla="*/ 517591 w 971825"/>
                <a:gd name="connsiteY145" fmla="*/ 98516 h 247682"/>
                <a:gd name="connsiteX146" fmla="*/ 537348 w 971825"/>
                <a:gd name="connsiteY146" fmla="*/ 101974 h 247682"/>
                <a:gd name="connsiteX147" fmla="*/ 557600 w 971825"/>
                <a:gd name="connsiteY147" fmla="*/ 98830 h 247682"/>
                <a:gd name="connsiteX148" fmla="*/ 573226 w 971825"/>
                <a:gd name="connsiteY148" fmla="*/ 90030 h 247682"/>
                <a:gd name="connsiteX149" fmla="*/ 583284 w 971825"/>
                <a:gd name="connsiteY149" fmla="*/ 76334 h 247682"/>
                <a:gd name="connsiteX150" fmla="*/ 553558 w 971825"/>
                <a:gd name="connsiteY150" fmla="*/ 58418 h 247682"/>
                <a:gd name="connsiteX151" fmla="*/ 548799 w 971825"/>
                <a:gd name="connsiteY151" fmla="*/ 67982 h 247682"/>
                <a:gd name="connsiteX152" fmla="*/ 536181 w 971825"/>
                <a:gd name="connsiteY152" fmla="*/ 71575 h 247682"/>
                <a:gd name="connsiteX153" fmla="*/ 523114 w 971825"/>
                <a:gd name="connsiteY153" fmla="*/ 69015 h 247682"/>
                <a:gd name="connsiteX154" fmla="*/ 511529 w 971825"/>
                <a:gd name="connsiteY154" fmla="*/ 62504 h 247682"/>
                <a:gd name="connsiteX155" fmla="*/ 503178 w 971825"/>
                <a:gd name="connsiteY155" fmla="*/ 53479 h 247682"/>
                <a:gd name="connsiteX156" fmla="*/ 500079 w 971825"/>
                <a:gd name="connsiteY156" fmla="*/ 43511 h 247682"/>
                <a:gd name="connsiteX157" fmla="*/ 505378 w 971825"/>
                <a:gd name="connsiteY157" fmla="*/ 33542 h 247682"/>
                <a:gd name="connsiteX158" fmla="*/ 517412 w 971825"/>
                <a:gd name="connsiteY158" fmla="*/ 30309 h 247682"/>
                <a:gd name="connsiteX159" fmla="*/ 530613 w 971825"/>
                <a:gd name="connsiteY159" fmla="*/ 32869 h 247682"/>
                <a:gd name="connsiteX160" fmla="*/ 542198 w 971825"/>
                <a:gd name="connsiteY160" fmla="*/ 39469 h 247682"/>
                <a:gd name="connsiteX161" fmla="*/ 550415 w 971825"/>
                <a:gd name="connsiteY161" fmla="*/ 48495 h 247682"/>
                <a:gd name="connsiteX162" fmla="*/ 553558 w 971825"/>
                <a:gd name="connsiteY162" fmla="*/ 58418 h 247682"/>
                <a:gd name="connsiteX163" fmla="*/ 358098 w 971825"/>
                <a:gd name="connsiteY163" fmla="*/ 116208 h 247682"/>
                <a:gd name="connsiteX164" fmla="*/ 358098 w 971825"/>
                <a:gd name="connsiteY164" fmla="*/ 91242 h 247682"/>
                <a:gd name="connsiteX165" fmla="*/ 357424 w 971825"/>
                <a:gd name="connsiteY165" fmla="*/ 89176 h 247682"/>
                <a:gd name="connsiteX166" fmla="*/ 354865 w 971825"/>
                <a:gd name="connsiteY166" fmla="*/ 88233 h 247682"/>
                <a:gd name="connsiteX167" fmla="*/ 348264 w 971825"/>
                <a:gd name="connsiteY167" fmla="*/ 85450 h 247682"/>
                <a:gd name="connsiteX168" fmla="*/ 342741 w 971825"/>
                <a:gd name="connsiteY168" fmla="*/ 80600 h 247682"/>
                <a:gd name="connsiteX169" fmla="*/ 338789 w 971825"/>
                <a:gd name="connsiteY169" fmla="*/ 74448 h 247682"/>
                <a:gd name="connsiteX170" fmla="*/ 337263 w 971825"/>
                <a:gd name="connsiteY170" fmla="*/ 67623 h 247682"/>
                <a:gd name="connsiteX171" fmla="*/ 337263 w 971825"/>
                <a:gd name="connsiteY171" fmla="*/ 18365 h 247682"/>
                <a:gd name="connsiteX172" fmla="*/ 332413 w 971825"/>
                <a:gd name="connsiteY172" fmla="*/ 4939 h 247682"/>
                <a:gd name="connsiteX173" fmla="*/ 318988 w 971825"/>
                <a:gd name="connsiteY173" fmla="*/ 90 h 247682"/>
                <a:gd name="connsiteX174" fmla="*/ 308121 w 971825"/>
                <a:gd name="connsiteY174" fmla="*/ 90 h 247682"/>
                <a:gd name="connsiteX175" fmla="*/ 304888 w 971825"/>
                <a:gd name="connsiteY175" fmla="*/ 2874 h 247682"/>
                <a:gd name="connsiteX176" fmla="*/ 304888 w 971825"/>
                <a:gd name="connsiteY176" fmla="*/ 68566 h 247682"/>
                <a:gd name="connsiteX177" fmla="*/ 308929 w 971825"/>
                <a:gd name="connsiteY177" fmla="*/ 87515 h 247682"/>
                <a:gd name="connsiteX178" fmla="*/ 319796 w 971825"/>
                <a:gd name="connsiteY178" fmla="*/ 103141 h 247682"/>
                <a:gd name="connsiteX179" fmla="*/ 335646 w 971825"/>
                <a:gd name="connsiteY179" fmla="*/ 114097 h 247682"/>
                <a:gd name="connsiteX180" fmla="*/ 354820 w 971825"/>
                <a:gd name="connsiteY180" fmla="*/ 119171 h 247682"/>
                <a:gd name="connsiteX181" fmla="*/ 358098 w 971825"/>
                <a:gd name="connsiteY181" fmla="*/ 116208 h 247682"/>
                <a:gd name="connsiteX182" fmla="*/ 292854 w 971825"/>
                <a:gd name="connsiteY182" fmla="*/ 115310 h 247682"/>
                <a:gd name="connsiteX183" fmla="*/ 292854 w 971825"/>
                <a:gd name="connsiteY183" fmla="*/ 59900 h 247682"/>
                <a:gd name="connsiteX184" fmla="*/ 292854 w 971825"/>
                <a:gd name="connsiteY184" fmla="*/ 59900 h 247682"/>
                <a:gd name="connsiteX185" fmla="*/ 288005 w 971825"/>
                <a:gd name="connsiteY185" fmla="*/ 46744 h 247682"/>
                <a:gd name="connsiteX186" fmla="*/ 274579 w 971825"/>
                <a:gd name="connsiteY186" fmla="*/ 41894 h 247682"/>
                <a:gd name="connsiteX187" fmla="*/ 263712 w 971825"/>
                <a:gd name="connsiteY187" fmla="*/ 41894 h 247682"/>
                <a:gd name="connsiteX188" fmla="*/ 260479 w 971825"/>
                <a:gd name="connsiteY188" fmla="*/ 44678 h 247682"/>
                <a:gd name="connsiteX189" fmla="*/ 260479 w 971825"/>
                <a:gd name="connsiteY189" fmla="*/ 59945 h 247682"/>
                <a:gd name="connsiteX190" fmla="*/ 260479 w 971825"/>
                <a:gd name="connsiteY190" fmla="*/ 99818 h 247682"/>
                <a:gd name="connsiteX191" fmla="*/ 265329 w 971825"/>
                <a:gd name="connsiteY191" fmla="*/ 113244 h 247682"/>
                <a:gd name="connsiteX192" fmla="*/ 278755 w 971825"/>
                <a:gd name="connsiteY192" fmla="*/ 118094 h 247682"/>
                <a:gd name="connsiteX193" fmla="*/ 289621 w 971825"/>
                <a:gd name="connsiteY193" fmla="*/ 118094 h 247682"/>
                <a:gd name="connsiteX194" fmla="*/ 292854 w 971825"/>
                <a:gd name="connsiteY194" fmla="*/ 115310 h 247682"/>
                <a:gd name="connsiteX195" fmla="*/ 292854 w 971825"/>
                <a:gd name="connsiteY195" fmla="*/ 27346 h 247682"/>
                <a:gd name="connsiteX196" fmla="*/ 292854 w 971825"/>
                <a:gd name="connsiteY196" fmla="*/ 18320 h 247682"/>
                <a:gd name="connsiteX197" fmla="*/ 288005 w 971825"/>
                <a:gd name="connsiteY197" fmla="*/ 4894 h 247682"/>
                <a:gd name="connsiteX198" fmla="*/ 274579 w 971825"/>
                <a:gd name="connsiteY198" fmla="*/ 45 h 247682"/>
                <a:gd name="connsiteX199" fmla="*/ 263219 w 971825"/>
                <a:gd name="connsiteY199" fmla="*/ 45 h 247682"/>
                <a:gd name="connsiteX200" fmla="*/ 260435 w 971825"/>
                <a:gd name="connsiteY200" fmla="*/ 3278 h 247682"/>
                <a:gd name="connsiteX201" fmla="*/ 260435 w 971825"/>
                <a:gd name="connsiteY201" fmla="*/ 27346 h 247682"/>
                <a:gd name="connsiteX202" fmla="*/ 263219 w 971825"/>
                <a:gd name="connsiteY202" fmla="*/ 30579 h 247682"/>
                <a:gd name="connsiteX203" fmla="*/ 290070 w 971825"/>
                <a:gd name="connsiteY203" fmla="*/ 30579 h 247682"/>
                <a:gd name="connsiteX204" fmla="*/ 292854 w 971825"/>
                <a:gd name="connsiteY204" fmla="*/ 27346 h 247682"/>
                <a:gd name="connsiteX205" fmla="*/ 551358 w 971825"/>
                <a:gd name="connsiteY205" fmla="*/ 146966 h 247682"/>
                <a:gd name="connsiteX206" fmla="*/ 534026 w 971825"/>
                <a:gd name="connsiteY206" fmla="*/ 129589 h 247682"/>
                <a:gd name="connsiteX207" fmla="*/ 515661 w 971825"/>
                <a:gd name="connsiteY207" fmla="*/ 129589 h 247682"/>
                <a:gd name="connsiteX208" fmla="*/ 513281 w 971825"/>
                <a:gd name="connsiteY208" fmla="*/ 130532 h 247682"/>
                <a:gd name="connsiteX209" fmla="*/ 476416 w 971825"/>
                <a:gd name="connsiteY209" fmla="*/ 165107 h 247682"/>
                <a:gd name="connsiteX210" fmla="*/ 428146 w 971825"/>
                <a:gd name="connsiteY210" fmla="*/ 183606 h 247682"/>
                <a:gd name="connsiteX211" fmla="*/ 378304 w 971825"/>
                <a:gd name="connsiteY211" fmla="*/ 163580 h 247682"/>
                <a:gd name="connsiteX212" fmla="*/ 350958 w 971825"/>
                <a:gd name="connsiteY212" fmla="*/ 137896 h 247682"/>
                <a:gd name="connsiteX213" fmla="*/ 330393 w 971825"/>
                <a:gd name="connsiteY213" fmla="*/ 129544 h 247682"/>
                <a:gd name="connsiteX214" fmla="*/ 308391 w 971825"/>
                <a:gd name="connsiteY214" fmla="*/ 129544 h 247682"/>
                <a:gd name="connsiteX215" fmla="*/ 304933 w 971825"/>
                <a:gd name="connsiteY215" fmla="*/ 133001 h 247682"/>
                <a:gd name="connsiteX216" fmla="*/ 304933 w 971825"/>
                <a:gd name="connsiteY216" fmla="*/ 230170 h 247682"/>
                <a:gd name="connsiteX217" fmla="*/ 322265 w 971825"/>
                <a:gd name="connsiteY217" fmla="*/ 247503 h 247682"/>
                <a:gd name="connsiteX218" fmla="*/ 329001 w 971825"/>
                <a:gd name="connsiteY218" fmla="*/ 247503 h 247682"/>
                <a:gd name="connsiteX219" fmla="*/ 333536 w 971825"/>
                <a:gd name="connsiteY219" fmla="*/ 247503 h 247682"/>
                <a:gd name="connsiteX220" fmla="*/ 336993 w 971825"/>
                <a:gd name="connsiteY220" fmla="*/ 244000 h 247682"/>
                <a:gd name="connsiteX221" fmla="*/ 336993 w 971825"/>
                <a:gd name="connsiteY221" fmla="*/ 209425 h 247682"/>
                <a:gd name="connsiteX222" fmla="*/ 353248 w 971825"/>
                <a:gd name="connsiteY222" fmla="*/ 192901 h 247682"/>
                <a:gd name="connsiteX223" fmla="*/ 392403 w 971825"/>
                <a:gd name="connsiteY223" fmla="*/ 216565 h 247682"/>
                <a:gd name="connsiteX224" fmla="*/ 428101 w 971825"/>
                <a:gd name="connsiteY224" fmla="*/ 239330 h 247682"/>
                <a:gd name="connsiteX225" fmla="*/ 463798 w 971825"/>
                <a:gd name="connsiteY225" fmla="*/ 216565 h 247682"/>
                <a:gd name="connsiteX226" fmla="*/ 502953 w 971825"/>
                <a:gd name="connsiteY226" fmla="*/ 192901 h 247682"/>
                <a:gd name="connsiteX227" fmla="*/ 519208 w 971825"/>
                <a:gd name="connsiteY227" fmla="*/ 209246 h 247682"/>
                <a:gd name="connsiteX228" fmla="*/ 519208 w 971825"/>
                <a:gd name="connsiteY228" fmla="*/ 230125 h 247682"/>
                <a:gd name="connsiteX229" fmla="*/ 536585 w 971825"/>
                <a:gd name="connsiteY229" fmla="*/ 247458 h 247682"/>
                <a:gd name="connsiteX230" fmla="*/ 544084 w 971825"/>
                <a:gd name="connsiteY230" fmla="*/ 247458 h 247682"/>
                <a:gd name="connsiteX231" fmla="*/ 547856 w 971825"/>
                <a:gd name="connsiteY231" fmla="*/ 247458 h 247682"/>
                <a:gd name="connsiteX232" fmla="*/ 551313 w 971825"/>
                <a:gd name="connsiteY232" fmla="*/ 244000 h 247682"/>
                <a:gd name="connsiteX233" fmla="*/ 551358 w 971825"/>
                <a:gd name="connsiteY233" fmla="*/ 146966 h 247682"/>
                <a:gd name="connsiteX234" fmla="*/ 633844 w 971825"/>
                <a:gd name="connsiteY234" fmla="*/ 36147 h 247682"/>
                <a:gd name="connsiteX235" fmla="*/ 647494 w 971825"/>
                <a:gd name="connsiteY235" fmla="*/ 30579 h 247682"/>
                <a:gd name="connsiteX236" fmla="*/ 660426 w 971825"/>
                <a:gd name="connsiteY236" fmla="*/ 34171 h 247682"/>
                <a:gd name="connsiteX237" fmla="*/ 672101 w 971825"/>
                <a:gd name="connsiteY237" fmla="*/ 43421 h 247682"/>
                <a:gd name="connsiteX238" fmla="*/ 680677 w 971825"/>
                <a:gd name="connsiteY238" fmla="*/ 56038 h 247682"/>
                <a:gd name="connsiteX239" fmla="*/ 684045 w 971825"/>
                <a:gd name="connsiteY239" fmla="*/ 69913 h 247682"/>
                <a:gd name="connsiteX240" fmla="*/ 678836 w 971825"/>
                <a:gd name="connsiteY240" fmla="*/ 84237 h 247682"/>
                <a:gd name="connsiteX241" fmla="*/ 665051 w 971825"/>
                <a:gd name="connsiteY241" fmla="*/ 89805 h 247682"/>
                <a:gd name="connsiteX242" fmla="*/ 652074 w 971825"/>
                <a:gd name="connsiteY242" fmla="*/ 86213 h 247682"/>
                <a:gd name="connsiteX243" fmla="*/ 640400 w 971825"/>
                <a:gd name="connsiteY243" fmla="*/ 76963 h 247682"/>
                <a:gd name="connsiteX244" fmla="*/ 631823 w 971825"/>
                <a:gd name="connsiteY244" fmla="*/ 64345 h 247682"/>
                <a:gd name="connsiteX245" fmla="*/ 628456 w 971825"/>
                <a:gd name="connsiteY245" fmla="*/ 50470 h 247682"/>
                <a:gd name="connsiteX246" fmla="*/ 633844 w 971825"/>
                <a:gd name="connsiteY246" fmla="*/ 36147 h 247682"/>
                <a:gd name="connsiteX247" fmla="*/ 598865 w 971825"/>
                <a:gd name="connsiteY247" fmla="*/ 45 h 247682"/>
                <a:gd name="connsiteX248" fmla="*/ 596081 w 971825"/>
                <a:gd name="connsiteY248" fmla="*/ 3278 h 247682"/>
                <a:gd name="connsiteX249" fmla="*/ 596081 w 971825"/>
                <a:gd name="connsiteY249" fmla="*/ 51189 h 247682"/>
                <a:gd name="connsiteX250" fmla="*/ 601874 w 971825"/>
                <a:gd name="connsiteY250" fmla="*/ 77547 h 247682"/>
                <a:gd name="connsiteX251" fmla="*/ 617230 w 971825"/>
                <a:gd name="connsiteY251" fmla="*/ 99639 h 247682"/>
                <a:gd name="connsiteX252" fmla="*/ 639322 w 971825"/>
                <a:gd name="connsiteY252" fmla="*/ 114816 h 247682"/>
                <a:gd name="connsiteX253" fmla="*/ 665231 w 971825"/>
                <a:gd name="connsiteY253" fmla="*/ 120384 h 247682"/>
                <a:gd name="connsiteX254" fmla="*/ 686155 w 971825"/>
                <a:gd name="connsiteY254" fmla="*/ 116657 h 247682"/>
                <a:gd name="connsiteX255" fmla="*/ 702275 w 971825"/>
                <a:gd name="connsiteY255" fmla="*/ 106239 h 247682"/>
                <a:gd name="connsiteX256" fmla="*/ 712693 w 971825"/>
                <a:gd name="connsiteY256" fmla="*/ 90164 h 247682"/>
                <a:gd name="connsiteX257" fmla="*/ 716420 w 971825"/>
                <a:gd name="connsiteY257" fmla="*/ 69195 h 247682"/>
                <a:gd name="connsiteX258" fmla="*/ 710627 w 971825"/>
                <a:gd name="connsiteY258" fmla="*/ 42837 h 247682"/>
                <a:gd name="connsiteX259" fmla="*/ 695226 w 971825"/>
                <a:gd name="connsiteY259" fmla="*/ 20745 h 247682"/>
                <a:gd name="connsiteX260" fmla="*/ 673134 w 971825"/>
                <a:gd name="connsiteY260" fmla="*/ 5568 h 247682"/>
                <a:gd name="connsiteX261" fmla="*/ 647225 w 971825"/>
                <a:gd name="connsiteY261" fmla="*/ 0 h 247682"/>
                <a:gd name="connsiteX262" fmla="*/ 598865 w 971825"/>
                <a:gd name="connsiteY262" fmla="*/ 0 h 247682"/>
                <a:gd name="connsiteX263" fmla="*/ 953685 w 971825"/>
                <a:gd name="connsiteY263" fmla="*/ 87425 h 247682"/>
                <a:gd name="connsiteX264" fmla="*/ 919469 w 971825"/>
                <a:gd name="connsiteY264" fmla="*/ 87425 h 247682"/>
                <a:gd name="connsiteX265" fmla="*/ 905864 w 971825"/>
                <a:gd name="connsiteY265" fmla="*/ 84327 h 247682"/>
                <a:gd name="connsiteX266" fmla="*/ 894862 w 971825"/>
                <a:gd name="connsiteY266" fmla="*/ 75975 h 247682"/>
                <a:gd name="connsiteX267" fmla="*/ 887543 w 971825"/>
                <a:gd name="connsiteY267" fmla="*/ 63941 h 247682"/>
                <a:gd name="connsiteX268" fmla="*/ 884894 w 971825"/>
                <a:gd name="connsiteY268" fmla="*/ 49977 h 247682"/>
                <a:gd name="connsiteX269" fmla="*/ 890148 w 971825"/>
                <a:gd name="connsiteY269" fmla="*/ 35653 h 247682"/>
                <a:gd name="connsiteX270" fmla="*/ 893830 w 971825"/>
                <a:gd name="connsiteY270" fmla="*/ 32958 h 247682"/>
                <a:gd name="connsiteX271" fmla="*/ 898769 w 971825"/>
                <a:gd name="connsiteY271" fmla="*/ 31117 h 247682"/>
                <a:gd name="connsiteX272" fmla="*/ 905414 w 971825"/>
                <a:gd name="connsiteY272" fmla="*/ 30354 h 247682"/>
                <a:gd name="connsiteX273" fmla="*/ 912060 w 971825"/>
                <a:gd name="connsiteY273" fmla="*/ 31117 h 247682"/>
                <a:gd name="connsiteX274" fmla="*/ 923420 w 971825"/>
                <a:gd name="connsiteY274" fmla="*/ 35742 h 247682"/>
                <a:gd name="connsiteX275" fmla="*/ 938238 w 971825"/>
                <a:gd name="connsiteY275" fmla="*/ 49213 h 247682"/>
                <a:gd name="connsiteX276" fmla="*/ 902631 w 971825"/>
                <a:gd name="connsiteY276" fmla="*/ 49213 h 247682"/>
                <a:gd name="connsiteX277" fmla="*/ 899442 w 971825"/>
                <a:gd name="connsiteY277" fmla="*/ 51997 h 247682"/>
                <a:gd name="connsiteX278" fmla="*/ 901463 w 971825"/>
                <a:gd name="connsiteY278" fmla="*/ 61067 h 247682"/>
                <a:gd name="connsiteX279" fmla="*/ 923780 w 971825"/>
                <a:gd name="connsiteY279" fmla="*/ 74538 h 247682"/>
                <a:gd name="connsiteX280" fmla="*/ 956918 w 971825"/>
                <a:gd name="connsiteY280" fmla="*/ 74538 h 247682"/>
                <a:gd name="connsiteX281" fmla="*/ 968952 w 971825"/>
                <a:gd name="connsiteY281" fmla="*/ 69913 h 247682"/>
                <a:gd name="connsiteX282" fmla="*/ 971825 w 971825"/>
                <a:gd name="connsiteY282" fmla="*/ 60035 h 247682"/>
                <a:gd name="connsiteX283" fmla="*/ 966437 w 971825"/>
                <a:gd name="connsiteY283" fmla="*/ 39469 h 247682"/>
                <a:gd name="connsiteX284" fmla="*/ 951889 w 971825"/>
                <a:gd name="connsiteY284" fmla="*/ 19937 h 247682"/>
                <a:gd name="connsiteX285" fmla="*/ 930605 w 971825"/>
                <a:gd name="connsiteY285" fmla="*/ 5613 h 247682"/>
                <a:gd name="connsiteX286" fmla="*/ 905190 w 971825"/>
                <a:gd name="connsiteY286" fmla="*/ 45 h 247682"/>
                <a:gd name="connsiteX287" fmla="*/ 856471 w 971825"/>
                <a:gd name="connsiteY287" fmla="*/ 45 h 247682"/>
                <a:gd name="connsiteX288" fmla="*/ 853911 w 971825"/>
                <a:gd name="connsiteY288" fmla="*/ 2604 h 247682"/>
                <a:gd name="connsiteX289" fmla="*/ 853911 w 971825"/>
                <a:gd name="connsiteY289" fmla="*/ 51144 h 247682"/>
                <a:gd name="connsiteX290" fmla="*/ 859165 w 971825"/>
                <a:gd name="connsiteY290" fmla="*/ 76918 h 247682"/>
                <a:gd name="connsiteX291" fmla="*/ 873489 w 971825"/>
                <a:gd name="connsiteY291" fmla="*/ 98157 h 247682"/>
                <a:gd name="connsiteX292" fmla="*/ 894548 w 971825"/>
                <a:gd name="connsiteY292" fmla="*/ 112571 h 247682"/>
                <a:gd name="connsiteX293" fmla="*/ 920322 w 971825"/>
                <a:gd name="connsiteY293" fmla="*/ 118049 h 247682"/>
                <a:gd name="connsiteX294" fmla="*/ 969221 w 971825"/>
                <a:gd name="connsiteY294" fmla="*/ 118049 h 247682"/>
                <a:gd name="connsiteX295" fmla="*/ 971781 w 971825"/>
                <a:gd name="connsiteY295" fmla="*/ 115489 h 247682"/>
                <a:gd name="connsiteX296" fmla="*/ 971781 w 971825"/>
                <a:gd name="connsiteY296" fmla="*/ 105656 h 247682"/>
                <a:gd name="connsiteX297" fmla="*/ 966976 w 971825"/>
                <a:gd name="connsiteY297" fmla="*/ 92230 h 247682"/>
                <a:gd name="connsiteX298" fmla="*/ 953685 w 971825"/>
                <a:gd name="connsiteY298" fmla="*/ 87425 h 247682"/>
                <a:gd name="connsiteX299" fmla="*/ 853866 w 971825"/>
                <a:gd name="connsiteY299" fmla="*/ 106554 h 247682"/>
                <a:gd name="connsiteX300" fmla="*/ 853866 w 971825"/>
                <a:gd name="connsiteY300" fmla="*/ 114726 h 247682"/>
                <a:gd name="connsiteX301" fmla="*/ 851127 w 971825"/>
                <a:gd name="connsiteY301" fmla="*/ 118094 h 247682"/>
                <a:gd name="connsiteX302" fmla="*/ 825443 w 971825"/>
                <a:gd name="connsiteY302" fmla="*/ 118049 h 247682"/>
                <a:gd name="connsiteX303" fmla="*/ 813185 w 971825"/>
                <a:gd name="connsiteY303" fmla="*/ 113783 h 247682"/>
                <a:gd name="connsiteX304" fmla="*/ 774254 w 971825"/>
                <a:gd name="connsiteY304" fmla="*/ 83070 h 247682"/>
                <a:gd name="connsiteX305" fmla="*/ 769899 w 971825"/>
                <a:gd name="connsiteY305" fmla="*/ 72563 h 247682"/>
                <a:gd name="connsiteX306" fmla="*/ 769899 w 971825"/>
                <a:gd name="connsiteY306" fmla="*/ 59945 h 247682"/>
                <a:gd name="connsiteX307" fmla="*/ 771919 w 971825"/>
                <a:gd name="connsiteY307" fmla="*/ 56712 h 247682"/>
                <a:gd name="connsiteX308" fmla="*/ 776095 w 971825"/>
                <a:gd name="connsiteY308" fmla="*/ 57879 h 247682"/>
                <a:gd name="connsiteX309" fmla="*/ 780720 w 971825"/>
                <a:gd name="connsiteY309" fmla="*/ 59316 h 247682"/>
                <a:gd name="connsiteX310" fmla="*/ 792529 w 971825"/>
                <a:gd name="connsiteY310" fmla="*/ 61292 h 247682"/>
                <a:gd name="connsiteX311" fmla="*/ 809009 w 971825"/>
                <a:gd name="connsiteY311" fmla="*/ 51997 h 247682"/>
                <a:gd name="connsiteX312" fmla="*/ 787815 w 971825"/>
                <a:gd name="connsiteY312" fmla="*/ 29950 h 247682"/>
                <a:gd name="connsiteX313" fmla="*/ 758449 w 971825"/>
                <a:gd name="connsiteY313" fmla="*/ 35832 h 247682"/>
                <a:gd name="connsiteX314" fmla="*/ 757550 w 971825"/>
                <a:gd name="connsiteY314" fmla="*/ 37943 h 247682"/>
                <a:gd name="connsiteX315" fmla="*/ 757146 w 971825"/>
                <a:gd name="connsiteY315" fmla="*/ 41176 h 247682"/>
                <a:gd name="connsiteX316" fmla="*/ 757146 w 971825"/>
                <a:gd name="connsiteY316" fmla="*/ 89491 h 247682"/>
                <a:gd name="connsiteX317" fmla="*/ 751489 w 971825"/>
                <a:gd name="connsiteY317" fmla="*/ 109427 h 247682"/>
                <a:gd name="connsiteX318" fmla="*/ 741386 w 971825"/>
                <a:gd name="connsiteY318" fmla="*/ 116971 h 247682"/>
                <a:gd name="connsiteX319" fmla="*/ 733168 w 971825"/>
                <a:gd name="connsiteY319" fmla="*/ 118094 h 247682"/>
                <a:gd name="connsiteX320" fmla="*/ 726478 w 971825"/>
                <a:gd name="connsiteY320" fmla="*/ 117196 h 247682"/>
                <a:gd name="connsiteX321" fmla="*/ 725355 w 971825"/>
                <a:gd name="connsiteY321" fmla="*/ 114277 h 247682"/>
                <a:gd name="connsiteX322" fmla="*/ 725355 w 971825"/>
                <a:gd name="connsiteY322" fmla="*/ 106329 h 247682"/>
                <a:gd name="connsiteX323" fmla="*/ 725355 w 971825"/>
                <a:gd name="connsiteY323" fmla="*/ 100222 h 247682"/>
                <a:gd name="connsiteX324" fmla="*/ 725355 w 971825"/>
                <a:gd name="connsiteY324" fmla="*/ 82531 h 247682"/>
                <a:gd name="connsiteX325" fmla="*/ 725355 w 971825"/>
                <a:gd name="connsiteY325" fmla="*/ 2649 h 247682"/>
                <a:gd name="connsiteX326" fmla="*/ 727915 w 971825"/>
                <a:gd name="connsiteY326" fmla="*/ 90 h 247682"/>
                <a:gd name="connsiteX327" fmla="*/ 775556 w 971825"/>
                <a:gd name="connsiteY327" fmla="*/ 90 h 247682"/>
                <a:gd name="connsiteX328" fmla="*/ 799355 w 971825"/>
                <a:gd name="connsiteY328" fmla="*/ 4131 h 247682"/>
                <a:gd name="connsiteX329" fmla="*/ 821222 w 971825"/>
                <a:gd name="connsiteY329" fmla="*/ 15087 h 247682"/>
                <a:gd name="connsiteX330" fmla="*/ 837118 w 971825"/>
                <a:gd name="connsiteY330" fmla="*/ 31387 h 247682"/>
                <a:gd name="connsiteX331" fmla="*/ 843225 w 971825"/>
                <a:gd name="connsiteY331" fmla="*/ 51369 h 247682"/>
                <a:gd name="connsiteX332" fmla="*/ 836759 w 971825"/>
                <a:gd name="connsiteY332" fmla="*/ 69779 h 247682"/>
                <a:gd name="connsiteX333" fmla="*/ 820324 w 971825"/>
                <a:gd name="connsiteY333" fmla="*/ 81902 h 247682"/>
                <a:gd name="connsiteX334" fmla="*/ 833391 w 971825"/>
                <a:gd name="connsiteY334" fmla="*/ 92230 h 247682"/>
                <a:gd name="connsiteX335" fmla="*/ 851891 w 971825"/>
                <a:gd name="connsiteY335" fmla="*/ 103680 h 247682"/>
                <a:gd name="connsiteX336" fmla="*/ 853866 w 971825"/>
                <a:gd name="connsiteY336" fmla="*/ 106554 h 247682"/>
                <a:gd name="connsiteX337" fmla="*/ 248491 w 971825"/>
                <a:gd name="connsiteY337" fmla="*/ 17422 h 247682"/>
                <a:gd name="connsiteX338" fmla="*/ 231158 w 971825"/>
                <a:gd name="connsiteY338" fmla="*/ 45 h 247682"/>
                <a:gd name="connsiteX339" fmla="*/ 212748 w 971825"/>
                <a:gd name="connsiteY339" fmla="*/ 45 h 247682"/>
                <a:gd name="connsiteX340" fmla="*/ 210368 w 971825"/>
                <a:gd name="connsiteY340" fmla="*/ 988 h 247682"/>
                <a:gd name="connsiteX341" fmla="*/ 173548 w 971825"/>
                <a:gd name="connsiteY341" fmla="*/ 35563 h 247682"/>
                <a:gd name="connsiteX342" fmla="*/ 125278 w 971825"/>
                <a:gd name="connsiteY342" fmla="*/ 54063 h 247682"/>
                <a:gd name="connsiteX343" fmla="*/ 75436 w 971825"/>
                <a:gd name="connsiteY343" fmla="*/ 34036 h 247682"/>
                <a:gd name="connsiteX344" fmla="*/ 48091 w 971825"/>
                <a:gd name="connsiteY344" fmla="*/ 8352 h 247682"/>
                <a:gd name="connsiteX345" fmla="*/ 27525 w 971825"/>
                <a:gd name="connsiteY345" fmla="*/ 0 h 247682"/>
                <a:gd name="connsiteX346" fmla="*/ 5523 w 971825"/>
                <a:gd name="connsiteY346" fmla="*/ 0 h 247682"/>
                <a:gd name="connsiteX347" fmla="*/ 2065 w 971825"/>
                <a:gd name="connsiteY347" fmla="*/ 3458 h 247682"/>
                <a:gd name="connsiteX348" fmla="*/ 2065 w 971825"/>
                <a:gd name="connsiteY348" fmla="*/ 100627 h 247682"/>
                <a:gd name="connsiteX349" fmla="*/ 19398 w 971825"/>
                <a:gd name="connsiteY349" fmla="*/ 117959 h 247682"/>
                <a:gd name="connsiteX350" fmla="*/ 26088 w 971825"/>
                <a:gd name="connsiteY350" fmla="*/ 117959 h 247682"/>
                <a:gd name="connsiteX351" fmla="*/ 30624 w 971825"/>
                <a:gd name="connsiteY351" fmla="*/ 117959 h 247682"/>
                <a:gd name="connsiteX352" fmla="*/ 34081 w 971825"/>
                <a:gd name="connsiteY352" fmla="*/ 114457 h 247682"/>
                <a:gd name="connsiteX353" fmla="*/ 34081 w 971825"/>
                <a:gd name="connsiteY353" fmla="*/ 79882 h 247682"/>
                <a:gd name="connsiteX354" fmla="*/ 50336 w 971825"/>
                <a:gd name="connsiteY354" fmla="*/ 63357 h 247682"/>
                <a:gd name="connsiteX355" fmla="*/ 89491 w 971825"/>
                <a:gd name="connsiteY355" fmla="*/ 87021 h 247682"/>
                <a:gd name="connsiteX356" fmla="*/ 125188 w 971825"/>
                <a:gd name="connsiteY356" fmla="*/ 109787 h 247682"/>
                <a:gd name="connsiteX357" fmla="*/ 160886 w 971825"/>
                <a:gd name="connsiteY357" fmla="*/ 87021 h 247682"/>
                <a:gd name="connsiteX358" fmla="*/ 200041 w 971825"/>
                <a:gd name="connsiteY358" fmla="*/ 63357 h 247682"/>
                <a:gd name="connsiteX359" fmla="*/ 216295 w 971825"/>
                <a:gd name="connsiteY359" fmla="*/ 79702 h 247682"/>
                <a:gd name="connsiteX360" fmla="*/ 216295 w 971825"/>
                <a:gd name="connsiteY360" fmla="*/ 100582 h 247682"/>
                <a:gd name="connsiteX361" fmla="*/ 233673 w 971825"/>
                <a:gd name="connsiteY361" fmla="*/ 117914 h 247682"/>
                <a:gd name="connsiteX362" fmla="*/ 241171 w 971825"/>
                <a:gd name="connsiteY362" fmla="*/ 117914 h 247682"/>
                <a:gd name="connsiteX363" fmla="*/ 244943 w 971825"/>
                <a:gd name="connsiteY363" fmla="*/ 117914 h 247682"/>
                <a:gd name="connsiteX364" fmla="*/ 248446 w 971825"/>
                <a:gd name="connsiteY364" fmla="*/ 114412 h 247682"/>
                <a:gd name="connsiteX365" fmla="*/ 248491 w 971825"/>
                <a:gd name="connsiteY365" fmla="*/ 17422 h 247682"/>
                <a:gd name="connsiteX366" fmla="*/ 75346 w 971825"/>
                <a:gd name="connsiteY366" fmla="*/ 159179 h 247682"/>
                <a:gd name="connsiteX367" fmla="*/ 89580 w 971825"/>
                <a:gd name="connsiteY367" fmla="*/ 164837 h 247682"/>
                <a:gd name="connsiteX368" fmla="*/ 94071 w 971825"/>
                <a:gd name="connsiteY368" fmla="*/ 167127 h 247682"/>
                <a:gd name="connsiteX369" fmla="*/ 97438 w 971825"/>
                <a:gd name="connsiteY369" fmla="*/ 167576 h 247682"/>
                <a:gd name="connsiteX370" fmla="*/ 106239 w 971825"/>
                <a:gd name="connsiteY370" fmla="*/ 162951 h 247682"/>
                <a:gd name="connsiteX371" fmla="*/ 118049 w 971825"/>
                <a:gd name="connsiteY371" fmla="*/ 150693 h 247682"/>
                <a:gd name="connsiteX372" fmla="*/ 118722 w 971825"/>
                <a:gd name="connsiteY372" fmla="*/ 149076 h 247682"/>
                <a:gd name="connsiteX373" fmla="*/ 117330 w 971825"/>
                <a:gd name="connsiteY373" fmla="*/ 146517 h 247682"/>
                <a:gd name="connsiteX374" fmla="*/ 91556 w 971825"/>
                <a:gd name="connsiteY374" fmla="*/ 132418 h 247682"/>
                <a:gd name="connsiteX375" fmla="*/ 58104 w 971825"/>
                <a:gd name="connsiteY375" fmla="*/ 127344 h 247682"/>
                <a:gd name="connsiteX376" fmla="*/ 37404 w 971825"/>
                <a:gd name="connsiteY376" fmla="*/ 129409 h 247682"/>
                <a:gd name="connsiteX377" fmla="*/ 19937 w 971825"/>
                <a:gd name="connsiteY377" fmla="*/ 135875 h 247682"/>
                <a:gd name="connsiteX378" fmla="*/ 7813 w 971825"/>
                <a:gd name="connsiteY378" fmla="*/ 147325 h 247682"/>
                <a:gd name="connsiteX379" fmla="*/ 3278 w 971825"/>
                <a:gd name="connsiteY379" fmla="*/ 164343 h 247682"/>
                <a:gd name="connsiteX380" fmla="*/ 7184 w 971825"/>
                <a:gd name="connsiteY380" fmla="*/ 179386 h 247682"/>
                <a:gd name="connsiteX381" fmla="*/ 18051 w 971825"/>
                <a:gd name="connsiteY381" fmla="*/ 190028 h 247682"/>
                <a:gd name="connsiteX382" fmla="*/ 34485 w 971825"/>
                <a:gd name="connsiteY382" fmla="*/ 197077 h 247682"/>
                <a:gd name="connsiteX383" fmla="*/ 55050 w 971825"/>
                <a:gd name="connsiteY383" fmla="*/ 201343 h 247682"/>
                <a:gd name="connsiteX384" fmla="*/ 68252 w 971825"/>
                <a:gd name="connsiteY384" fmla="*/ 203543 h 247682"/>
                <a:gd name="connsiteX385" fmla="*/ 76334 w 971825"/>
                <a:gd name="connsiteY385" fmla="*/ 205609 h 247682"/>
                <a:gd name="connsiteX386" fmla="*/ 80420 w 971825"/>
                <a:gd name="connsiteY386" fmla="*/ 207944 h 247682"/>
                <a:gd name="connsiteX387" fmla="*/ 81453 w 971825"/>
                <a:gd name="connsiteY387" fmla="*/ 211087 h 247682"/>
                <a:gd name="connsiteX388" fmla="*/ 76918 w 971825"/>
                <a:gd name="connsiteY388" fmla="*/ 216295 h 247682"/>
                <a:gd name="connsiteX389" fmla="*/ 65019 w 971825"/>
                <a:gd name="connsiteY389" fmla="*/ 217822 h 247682"/>
                <a:gd name="connsiteX390" fmla="*/ 44184 w 971825"/>
                <a:gd name="connsiteY390" fmla="*/ 215712 h 247682"/>
                <a:gd name="connsiteX391" fmla="*/ 29366 w 971825"/>
                <a:gd name="connsiteY391" fmla="*/ 209919 h 247682"/>
                <a:gd name="connsiteX392" fmla="*/ 24876 w 971825"/>
                <a:gd name="connsiteY392" fmla="*/ 207629 h 247682"/>
                <a:gd name="connsiteX393" fmla="*/ 21508 w 971825"/>
                <a:gd name="connsiteY393" fmla="*/ 207180 h 247682"/>
                <a:gd name="connsiteX394" fmla="*/ 12707 w 971825"/>
                <a:gd name="connsiteY394" fmla="*/ 211805 h 247682"/>
                <a:gd name="connsiteX395" fmla="*/ 674 w 971825"/>
                <a:gd name="connsiteY395" fmla="*/ 224288 h 247682"/>
                <a:gd name="connsiteX396" fmla="*/ 0 w 971825"/>
                <a:gd name="connsiteY396" fmla="*/ 225905 h 247682"/>
                <a:gd name="connsiteX397" fmla="*/ 1392 w 971825"/>
                <a:gd name="connsiteY397" fmla="*/ 228464 h 247682"/>
                <a:gd name="connsiteX398" fmla="*/ 12618 w 971825"/>
                <a:gd name="connsiteY398" fmla="*/ 236457 h 247682"/>
                <a:gd name="connsiteX399" fmla="*/ 28109 w 971825"/>
                <a:gd name="connsiteY399" fmla="*/ 242474 h 247682"/>
                <a:gd name="connsiteX400" fmla="*/ 46968 w 971825"/>
                <a:gd name="connsiteY400" fmla="*/ 246290 h 247682"/>
                <a:gd name="connsiteX401" fmla="*/ 68252 w 971825"/>
                <a:gd name="connsiteY401" fmla="*/ 247682 h 247682"/>
                <a:gd name="connsiteX402" fmla="*/ 117106 w 971825"/>
                <a:gd name="connsiteY402" fmla="*/ 247682 h 247682"/>
                <a:gd name="connsiteX403" fmla="*/ 118722 w 971825"/>
                <a:gd name="connsiteY403" fmla="*/ 246739 h 247682"/>
                <a:gd name="connsiteX404" fmla="*/ 118947 w 971825"/>
                <a:gd name="connsiteY404" fmla="*/ 245572 h 247682"/>
                <a:gd name="connsiteX405" fmla="*/ 118947 w 971825"/>
                <a:gd name="connsiteY405" fmla="*/ 218496 h 247682"/>
                <a:gd name="connsiteX406" fmla="*/ 116163 w 971825"/>
                <a:gd name="connsiteY406" fmla="*/ 198918 h 247682"/>
                <a:gd name="connsiteX407" fmla="*/ 108305 w 971825"/>
                <a:gd name="connsiteY407" fmla="*/ 186345 h 247682"/>
                <a:gd name="connsiteX408" fmla="*/ 95957 w 971825"/>
                <a:gd name="connsiteY408" fmla="*/ 178937 h 247682"/>
                <a:gd name="connsiteX409" fmla="*/ 79612 w 971825"/>
                <a:gd name="connsiteY409" fmla="*/ 175030 h 247682"/>
                <a:gd name="connsiteX410" fmla="*/ 49977 w 971825"/>
                <a:gd name="connsiteY410" fmla="*/ 169911 h 247682"/>
                <a:gd name="connsiteX411" fmla="*/ 39110 w 971825"/>
                <a:gd name="connsiteY411" fmla="*/ 163221 h 247682"/>
                <a:gd name="connsiteX412" fmla="*/ 56712 w 971825"/>
                <a:gd name="connsiteY412" fmla="*/ 156979 h 247682"/>
                <a:gd name="connsiteX413" fmla="*/ 75346 w 971825"/>
                <a:gd name="connsiteY413" fmla="*/ 159179 h 24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</a:cxnLst>
              <a:rect l="l" t="t" r="r" b="b"/>
              <a:pathLst>
                <a:path w="971825" h="247682">
                  <a:moveTo>
                    <a:pt x="162188" y="244853"/>
                  </a:moveTo>
                  <a:lnTo>
                    <a:pt x="162188" y="189489"/>
                  </a:lnTo>
                  <a:lnTo>
                    <a:pt x="162188" y="189489"/>
                  </a:lnTo>
                  <a:cubicBezTo>
                    <a:pt x="162143" y="183876"/>
                    <a:pt x="160527" y="179520"/>
                    <a:pt x="157338" y="176287"/>
                  </a:cubicBezTo>
                  <a:cubicBezTo>
                    <a:pt x="154106" y="173054"/>
                    <a:pt x="149615" y="171438"/>
                    <a:pt x="143913" y="171438"/>
                  </a:cubicBezTo>
                  <a:lnTo>
                    <a:pt x="133046" y="171438"/>
                  </a:lnTo>
                  <a:cubicBezTo>
                    <a:pt x="130891" y="171438"/>
                    <a:pt x="129813" y="172336"/>
                    <a:pt x="129813" y="174222"/>
                  </a:cubicBezTo>
                  <a:lnTo>
                    <a:pt x="129813" y="189489"/>
                  </a:lnTo>
                  <a:lnTo>
                    <a:pt x="129813" y="229362"/>
                  </a:lnTo>
                  <a:cubicBezTo>
                    <a:pt x="129813" y="235065"/>
                    <a:pt x="131430" y="239555"/>
                    <a:pt x="134663" y="242788"/>
                  </a:cubicBezTo>
                  <a:cubicBezTo>
                    <a:pt x="137896" y="246021"/>
                    <a:pt x="142386" y="247637"/>
                    <a:pt x="148088" y="247637"/>
                  </a:cubicBezTo>
                  <a:lnTo>
                    <a:pt x="158955" y="247637"/>
                  </a:lnTo>
                  <a:cubicBezTo>
                    <a:pt x="161110" y="247637"/>
                    <a:pt x="162188" y="246739"/>
                    <a:pt x="162188" y="244853"/>
                  </a:cubicBezTo>
                  <a:moveTo>
                    <a:pt x="162188" y="156934"/>
                  </a:moveTo>
                  <a:lnTo>
                    <a:pt x="162188" y="147909"/>
                  </a:lnTo>
                  <a:cubicBezTo>
                    <a:pt x="162188" y="142206"/>
                    <a:pt x="160571" y="137716"/>
                    <a:pt x="157338" y="134483"/>
                  </a:cubicBezTo>
                  <a:cubicBezTo>
                    <a:pt x="154106" y="131250"/>
                    <a:pt x="149615" y="129634"/>
                    <a:pt x="143913" y="129634"/>
                  </a:cubicBezTo>
                  <a:lnTo>
                    <a:pt x="132552" y="129634"/>
                  </a:lnTo>
                  <a:cubicBezTo>
                    <a:pt x="130711" y="129634"/>
                    <a:pt x="129768" y="130711"/>
                    <a:pt x="129768" y="132867"/>
                  </a:cubicBezTo>
                  <a:lnTo>
                    <a:pt x="129768" y="156934"/>
                  </a:lnTo>
                  <a:cubicBezTo>
                    <a:pt x="129768" y="159090"/>
                    <a:pt x="130711" y="160167"/>
                    <a:pt x="132552" y="160167"/>
                  </a:cubicBezTo>
                  <a:lnTo>
                    <a:pt x="159404" y="160167"/>
                  </a:lnTo>
                  <a:cubicBezTo>
                    <a:pt x="161290" y="160122"/>
                    <a:pt x="162188" y="159045"/>
                    <a:pt x="162188" y="156934"/>
                  </a:cubicBezTo>
                  <a:moveTo>
                    <a:pt x="455671" y="115310"/>
                  </a:moveTo>
                  <a:lnTo>
                    <a:pt x="455671" y="59900"/>
                  </a:lnTo>
                  <a:lnTo>
                    <a:pt x="455671" y="59900"/>
                  </a:lnTo>
                  <a:cubicBezTo>
                    <a:pt x="455626" y="54287"/>
                    <a:pt x="454009" y="49932"/>
                    <a:pt x="450821" y="46744"/>
                  </a:cubicBezTo>
                  <a:cubicBezTo>
                    <a:pt x="447588" y="43511"/>
                    <a:pt x="443098" y="41894"/>
                    <a:pt x="437396" y="41894"/>
                  </a:cubicBezTo>
                  <a:lnTo>
                    <a:pt x="426529" y="41894"/>
                  </a:lnTo>
                  <a:cubicBezTo>
                    <a:pt x="424374" y="41894"/>
                    <a:pt x="423296" y="42837"/>
                    <a:pt x="423296" y="44678"/>
                  </a:cubicBezTo>
                  <a:lnTo>
                    <a:pt x="423296" y="59945"/>
                  </a:lnTo>
                  <a:lnTo>
                    <a:pt x="423296" y="99818"/>
                  </a:lnTo>
                  <a:cubicBezTo>
                    <a:pt x="423296" y="105521"/>
                    <a:pt x="424913" y="110011"/>
                    <a:pt x="428146" y="113244"/>
                  </a:cubicBezTo>
                  <a:cubicBezTo>
                    <a:pt x="431379" y="116477"/>
                    <a:pt x="435869" y="118094"/>
                    <a:pt x="441571" y="118094"/>
                  </a:cubicBezTo>
                  <a:lnTo>
                    <a:pt x="452438" y="118094"/>
                  </a:lnTo>
                  <a:cubicBezTo>
                    <a:pt x="454548" y="118094"/>
                    <a:pt x="455671" y="117151"/>
                    <a:pt x="455671" y="115310"/>
                  </a:cubicBezTo>
                  <a:moveTo>
                    <a:pt x="455671" y="27346"/>
                  </a:moveTo>
                  <a:lnTo>
                    <a:pt x="455671" y="18320"/>
                  </a:lnTo>
                  <a:cubicBezTo>
                    <a:pt x="455671" y="12618"/>
                    <a:pt x="454054" y="8127"/>
                    <a:pt x="450821" y="4894"/>
                  </a:cubicBezTo>
                  <a:cubicBezTo>
                    <a:pt x="447588" y="1661"/>
                    <a:pt x="443098" y="45"/>
                    <a:pt x="437396" y="45"/>
                  </a:cubicBezTo>
                  <a:lnTo>
                    <a:pt x="426035" y="45"/>
                  </a:lnTo>
                  <a:cubicBezTo>
                    <a:pt x="424194" y="45"/>
                    <a:pt x="423251" y="1123"/>
                    <a:pt x="423251" y="3278"/>
                  </a:cubicBezTo>
                  <a:lnTo>
                    <a:pt x="423251" y="27346"/>
                  </a:lnTo>
                  <a:cubicBezTo>
                    <a:pt x="423251" y="29501"/>
                    <a:pt x="424194" y="30579"/>
                    <a:pt x="426035" y="30579"/>
                  </a:cubicBezTo>
                  <a:lnTo>
                    <a:pt x="452887" y="30579"/>
                  </a:lnTo>
                  <a:cubicBezTo>
                    <a:pt x="454728" y="30579"/>
                    <a:pt x="455671" y="29501"/>
                    <a:pt x="455671" y="27346"/>
                  </a:cubicBezTo>
                  <a:moveTo>
                    <a:pt x="413418" y="116208"/>
                  </a:moveTo>
                  <a:lnTo>
                    <a:pt x="413418" y="91242"/>
                  </a:lnTo>
                  <a:cubicBezTo>
                    <a:pt x="413418" y="90164"/>
                    <a:pt x="413193" y="89446"/>
                    <a:pt x="412699" y="89176"/>
                  </a:cubicBezTo>
                  <a:cubicBezTo>
                    <a:pt x="412250" y="88862"/>
                    <a:pt x="411397" y="88548"/>
                    <a:pt x="410140" y="88233"/>
                  </a:cubicBezTo>
                  <a:cubicBezTo>
                    <a:pt x="407850" y="87784"/>
                    <a:pt x="405604" y="86886"/>
                    <a:pt x="403539" y="85450"/>
                  </a:cubicBezTo>
                  <a:cubicBezTo>
                    <a:pt x="401474" y="84102"/>
                    <a:pt x="399588" y="82441"/>
                    <a:pt x="397971" y="80600"/>
                  </a:cubicBezTo>
                  <a:cubicBezTo>
                    <a:pt x="396355" y="78759"/>
                    <a:pt x="395052" y="76694"/>
                    <a:pt x="394064" y="74448"/>
                  </a:cubicBezTo>
                  <a:cubicBezTo>
                    <a:pt x="393077" y="72203"/>
                    <a:pt x="392538" y="69913"/>
                    <a:pt x="392538" y="67623"/>
                  </a:cubicBezTo>
                  <a:lnTo>
                    <a:pt x="392538" y="18365"/>
                  </a:lnTo>
                  <a:cubicBezTo>
                    <a:pt x="392538" y="12663"/>
                    <a:pt x="390921" y="8172"/>
                    <a:pt x="387688" y="4939"/>
                  </a:cubicBezTo>
                  <a:cubicBezTo>
                    <a:pt x="384455" y="1706"/>
                    <a:pt x="379965" y="90"/>
                    <a:pt x="374263" y="90"/>
                  </a:cubicBezTo>
                  <a:lnTo>
                    <a:pt x="363396" y="90"/>
                  </a:lnTo>
                  <a:cubicBezTo>
                    <a:pt x="361241" y="90"/>
                    <a:pt x="360163" y="1033"/>
                    <a:pt x="360163" y="2874"/>
                  </a:cubicBezTo>
                  <a:lnTo>
                    <a:pt x="360163" y="68566"/>
                  </a:lnTo>
                  <a:cubicBezTo>
                    <a:pt x="360163" y="75346"/>
                    <a:pt x="361510" y="81678"/>
                    <a:pt x="364204" y="87515"/>
                  </a:cubicBezTo>
                  <a:cubicBezTo>
                    <a:pt x="366899" y="93397"/>
                    <a:pt x="370536" y="98561"/>
                    <a:pt x="375116" y="103141"/>
                  </a:cubicBezTo>
                  <a:cubicBezTo>
                    <a:pt x="379651" y="107676"/>
                    <a:pt x="384949" y="111358"/>
                    <a:pt x="390966" y="114097"/>
                  </a:cubicBezTo>
                  <a:cubicBezTo>
                    <a:pt x="396983" y="116881"/>
                    <a:pt x="403404" y="118588"/>
                    <a:pt x="410185" y="119171"/>
                  </a:cubicBezTo>
                  <a:cubicBezTo>
                    <a:pt x="412340" y="119351"/>
                    <a:pt x="413418" y="118363"/>
                    <a:pt x="413418" y="116208"/>
                  </a:cubicBezTo>
                  <a:moveTo>
                    <a:pt x="293348" y="244853"/>
                  </a:moveTo>
                  <a:lnTo>
                    <a:pt x="293348" y="195326"/>
                  </a:lnTo>
                  <a:cubicBezTo>
                    <a:pt x="293348" y="189623"/>
                    <a:pt x="291732" y="185133"/>
                    <a:pt x="288499" y="181900"/>
                  </a:cubicBezTo>
                  <a:cubicBezTo>
                    <a:pt x="285266" y="178667"/>
                    <a:pt x="280775" y="177051"/>
                    <a:pt x="275073" y="177051"/>
                  </a:cubicBezTo>
                  <a:lnTo>
                    <a:pt x="221639" y="177051"/>
                  </a:lnTo>
                  <a:cubicBezTo>
                    <a:pt x="219484" y="177051"/>
                    <a:pt x="218406" y="177994"/>
                    <a:pt x="218406" y="179835"/>
                  </a:cubicBezTo>
                  <a:cubicBezTo>
                    <a:pt x="218406" y="183517"/>
                    <a:pt x="219124" y="186884"/>
                    <a:pt x="220606" y="189893"/>
                  </a:cubicBezTo>
                  <a:cubicBezTo>
                    <a:pt x="222043" y="192901"/>
                    <a:pt x="224019" y="195506"/>
                    <a:pt x="226398" y="197661"/>
                  </a:cubicBezTo>
                  <a:cubicBezTo>
                    <a:pt x="228778" y="199861"/>
                    <a:pt x="231472" y="201478"/>
                    <a:pt x="234526" y="202645"/>
                  </a:cubicBezTo>
                  <a:cubicBezTo>
                    <a:pt x="237534" y="203813"/>
                    <a:pt x="240588" y="204396"/>
                    <a:pt x="243641" y="204396"/>
                  </a:cubicBezTo>
                  <a:lnTo>
                    <a:pt x="262141" y="204396"/>
                  </a:lnTo>
                  <a:lnTo>
                    <a:pt x="262141" y="217104"/>
                  </a:lnTo>
                  <a:lnTo>
                    <a:pt x="242698" y="217104"/>
                  </a:lnTo>
                  <a:cubicBezTo>
                    <a:pt x="237759" y="217104"/>
                    <a:pt x="233044" y="215981"/>
                    <a:pt x="228599" y="213736"/>
                  </a:cubicBezTo>
                  <a:cubicBezTo>
                    <a:pt x="224109" y="211491"/>
                    <a:pt x="220157" y="208527"/>
                    <a:pt x="216699" y="204845"/>
                  </a:cubicBezTo>
                  <a:cubicBezTo>
                    <a:pt x="213242" y="201163"/>
                    <a:pt x="210503" y="196987"/>
                    <a:pt x="208482" y="192362"/>
                  </a:cubicBezTo>
                  <a:cubicBezTo>
                    <a:pt x="206462" y="187737"/>
                    <a:pt x="205474" y="183023"/>
                    <a:pt x="205474" y="178263"/>
                  </a:cubicBezTo>
                  <a:cubicBezTo>
                    <a:pt x="205474" y="172381"/>
                    <a:pt x="207315" y="167935"/>
                    <a:pt x="210997" y="164837"/>
                  </a:cubicBezTo>
                  <a:cubicBezTo>
                    <a:pt x="214724" y="161739"/>
                    <a:pt x="219349" y="160212"/>
                    <a:pt x="224872" y="160212"/>
                  </a:cubicBezTo>
                  <a:lnTo>
                    <a:pt x="287825" y="160212"/>
                  </a:lnTo>
                  <a:cubicBezTo>
                    <a:pt x="289980" y="160212"/>
                    <a:pt x="291058" y="159269"/>
                    <a:pt x="291058" y="157428"/>
                  </a:cubicBezTo>
                  <a:lnTo>
                    <a:pt x="291058" y="147954"/>
                  </a:lnTo>
                  <a:cubicBezTo>
                    <a:pt x="291058" y="142251"/>
                    <a:pt x="289442" y="137761"/>
                    <a:pt x="286209" y="134528"/>
                  </a:cubicBezTo>
                  <a:cubicBezTo>
                    <a:pt x="282976" y="131295"/>
                    <a:pt x="278485" y="129679"/>
                    <a:pt x="272783" y="129679"/>
                  </a:cubicBezTo>
                  <a:lnTo>
                    <a:pt x="225096" y="129679"/>
                  </a:lnTo>
                  <a:cubicBezTo>
                    <a:pt x="217553" y="129679"/>
                    <a:pt x="210593" y="130846"/>
                    <a:pt x="204262" y="133271"/>
                  </a:cubicBezTo>
                  <a:cubicBezTo>
                    <a:pt x="197930" y="135695"/>
                    <a:pt x="192452" y="139018"/>
                    <a:pt x="187827" y="143329"/>
                  </a:cubicBezTo>
                  <a:cubicBezTo>
                    <a:pt x="183202" y="147640"/>
                    <a:pt x="179565" y="152848"/>
                    <a:pt x="176961" y="158955"/>
                  </a:cubicBezTo>
                  <a:cubicBezTo>
                    <a:pt x="174312" y="165062"/>
                    <a:pt x="173009" y="171887"/>
                    <a:pt x="173009" y="179431"/>
                  </a:cubicBezTo>
                  <a:cubicBezTo>
                    <a:pt x="173009" y="188815"/>
                    <a:pt x="174850" y="197706"/>
                    <a:pt x="178577" y="206013"/>
                  </a:cubicBezTo>
                  <a:cubicBezTo>
                    <a:pt x="182259" y="214365"/>
                    <a:pt x="187333" y="221594"/>
                    <a:pt x="193754" y="227746"/>
                  </a:cubicBezTo>
                  <a:cubicBezTo>
                    <a:pt x="200131" y="233942"/>
                    <a:pt x="207584" y="238792"/>
                    <a:pt x="215981" y="242339"/>
                  </a:cubicBezTo>
                  <a:cubicBezTo>
                    <a:pt x="224378" y="245886"/>
                    <a:pt x="233224" y="247682"/>
                    <a:pt x="242474" y="247682"/>
                  </a:cubicBezTo>
                  <a:lnTo>
                    <a:pt x="290115" y="247682"/>
                  </a:lnTo>
                  <a:cubicBezTo>
                    <a:pt x="292271" y="247637"/>
                    <a:pt x="293348" y="246695"/>
                    <a:pt x="293348" y="244853"/>
                  </a:cubicBezTo>
                  <a:moveTo>
                    <a:pt x="595497" y="209605"/>
                  </a:moveTo>
                  <a:cubicBezTo>
                    <a:pt x="595497" y="207315"/>
                    <a:pt x="596710" y="205698"/>
                    <a:pt x="599179" y="204756"/>
                  </a:cubicBezTo>
                  <a:cubicBezTo>
                    <a:pt x="601649" y="203813"/>
                    <a:pt x="605511" y="203364"/>
                    <a:pt x="610764" y="203364"/>
                  </a:cubicBezTo>
                  <a:lnTo>
                    <a:pt x="646641" y="203364"/>
                  </a:lnTo>
                  <a:cubicBezTo>
                    <a:pt x="646327" y="209381"/>
                    <a:pt x="643767" y="213736"/>
                    <a:pt x="638873" y="216430"/>
                  </a:cubicBezTo>
                  <a:cubicBezTo>
                    <a:pt x="634024" y="219124"/>
                    <a:pt x="628366" y="220516"/>
                    <a:pt x="621855" y="220516"/>
                  </a:cubicBezTo>
                  <a:cubicBezTo>
                    <a:pt x="613997" y="220516"/>
                    <a:pt x="607621" y="219439"/>
                    <a:pt x="602771" y="217373"/>
                  </a:cubicBezTo>
                  <a:cubicBezTo>
                    <a:pt x="597922" y="215263"/>
                    <a:pt x="595497" y="212703"/>
                    <a:pt x="595497" y="209605"/>
                  </a:cubicBezTo>
                  <a:moveTo>
                    <a:pt x="559890" y="202510"/>
                  </a:moveTo>
                  <a:cubicBezTo>
                    <a:pt x="559890" y="210683"/>
                    <a:pt x="561910" y="217598"/>
                    <a:pt x="565996" y="223300"/>
                  </a:cubicBezTo>
                  <a:cubicBezTo>
                    <a:pt x="570082" y="229003"/>
                    <a:pt x="575381" y="233673"/>
                    <a:pt x="581847" y="237310"/>
                  </a:cubicBezTo>
                  <a:cubicBezTo>
                    <a:pt x="588313" y="240947"/>
                    <a:pt x="595452" y="243551"/>
                    <a:pt x="603265" y="245168"/>
                  </a:cubicBezTo>
                  <a:cubicBezTo>
                    <a:pt x="611034" y="246784"/>
                    <a:pt x="618667" y="247593"/>
                    <a:pt x="626031" y="247593"/>
                  </a:cubicBezTo>
                  <a:lnTo>
                    <a:pt x="676232" y="247593"/>
                  </a:lnTo>
                  <a:cubicBezTo>
                    <a:pt x="678073" y="247593"/>
                    <a:pt x="679016" y="246515"/>
                    <a:pt x="679016" y="244360"/>
                  </a:cubicBezTo>
                  <a:lnTo>
                    <a:pt x="679016" y="197885"/>
                  </a:lnTo>
                  <a:cubicBezTo>
                    <a:pt x="679016" y="188501"/>
                    <a:pt x="677444" y="179610"/>
                    <a:pt x="674391" y="171258"/>
                  </a:cubicBezTo>
                  <a:cubicBezTo>
                    <a:pt x="671293" y="162951"/>
                    <a:pt x="666892" y="155722"/>
                    <a:pt x="661055" y="149525"/>
                  </a:cubicBezTo>
                  <a:cubicBezTo>
                    <a:pt x="655263" y="143374"/>
                    <a:pt x="648258" y="138524"/>
                    <a:pt x="639996" y="134932"/>
                  </a:cubicBezTo>
                  <a:cubicBezTo>
                    <a:pt x="631734" y="131385"/>
                    <a:pt x="622394" y="129634"/>
                    <a:pt x="611887" y="129634"/>
                  </a:cubicBezTo>
                  <a:lnTo>
                    <a:pt x="566535" y="129634"/>
                  </a:lnTo>
                  <a:cubicBezTo>
                    <a:pt x="564380" y="129634"/>
                    <a:pt x="563302" y="130577"/>
                    <a:pt x="563302" y="132418"/>
                  </a:cubicBezTo>
                  <a:lnTo>
                    <a:pt x="563302" y="141937"/>
                  </a:lnTo>
                  <a:cubicBezTo>
                    <a:pt x="563302" y="147640"/>
                    <a:pt x="564919" y="152130"/>
                    <a:pt x="568152" y="155363"/>
                  </a:cubicBezTo>
                  <a:cubicBezTo>
                    <a:pt x="571385" y="158596"/>
                    <a:pt x="575830" y="160212"/>
                    <a:pt x="581533" y="160212"/>
                  </a:cubicBezTo>
                  <a:lnTo>
                    <a:pt x="613009" y="160212"/>
                  </a:lnTo>
                  <a:cubicBezTo>
                    <a:pt x="618398" y="160212"/>
                    <a:pt x="623292" y="161335"/>
                    <a:pt x="627692" y="163670"/>
                  </a:cubicBezTo>
                  <a:cubicBezTo>
                    <a:pt x="632093" y="166005"/>
                    <a:pt x="635595" y="168968"/>
                    <a:pt x="638244" y="172695"/>
                  </a:cubicBezTo>
                  <a:lnTo>
                    <a:pt x="608160" y="172695"/>
                  </a:lnTo>
                  <a:cubicBezTo>
                    <a:pt x="592579" y="172695"/>
                    <a:pt x="580635" y="175255"/>
                    <a:pt x="572283" y="180329"/>
                  </a:cubicBezTo>
                  <a:cubicBezTo>
                    <a:pt x="564021" y="185403"/>
                    <a:pt x="559890" y="192811"/>
                    <a:pt x="559890" y="202510"/>
                  </a:cubicBezTo>
                  <a:moveTo>
                    <a:pt x="583284" y="76334"/>
                  </a:moveTo>
                  <a:cubicBezTo>
                    <a:pt x="585664" y="71036"/>
                    <a:pt x="586876" y="65109"/>
                    <a:pt x="586876" y="58643"/>
                  </a:cubicBezTo>
                  <a:cubicBezTo>
                    <a:pt x="586876" y="50785"/>
                    <a:pt x="584990" y="43376"/>
                    <a:pt x="581218" y="36326"/>
                  </a:cubicBezTo>
                  <a:cubicBezTo>
                    <a:pt x="577447" y="29276"/>
                    <a:pt x="572328" y="23080"/>
                    <a:pt x="565951" y="17692"/>
                  </a:cubicBezTo>
                  <a:cubicBezTo>
                    <a:pt x="559575" y="12303"/>
                    <a:pt x="552256" y="7993"/>
                    <a:pt x="543994" y="4849"/>
                  </a:cubicBezTo>
                  <a:cubicBezTo>
                    <a:pt x="535732" y="1706"/>
                    <a:pt x="527201" y="135"/>
                    <a:pt x="518445" y="135"/>
                  </a:cubicBezTo>
                  <a:lnTo>
                    <a:pt x="470534" y="135"/>
                  </a:lnTo>
                  <a:cubicBezTo>
                    <a:pt x="468693" y="135"/>
                    <a:pt x="467750" y="1033"/>
                    <a:pt x="467750" y="2919"/>
                  </a:cubicBezTo>
                  <a:lnTo>
                    <a:pt x="467750" y="99863"/>
                  </a:lnTo>
                  <a:cubicBezTo>
                    <a:pt x="467750" y="105566"/>
                    <a:pt x="469366" y="110056"/>
                    <a:pt x="472599" y="113289"/>
                  </a:cubicBezTo>
                  <a:cubicBezTo>
                    <a:pt x="475832" y="116522"/>
                    <a:pt x="480322" y="118139"/>
                    <a:pt x="486025" y="118139"/>
                  </a:cubicBezTo>
                  <a:lnTo>
                    <a:pt x="497340" y="118139"/>
                  </a:lnTo>
                  <a:cubicBezTo>
                    <a:pt x="499181" y="118139"/>
                    <a:pt x="500124" y="117061"/>
                    <a:pt x="500124" y="114906"/>
                  </a:cubicBezTo>
                  <a:lnTo>
                    <a:pt x="500124" y="88548"/>
                  </a:lnTo>
                  <a:cubicBezTo>
                    <a:pt x="505513" y="92858"/>
                    <a:pt x="511350" y="96181"/>
                    <a:pt x="517591" y="98516"/>
                  </a:cubicBezTo>
                  <a:cubicBezTo>
                    <a:pt x="523833" y="100851"/>
                    <a:pt x="530434" y="101974"/>
                    <a:pt x="537348" y="101974"/>
                  </a:cubicBezTo>
                  <a:cubicBezTo>
                    <a:pt x="544757" y="101974"/>
                    <a:pt x="551493" y="100941"/>
                    <a:pt x="557600" y="98830"/>
                  </a:cubicBezTo>
                  <a:cubicBezTo>
                    <a:pt x="563706" y="96765"/>
                    <a:pt x="568870" y="93846"/>
                    <a:pt x="573226" y="90030"/>
                  </a:cubicBezTo>
                  <a:cubicBezTo>
                    <a:pt x="577536" y="86168"/>
                    <a:pt x="580904" y="81633"/>
                    <a:pt x="583284" y="76334"/>
                  </a:cubicBezTo>
                  <a:moveTo>
                    <a:pt x="553558" y="58418"/>
                  </a:moveTo>
                  <a:cubicBezTo>
                    <a:pt x="553558" y="62415"/>
                    <a:pt x="551987" y="65603"/>
                    <a:pt x="548799" y="67982"/>
                  </a:cubicBezTo>
                  <a:cubicBezTo>
                    <a:pt x="545655" y="70407"/>
                    <a:pt x="541435" y="71575"/>
                    <a:pt x="536181" y="71575"/>
                  </a:cubicBezTo>
                  <a:cubicBezTo>
                    <a:pt x="531691" y="71575"/>
                    <a:pt x="527335" y="70721"/>
                    <a:pt x="523114" y="69015"/>
                  </a:cubicBezTo>
                  <a:cubicBezTo>
                    <a:pt x="518849" y="67309"/>
                    <a:pt x="515032" y="65154"/>
                    <a:pt x="511529" y="62504"/>
                  </a:cubicBezTo>
                  <a:cubicBezTo>
                    <a:pt x="508072" y="59855"/>
                    <a:pt x="505288" y="56891"/>
                    <a:pt x="503178" y="53479"/>
                  </a:cubicBezTo>
                  <a:cubicBezTo>
                    <a:pt x="501112" y="50066"/>
                    <a:pt x="500079" y="46788"/>
                    <a:pt x="500079" y="43511"/>
                  </a:cubicBezTo>
                  <a:cubicBezTo>
                    <a:pt x="500079" y="39020"/>
                    <a:pt x="501831" y="35742"/>
                    <a:pt x="505378" y="33542"/>
                  </a:cubicBezTo>
                  <a:cubicBezTo>
                    <a:pt x="508925" y="31387"/>
                    <a:pt x="512921" y="30309"/>
                    <a:pt x="517412" y="30309"/>
                  </a:cubicBezTo>
                  <a:cubicBezTo>
                    <a:pt x="521902" y="30309"/>
                    <a:pt x="526302" y="31162"/>
                    <a:pt x="530613" y="32869"/>
                  </a:cubicBezTo>
                  <a:cubicBezTo>
                    <a:pt x="534924" y="34575"/>
                    <a:pt x="538785" y="36775"/>
                    <a:pt x="542198" y="39469"/>
                  </a:cubicBezTo>
                  <a:cubicBezTo>
                    <a:pt x="545566" y="42163"/>
                    <a:pt x="548305" y="45172"/>
                    <a:pt x="550415" y="48495"/>
                  </a:cubicBezTo>
                  <a:cubicBezTo>
                    <a:pt x="552526" y="51862"/>
                    <a:pt x="553558" y="55140"/>
                    <a:pt x="553558" y="58418"/>
                  </a:cubicBezTo>
                  <a:moveTo>
                    <a:pt x="358098" y="116208"/>
                  </a:moveTo>
                  <a:lnTo>
                    <a:pt x="358098" y="91242"/>
                  </a:lnTo>
                  <a:cubicBezTo>
                    <a:pt x="358098" y="90164"/>
                    <a:pt x="357873" y="89446"/>
                    <a:pt x="357424" y="89176"/>
                  </a:cubicBezTo>
                  <a:cubicBezTo>
                    <a:pt x="356975" y="88862"/>
                    <a:pt x="356122" y="88548"/>
                    <a:pt x="354865" y="88233"/>
                  </a:cubicBezTo>
                  <a:cubicBezTo>
                    <a:pt x="352575" y="87784"/>
                    <a:pt x="350374" y="86886"/>
                    <a:pt x="348264" y="85450"/>
                  </a:cubicBezTo>
                  <a:cubicBezTo>
                    <a:pt x="346199" y="84102"/>
                    <a:pt x="344357" y="82441"/>
                    <a:pt x="342741" y="80600"/>
                  </a:cubicBezTo>
                  <a:cubicBezTo>
                    <a:pt x="341124" y="78759"/>
                    <a:pt x="339822" y="76694"/>
                    <a:pt x="338789" y="74448"/>
                  </a:cubicBezTo>
                  <a:cubicBezTo>
                    <a:pt x="337802" y="72203"/>
                    <a:pt x="337263" y="69913"/>
                    <a:pt x="337263" y="67623"/>
                  </a:cubicBezTo>
                  <a:lnTo>
                    <a:pt x="337263" y="18365"/>
                  </a:lnTo>
                  <a:cubicBezTo>
                    <a:pt x="337263" y="12663"/>
                    <a:pt x="335646" y="8172"/>
                    <a:pt x="332413" y="4939"/>
                  </a:cubicBezTo>
                  <a:cubicBezTo>
                    <a:pt x="329180" y="1706"/>
                    <a:pt x="324690" y="90"/>
                    <a:pt x="318988" y="90"/>
                  </a:cubicBezTo>
                  <a:lnTo>
                    <a:pt x="308121" y="90"/>
                  </a:lnTo>
                  <a:cubicBezTo>
                    <a:pt x="305966" y="90"/>
                    <a:pt x="304888" y="1033"/>
                    <a:pt x="304888" y="2874"/>
                  </a:cubicBezTo>
                  <a:lnTo>
                    <a:pt x="304888" y="68566"/>
                  </a:lnTo>
                  <a:cubicBezTo>
                    <a:pt x="304888" y="75346"/>
                    <a:pt x="306235" y="81678"/>
                    <a:pt x="308929" y="87515"/>
                  </a:cubicBezTo>
                  <a:cubicBezTo>
                    <a:pt x="311624" y="93397"/>
                    <a:pt x="315261" y="98561"/>
                    <a:pt x="319796" y="103141"/>
                  </a:cubicBezTo>
                  <a:cubicBezTo>
                    <a:pt x="324331" y="107676"/>
                    <a:pt x="329629" y="111358"/>
                    <a:pt x="335646" y="114097"/>
                  </a:cubicBezTo>
                  <a:cubicBezTo>
                    <a:pt x="341663" y="116881"/>
                    <a:pt x="348084" y="118588"/>
                    <a:pt x="354820" y="119171"/>
                  </a:cubicBezTo>
                  <a:cubicBezTo>
                    <a:pt x="357020" y="119351"/>
                    <a:pt x="358098" y="118363"/>
                    <a:pt x="358098" y="116208"/>
                  </a:cubicBezTo>
                  <a:moveTo>
                    <a:pt x="292854" y="115310"/>
                  </a:moveTo>
                  <a:lnTo>
                    <a:pt x="292854" y="59900"/>
                  </a:lnTo>
                  <a:lnTo>
                    <a:pt x="292854" y="59900"/>
                  </a:lnTo>
                  <a:cubicBezTo>
                    <a:pt x="292809" y="54287"/>
                    <a:pt x="291193" y="49932"/>
                    <a:pt x="288005" y="46744"/>
                  </a:cubicBezTo>
                  <a:cubicBezTo>
                    <a:pt x="284772" y="43511"/>
                    <a:pt x="280281" y="41894"/>
                    <a:pt x="274579" y="41894"/>
                  </a:cubicBezTo>
                  <a:lnTo>
                    <a:pt x="263712" y="41894"/>
                  </a:lnTo>
                  <a:cubicBezTo>
                    <a:pt x="261557" y="41894"/>
                    <a:pt x="260479" y="42837"/>
                    <a:pt x="260479" y="44678"/>
                  </a:cubicBezTo>
                  <a:lnTo>
                    <a:pt x="260479" y="59945"/>
                  </a:lnTo>
                  <a:lnTo>
                    <a:pt x="260479" y="99818"/>
                  </a:lnTo>
                  <a:cubicBezTo>
                    <a:pt x="260479" y="105521"/>
                    <a:pt x="262096" y="110011"/>
                    <a:pt x="265329" y="113244"/>
                  </a:cubicBezTo>
                  <a:cubicBezTo>
                    <a:pt x="268562" y="116477"/>
                    <a:pt x="273052" y="118094"/>
                    <a:pt x="278755" y="118094"/>
                  </a:cubicBezTo>
                  <a:lnTo>
                    <a:pt x="289621" y="118094"/>
                  </a:lnTo>
                  <a:cubicBezTo>
                    <a:pt x="291777" y="118094"/>
                    <a:pt x="292854" y="117151"/>
                    <a:pt x="292854" y="115310"/>
                  </a:cubicBezTo>
                  <a:moveTo>
                    <a:pt x="292854" y="27346"/>
                  </a:moveTo>
                  <a:lnTo>
                    <a:pt x="292854" y="18320"/>
                  </a:lnTo>
                  <a:cubicBezTo>
                    <a:pt x="292854" y="12618"/>
                    <a:pt x="291238" y="8127"/>
                    <a:pt x="288005" y="4894"/>
                  </a:cubicBezTo>
                  <a:cubicBezTo>
                    <a:pt x="284772" y="1661"/>
                    <a:pt x="280281" y="45"/>
                    <a:pt x="274579" y="45"/>
                  </a:cubicBezTo>
                  <a:lnTo>
                    <a:pt x="263219" y="45"/>
                  </a:lnTo>
                  <a:cubicBezTo>
                    <a:pt x="261378" y="45"/>
                    <a:pt x="260435" y="1123"/>
                    <a:pt x="260435" y="3278"/>
                  </a:cubicBezTo>
                  <a:lnTo>
                    <a:pt x="260435" y="27346"/>
                  </a:lnTo>
                  <a:cubicBezTo>
                    <a:pt x="260435" y="29501"/>
                    <a:pt x="261378" y="30579"/>
                    <a:pt x="263219" y="30579"/>
                  </a:cubicBezTo>
                  <a:lnTo>
                    <a:pt x="290070" y="30579"/>
                  </a:lnTo>
                  <a:cubicBezTo>
                    <a:pt x="291956" y="30579"/>
                    <a:pt x="292854" y="29501"/>
                    <a:pt x="292854" y="27346"/>
                  </a:cubicBezTo>
                  <a:moveTo>
                    <a:pt x="551358" y="146966"/>
                  </a:moveTo>
                  <a:cubicBezTo>
                    <a:pt x="551358" y="137357"/>
                    <a:pt x="543590" y="129589"/>
                    <a:pt x="534026" y="129589"/>
                  </a:cubicBezTo>
                  <a:lnTo>
                    <a:pt x="515661" y="129589"/>
                  </a:lnTo>
                  <a:cubicBezTo>
                    <a:pt x="514718" y="129589"/>
                    <a:pt x="513909" y="129948"/>
                    <a:pt x="513281" y="130532"/>
                  </a:cubicBezTo>
                  <a:lnTo>
                    <a:pt x="476416" y="165107"/>
                  </a:lnTo>
                  <a:cubicBezTo>
                    <a:pt x="463798" y="176961"/>
                    <a:pt x="446825" y="183606"/>
                    <a:pt x="428146" y="183606"/>
                  </a:cubicBezTo>
                  <a:cubicBezTo>
                    <a:pt x="408703" y="183606"/>
                    <a:pt x="391101" y="176332"/>
                    <a:pt x="378304" y="163580"/>
                  </a:cubicBezTo>
                  <a:cubicBezTo>
                    <a:pt x="378304" y="163580"/>
                    <a:pt x="351228" y="138120"/>
                    <a:pt x="350958" y="137896"/>
                  </a:cubicBezTo>
                  <a:cubicBezTo>
                    <a:pt x="345749" y="133046"/>
                    <a:pt x="338610" y="129723"/>
                    <a:pt x="330393" y="129544"/>
                  </a:cubicBezTo>
                  <a:lnTo>
                    <a:pt x="308391" y="129544"/>
                  </a:lnTo>
                  <a:cubicBezTo>
                    <a:pt x="306505" y="129544"/>
                    <a:pt x="304933" y="131115"/>
                    <a:pt x="304933" y="133001"/>
                  </a:cubicBezTo>
                  <a:lnTo>
                    <a:pt x="304933" y="230170"/>
                  </a:lnTo>
                  <a:cubicBezTo>
                    <a:pt x="304933" y="239735"/>
                    <a:pt x="312701" y="247503"/>
                    <a:pt x="322265" y="247503"/>
                  </a:cubicBezTo>
                  <a:lnTo>
                    <a:pt x="329001" y="247503"/>
                  </a:lnTo>
                  <a:lnTo>
                    <a:pt x="333536" y="247503"/>
                  </a:lnTo>
                  <a:cubicBezTo>
                    <a:pt x="335422" y="247503"/>
                    <a:pt x="336993" y="245931"/>
                    <a:pt x="336993" y="244000"/>
                  </a:cubicBezTo>
                  <a:lnTo>
                    <a:pt x="336993" y="209425"/>
                  </a:lnTo>
                  <a:cubicBezTo>
                    <a:pt x="336993" y="200400"/>
                    <a:pt x="344357" y="192901"/>
                    <a:pt x="353248" y="192901"/>
                  </a:cubicBezTo>
                  <a:cubicBezTo>
                    <a:pt x="369817" y="192901"/>
                    <a:pt x="381671" y="207090"/>
                    <a:pt x="392403" y="216565"/>
                  </a:cubicBezTo>
                  <a:cubicBezTo>
                    <a:pt x="405560" y="228150"/>
                    <a:pt x="415663" y="239330"/>
                    <a:pt x="428101" y="239330"/>
                  </a:cubicBezTo>
                  <a:cubicBezTo>
                    <a:pt x="440539" y="239330"/>
                    <a:pt x="450642" y="228150"/>
                    <a:pt x="463798" y="216565"/>
                  </a:cubicBezTo>
                  <a:cubicBezTo>
                    <a:pt x="474530" y="207090"/>
                    <a:pt x="486384" y="192901"/>
                    <a:pt x="502953" y="192901"/>
                  </a:cubicBezTo>
                  <a:cubicBezTo>
                    <a:pt x="511799" y="192901"/>
                    <a:pt x="519118" y="200265"/>
                    <a:pt x="519208" y="209246"/>
                  </a:cubicBezTo>
                  <a:lnTo>
                    <a:pt x="519208" y="230125"/>
                  </a:lnTo>
                  <a:cubicBezTo>
                    <a:pt x="519208" y="239690"/>
                    <a:pt x="526976" y="247458"/>
                    <a:pt x="536585" y="247458"/>
                  </a:cubicBezTo>
                  <a:lnTo>
                    <a:pt x="544084" y="247458"/>
                  </a:lnTo>
                  <a:cubicBezTo>
                    <a:pt x="546060" y="247458"/>
                    <a:pt x="547856" y="247458"/>
                    <a:pt x="547856" y="247458"/>
                  </a:cubicBezTo>
                  <a:cubicBezTo>
                    <a:pt x="549787" y="247458"/>
                    <a:pt x="551313" y="245886"/>
                    <a:pt x="551313" y="244000"/>
                  </a:cubicBezTo>
                  <a:cubicBezTo>
                    <a:pt x="551358" y="244090"/>
                    <a:pt x="551358" y="147774"/>
                    <a:pt x="551358" y="146966"/>
                  </a:cubicBezTo>
                  <a:moveTo>
                    <a:pt x="633844" y="36147"/>
                  </a:moveTo>
                  <a:cubicBezTo>
                    <a:pt x="637391" y="32465"/>
                    <a:pt x="641971" y="30579"/>
                    <a:pt x="647494" y="30579"/>
                  </a:cubicBezTo>
                  <a:cubicBezTo>
                    <a:pt x="651805" y="30579"/>
                    <a:pt x="656116" y="31791"/>
                    <a:pt x="660426" y="34171"/>
                  </a:cubicBezTo>
                  <a:cubicBezTo>
                    <a:pt x="664737" y="36551"/>
                    <a:pt x="668644" y="39649"/>
                    <a:pt x="672101" y="43421"/>
                  </a:cubicBezTo>
                  <a:cubicBezTo>
                    <a:pt x="675558" y="47193"/>
                    <a:pt x="678432" y="51413"/>
                    <a:pt x="680677" y="56038"/>
                  </a:cubicBezTo>
                  <a:cubicBezTo>
                    <a:pt x="682923" y="60663"/>
                    <a:pt x="684045" y="65288"/>
                    <a:pt x="684045" y="69913"/>
                  </a:cubicBezTo>
                  <a:cubicBezTo>
                    <a:pt x="684045" y="75751"/>
                    <a:pt x="682294" y="80555"/>
                    <a:pt x="678836" y="84237"/>
                  </a:cubicBezTo>
                  <a:cubicBezTo>
                    <a:pt x="675379" y="87919"/>
                    <a:pt x="670799" y="89805"/>
                    <a:pt x="665051" y="89805"/>
                  </a:cubicBezTo>
                  <a:cubicBezTo>
                    <a:pt x="660741" y="89805"/>
                    <a:pt x="656430" y="88593"/>
                    <a:pt x="652074" y="86213"/>
                  </a:cubicBezTo>
                  <a:cubicBezTo>
                    <a:pt x="647764" y="83833"/>
                    <a:pt x="643857" y="80735"/>
                    <a:pt x="640400" y="76963"/>
                  </a:cubicBezTo>
                  <a:cubicBezTo>
                    <a:pt x="636942" y="73191"/>
                    <a:pt x="634069" y="68970"/>
                    <a:pt x="631823" y="64345"/>
                  </a:cubicBezTo>
                  <a:cubicBezTo>
                    <a:pt x="629578" y="59720"/>
                    <a:pt x="628456" y="55095"/>
                    <a:pt x="628456" y="50470"/>
                  </a:cubicBezTo>
                  <a:cubicBezTo>
                    <a:pt x="628501" y="44633"/>
                    <a:pt x="630252" y="39873"/>
                    <a:pt x="633844" y="36147"/>
                  </a:cubicBezTo>
                  <a:moveTo>
                    <a:pt x="598865" y="45"/>
                  </a:moveTo>
                  <a:cubicBezTo>
                    <a:pt x="597024" y="45"/>
                    <a:pt x="596081" y="1123"/>
                    <a:pt x="596081" y="3278"/>
                  </a:cubicBezTo>
                  <a:lnTo>
                    <a:pt x="596081" y="51189"/>
                  </a:lnTo>
                  <a:cubicBezTo>
                    <a:pt x="596081" y="60439"/>
                    <a:pt x="598012" y="69240"/>
                    <a:pt x="601874" y="77547"/>
                  </a:cubicBezTo>
                  <a:cubicBezTo>
                    <a:pt x="605735" y="85899"/>
                    <a:pt x="610854" y="93263"/>
                    <a:pt x="617230" y="99639"/>
                  </a:cubicBezTo>
                  <a:cubicBezTo>
                    <a:pt x="623651" y="106060"/>
                    <a:pt x="631015" y="111089"/>
                    <a:pt x="639322" y="114816"/>
                  </a:cubicBezTo>
                  <a:cubicBezTo>
                    <a:pt x="647674" y="118543"/>
                    <a:pt x="656295" y="120384"/>
                    <a:pt x="665231" y="120384"/>
                  </a:cubicBezTo>
                  <a:cubicBezTo>
                    <a:pt x="672954" y="120384"/>
                    <a:pt x="679914" y="119126"/>
                    <a:pt x="686155" y="116657"/>
                  </a:cubicBezTo>
                  <a:cubicBezTo>
                    <a:pt x="692442" y="114187"/>
                    <a:pt x="697785" y="110730"/>
                    <a:pt x="702275" y="106239"/>
                  </a:cubicBezTo>
                  <a:cubicBezTo>
                    <a:pt x="706766" y="101749"/>
                    <a:pt x="710223" y="96406"/>
                    <a:pt x="712693" y="90164"/>
                  </a:cubicBezTo>
                  <a:cubicBezTo>
                    <a:pt x="715162" y="83878"/>
                    <a:pt x="716420" y="76918"/>
                    <a:pt x="716420" y="69195"/>
                  </a:cubicBezTo>
                  <a:cubicBezTo>
                    <a:pt x="716420" y="59945"/>
                    <a:pt x="714489" y="51144"/>
                    <a:pt x="710627" y="42837"/>
                  </a:cubicBezTo>
                  <a:cubicBezTo>
                    <a:pt x="706766" y="34485"/>
                    <a:pt x="701647" y="27121"/>
                    <a:pt x="695226" y="20745"/>
                  </a:cubicBezTo>
                  <a:cubicBezTo>
                    <a:pt x="688805" y="14324"/>
                    <a:pt x="681441" y="9295"/>
                    <a:pt x="673134" y="5568"/>
                  </a:cubicBezTo>
                  <a:cubicBezTo>
                    <a:pt x="664782" y="1841"/>
                    <a:pt x="656161" y="0"/>
                    <a:pt x="647225" y="0"/>
                  </a:cubicBezTo>
                  <a:lnTo>
                    <a:pt x="598865" y="0"/>
                  </a:lnTo>
                  <a:close/>
                  <a:moveTo>
                    <a:pt x="953685" y="87425"/>
                  </a:moveTo>
                  <a:lnTo>
                    <a:pt x="919469" y="87425"/>
                  </a:lnTo>
                  <a:cubicBezTo>
                    <a:pt x="914619" y="87425"/>
                    <a:pt x="910174" y="86123"/>
                    <a:pt x="905864" y="84327"/>
                  </a:cubicBezTo>
                  <a:cubicBezTo>
                    <a:pt x="902182" y="82755"/>
                    <a:pt x="896569" y="77861"/>
                    <a:pt x="894862" y="75975"/>
                  </a:cubicBezTo>
                  <a:cubicBezTo>
                    <a:pt x="891719" y="72518"/>
                    <a:pt x="889295" y="68521"/>
                    <a:pt x="887543" y="63941"/>
                  </a:cubicBezTo>
                  <a:cubicBezTo>
                    <a:pt x="885792" y="59406"/>
                    <a:pt x="884894" y="54736"/>
                    <a:pt x="884894" y="49977"/>
                  </a:cubicBezTo>
                  <a:cubicBezTo>
                    <a:pt x="884894" y="43825"/>
                    <a:pt x="886645" y="39020"/>
                    <a:pt x="890148" y="35653"/>
                  </a:cubicBezTo>
                  <a:cubicBezTo>
                    <a:pt x="890552" y="35248"/>
                    <a:pt x="892079" y="33991"/>
                    <a:pt x="893830" y="32958"/>
                  </a:cubicBezTo>
                  <a:cubicBezTo>
                    <a:pt x="895581" y="31926"/>
                    <a:pt x="897512" y="31387"/>
                    <a:pt x="898769" y="31117"/>
                  </a:cubicBezTo>
                  <a:cubicBezTo>
                    <a:pt x="900790" y="30624"/>
                    <a:pt x="903079" y="30354"/>
                    <a:pt x="905414" y="30354"/>
                  </a:cubicBezTo>
                  <a:cubicBezTo>
                    <a:pt x="907749" y="30354"/>
                    <a:pt x="910040" y="30624"/>
                    <a:pt x="912060" y="31117"/>
                  </a:cubicBezTo>
                  <a:cubicBezTo>
                    <a:pt x="915922" y="31881"/>
                    <a:pt x="919693" y="33407"/>
                    <a:pt x="923420" y="35742"/>
                  </a:cubicBezTo>
                  <a:cubicBezTo>
                    <a:pt x="928764" y="39110"/>
                    <a:pt x="934422" y="44274"/>
                    <a:pt x="938238" y="49213"/>
                  </a:cubicBezTo>
                  <a:lnTo>
                    <a:pt x="902631" y="49213"/>
                  </a:lnTo>
                  <a:cubicBezTo>
                    <a:pt x="900475" y="49213"/>
                    <a:pt x="899442" y="50156"/>
                    <a:pt x="899442" y="51997"/>
                  </a:cubicBezTo>
                  <a:cubicBezTo>
                    <a:pt x="899442" y="55679"/>
                    <a:pt x="899981" y="58059"/>
                    <a:pt x="901463" y="61067"/>
                  </a:cubicBezTo>
                  <a:cubicBezTo>
                    <a:pt x="902900" y="64076"/>
                    <a:pt x="909770" y="74538"/>
                    <a:pt x="923780" y="74538"/>
                  </a:cubicBezTo>
                  <a:lnTo>
                    <a:pt x="956918" y="74538"/>
                  </a:lnTo>
                  <a:cubicBezTo>
                    <a:pt x="962710" y="74538"/>
                    <a:pt x="966707" y="73012"/>
                    <a:pt x="968952" y="69913"/>
                  </a:cubicBezTo>
                  <a:cubicBezTo>
                    <a:pt x="971152" y="66860"/>
                    <a:pt x="971825" y="64211"/>
                    <a:pt x="971825" y="60035"/>
                  </a:cubicBezTo>
                  <a:cubicBezTo>
                    <a:pt x="971825" y="53254"/>
                    <a:pt x="970029" y="46609"/>
                    <a:pt x="966437" y="39469"/>
                  </a:cubicBezTo>
                  <a:cubicBezTo>
                    <a:pt x="962845" y="32330"/>
                    <a:pt x="957995" y="25819"/>
                    <a:pt x="951889" y="19937"/>
                  </a:cubicBezTo>
                  <a:cubicBezTo>
                    <a:pt x="945782" y="14055"/>
                    <a:pt x="938687" y="9295"/>
                    <a:pt x="930605" y="5613"/>
                  </a:cubicBezTo>
                  <a:cubicBezTo>
                    <a:pt x="922522" y="1931"/>
                    <a:pt x="914036" y="45"/>
                    <a:pt x="905190" y="45"/>
                  </a:cubicBezTo>
                  <a:lnTo>
                    <a:pt x="856471" y="45"/>
                  </a:lnTo>
                  <a:cubicBezTo>
                    <a:pt x="855034" y="45"/>
                    <a:pt x="853911" y="1167"/>
                    <a:pt x="853911" y="2604"/>
                  </a:cubicBezTo>
                  <a:lnTo>
                    <a:pt x="853911" y="51144"/>
                  </a:lnTo>
                  <a:cubicBezTo>
                    <a:pt x="853911" y="60214"/>
                    <a:pt x="855662" y="68836"/>
                    <a:pt x="859165" y="76918"/>
                  </a:cubicBezTo>
                  <a:cubicBezTo>
                    <a:pt x="862667" y="85001"/>
                    <a:pt x="867427" y="92095"/>
                    <a:pt x="873489" y="98157"/>
                  </a:cubicBezTo>
                  <a:cubicBezTo>
                    <a:pt x="879506" y="104264"/>
                    <a:pt x="886511" y="109068"/>
                    <a:pt x="894548" y="112571"/>
                  </a:cubicBezTo>
                  <a:cubicBezTo>
                    <a:pt x="902541" y="116118"/>
                    <a:pt x="911162" y="118049"/>
                    <a:pt x="920322" y="118049"/>
                  </a:cubicBezTo>
                  <a:lnTo>
                    <a:pt x="969221" y="118049"/>
                  </a:lnTo>
                  <a:cubicBezTo>
                    <a:pt x="970658" y="118049"/>
                    <a:pt x="971781" y="116926"/>
                    <a:pt x="971781" y="115489"/>
                  </a:cubicBezTo>
                  <a:lnTo>
                    <a:pt x="971781" y="105656"/>
                  </a:lnTo>
                  <a:cubicBezTo>
                    <a:pt x="971781" y="99953"/>
                    <a:pt x="970164" y="95508"/>
                    <a:pt x="966976" y="92230"/>
                  </a:cubicBezTo>
                  <a:cubicBezTo>
                    <a:pt x="963743" y="89042"/>
                    <a:pt x="959297" y="87425"/>
                    <a:pt x="953685" y="87425"/>
                  </a:cubicBezTo>
                  <a:moveTo>
                    <a:pt x="853866" y="106554"/>
                  </a:moveTo>
                  <a:lnTo>
                    <a:pt x="853866" y="114726"/>
                  </a:lnTo>
                  <a:cubicBezTo>
                    <a:pt x="853866" y="116881"/>
                    <a:pt x="852968" y="118094"/>
                    <a:pt x="851127" y="118094"/>
                  </a:cubicBezTo>
                  <a:lnTo>
                    <a:pt x="825443" y="118049"/>
                  </a:lnTo>
                  <a:cubicBezTo>
                    <a:pt x="821088" y="118049"/>
                    <a:pt x="817001" y="116522"/>
                    <a:pt x="813185" y="113783"/>
                  </a:cubicBezTo>
                  <a:cubicBezTo>
                    <a:pt x="813185" y="113783"/>
                    <a:pt x="774344" y="83160"/>
                    <a:pt x="774254" y="83070"/>
                  </a:cubicBezTo>
                  <a:cubicBezTo>
                    <a:pt x="771650" y="80735"/>
                    <a:pt x="769899" y="76918"/>
                    <a:pt x="769899" y="72563"/>
                  </a:cubicBezTo>
                  <a:lnTo>
                    <a:pt x="769899" y="59945"/>
                  </a:lnTo>
                  <a:cubicBezTo>
                    <a:pt x="769899" y="57790"/>
                    <a:pt x="770572" y="56712"/>
                    <a:pt x="771919" y="56712"/>
                  </a:cubicBezTo>
                  <a:cubicBezTo>
                    <a:pt x="773311" y="56712"/>
                    <a:pt x="775152" y="57610"/>
                    <a:pt x="776095" y="57879"/>
                  </a:cubicBezTo>
                  <a:cubicBezTo>
                    <a:pt x="778116" y="58598"/>
                    <a:pt x="780630" y="59271"/>
                    <a:pt x="780720" y="59316"/>
                  </a:cubicBezTo>
                  <a:cubicBezTo>
                    <a:pt x="784761" y="60618"/>
                    <a:pt x="788713" y="61292"/>
                    <a:pt x="792529" y="61292"/>
                  </a:cubicBezTo>
                  <a:cubicBezTo>
                    <a:pt x="800567" y="61292"/>
                    <a:pt x="806988" y="57700"/>
                    <a:pt x="809009" y="51997"/>
                  </a:cubicBezTo>
                  <a:cubicBezTo>
                    <a:pt x="810850" y="46699"/>
                    <a:pt x="805641" y="34440"/>
                    <a:pt x="787815" y="29950"/>
                  </a:cubicBezTo>
                  <a:cubicBezTo>
                    <a:pt x="774479" y="26582"/>
                    <a:pt x="762086" y="29187"/>
                    <a:pt x="758449" y="35832"/>
                  </a:cubicBezTo>
                  <a:cubicBezTo>
                    <a:pt x="758449" y="35832"/>
                    <a:pt x="757910" y="36865"/>
                    <a:pt x="757550" y="37943"/>
                  </a:cubicBezTo>
                  <a:cubicBezTo>
                    <a:pt x="757236" y="38975"/>
                    <a:pt x="757146" y="40547"/>
                    <a:pt x="757146" y="41176"/>
                  </a:cubicBezTo>
                  <a:lnTo>
                    <a:pt x="757146" y="89491"/>
                  </a:lnTo>
                  <a:cubicBezTo>
                    <a:pt x="757146" y="96765"/>
                    <a:pt x="756024" y="103455"/>
                    <a:pt x="751489" y="109427"/>
                  </a:cubicBezTo>
                  <a:cubicBezTo>
                    <a:pt x="748929" y="112840"/>
                    <a:pt x="745427" y="115669"/>
                    <a:pt x="741386" y="116971"/>
                  </a:cubicBezTo>
                  <a:cubicBezTo>
                    <a:pt x="738736" y="117824"/>
                    <a:pt x="735863" y="118094"/>
                    <a:pt x="733168" y="118094"/>
                  </a:cubicBezTo>
                  <a:cubicBezTo>
                    <a:pt x="731282" y="118094"/>
                    <a:pt x="728005" y="118004"/>
                    <a:pt x="726478" y="117196"/>
                  </a:cubicBezTo>
                  <a:cubicBezTo>
                    <a:pt x="725355" y="116567"/>
                    <a:pt x="725355" y="115399"/>
                    <a:pt x="725355" y="114277"/>
                  </a:cubicBezTo>
                  <a:lnTo>
                    <a:pt x="725355" y="106329"/>
                  </a:lnTo>
                  <a:lnTo>
                    <a:pt x="725355" y="100222"/>
                  </a:lnTo>
                  <a:lnTo>
                    <a:pt x="725355" y="82531"/>
                  </a:lnTo>
                  <a:lnTo>
                    <a:pt x="725355" y="2649"/>
                  </a:lnTo>
                  <a:cubicBezTo>
                    <a:pt x="725355" y="1212"/>
                    <a:pt x="726478" y="90"/>
                    <a:pt x="727915" y="90"/>
                  </a:cubicBezTo>
                  <a:cubicBezTo>
                    <a:pt x="728005" y="90"/>
                    <a:pt x="775556" y="90"/>
                    <a:pt x="775556" y="90"/>
                  </a:cubicBezTo>
                  <a:cubicBezTo>
                    <a:pt x="783414" y="90"/>
                    <a:pt x="791272" y="1437"/>
                    <a:pt x="799355" y="4131"/>
                  </a:cubicBezTo>
                  <a:cubicBezTo>
                    <a:pt x="807437" y="6825"/>
                    <a:pt x="814756" y="10462"/>
                    <a:pt x="821222" y="15087"/>
                  </a:cubicBezTo>
                  <a:cubicBezTo>
                    <a:pt x="827733" y="19712"/>
                    <a:pt x="833032" y="25145"/>
                    <a:pt x="837118" y="31387"/>
                  </a:cubicBezTo>
                  <a:cubicBezTo>
                    <a:pt x="841204" y="37628"/>
                    <a:pt x="843225" y="44319"/>
                    <a:pt x="843225" y="51369"/>
                  </a:cubicBezTo>
                  <a:cubicBezTo>
                    <a:pt x="843225" y="58912"/>
                    <a:pt x="840979" y="64974"/>
                    <a:pt x="836759" y="69779"/>
                  </a:cubicBezTo>
                  <a:cubicBezTo>
                    <a:pt x="830023" y="77502"/>
                    <a:pt x="822569" y="80465"/>
                    <a:pt x="820324" y="81902"/>
                  </a:cubicBezTo>
                  <a:cubicBezTo>
                    <a:pt x="822345" y="83474"/>
                    <a:pt x="827015" y="87201"/>
                    <a:pt x="833391" y="92230"/>
                  </a:cubicBezTo>
                  <a:cubicBezTo>
                    <a:pt x="845649" y="101929"/>
                    <a:pt x="851846" y="103680"/>
                    <a:pt x="851891" y="103680"/>
                  </a:cubicBezTo>
                  <a:cubicBezTo>
                    <a:pt x="852878" y="103994"/>
                    <a:pt x="853866" y="105296"/>
                    <a:pt x="853866" y="106554"/>
                  </a:cubicBezTo>
                  <a:moveTo>
                    <a:pt x="248491" y="17422"/>
                  </a:moveTo>
                  <a:cubicBezTo>
                    <a:pt x="248491" y="7813"/>
                    <a:pt x="240722" y="45"/>
                    <a:pt x="231158" y="45"/>
                  </a:cubicBezTo>
                  <a:lnTo>
                    <a:pt x="212748" y="45"/>
                  </a:lnTo>
                  <a:cubicBezTo>
                    <a:pt x="211850" y="45"/>
                    <a:pt x="210997" y="404"/>
                    <a:pt x="210368" y="988"/>
                  </a:cubicBezTo>
                  <a:lnTo>
                    <a:pt x="173548" y="35563"/>
                  </a:lnTo>
                  <a:cubicBezTo>
                    <a:pt x="160931" y="47417"/>
                    <a:pt x="143957" y="54063"/>
                    <a:pt x="125278" y="54063"/>
                  </a:cubicBezTo>
                  <a:cubicBezTo>
                    <a:pt x="105790" y="54063"/>
                    <a:pt x="88188" y="46788"/>
                    <a:pt x="75436" y="34036"/>
                  </a:cubicBezTo>
                  <a:cubicBezTo>
                    <a:pt x="75436" y="34036"/>
                    <a:pt x="48360" y="8576"/>
                    <a:pt x="48091" y="8352"/>
                  </a:cubicBezTo>
                  <a:cubicBezTo>
                    <a:pt x="42882" y="3502"/>
                    <a:pt x="35742" y="180"/>
                    <a:pt x="27525" y="0"/>
                  </a:cubicBezTo>
                  <a:lnTo>
                    <a:pt x="5523" y="0"/>
                  </a:lnTo>
                  <a:cubicBezTo>
                    <a:pt x="3592" y="0"/>
                    <a:pt x="2065" y="1572"/>
                    <a:pt x="2065" y="3458"/>
                  </a:cubicBezTo>
                  <a:lnTo>
                    <a:pt x="2065" y="100627"/>
                  </a:lnTo>
                  <a:cubicBezTo>
                    <a:pt x="2065" y="110191"/>
                    <a:pt x="9834" y="117959"/>
                    <a:pt x="19398" y="117959"/>
                  </a:cubicBezTo>
                  <a:lnTo>
                    <a:pt x="26088" y="117959"/>
                  </a:lnTo>
                  <a:lnTo>
                    <a:pt x="30624" y="117959"/>
                  </a:lnTo>
                  <a:cubicBezTo>
                    <a:pt x="32554" y="117959"/>
                    <a:pt x="34081" y="116387"/>
                    <a:pt x="34081" y="114457"/>
                  </a:cubicBezTo>
                  <a:lnTo>
                    <a:pt x="34081" y="79882"/>
                  </a:lnTo>
                  <a:cubicBezTo>
                    <a:pt x="34081" y="70811"/>
                    <a:pt x="41445" y="63357"/>
                    <a:pt x="50336" y="63357"/>
                  </a:cubicBezTo>
                  <a:cubicBezTo>
                    <a:pt x="66905" y="63357"/>
                    <a:pt x="78759" y="77547"/>
                    <a:pt x="89491" y="87021"/>
                  </a:cubicBezTo>
                  <a:cubicBezTo>
                    <a:pt x="102647" y="98606"/>
                    <a:pt x="112750" y="109787"/>
                    <a:pt x="125188" y="109787"/>
                  </a:cubicBezTo>
                  <a:cubicBezTo>
                    <a:pt x="137626" y="109787"/>
                    <a:pt x="147729" y="98606"/>
                    <a:pt x="160886" y="87021"/>
                  </a:cubicBezTo>
                  <a:cubicBezTo>
                    <a:pt x="171617" y="77547"/>
                    <a:pt x="183472" y="63357"/>
                    <a:pt x="200041" y="63357"/>
                  </a:cubicBezTo>
                  <a:cubicBezTo>
                    <a:pt x="208887" y="63357"/>
                    <a:pt x="216206" y="70721"/>
                    <a:pt x="216295" y="79702"/>
                  </a:cubicBezTo>
                  <a:lnTo>
                    <a:pt x="216295" y="100582"/>
                  </a:lnTo>
                  <a:cubicBezTo>
                    <a:pt x="216295" y="110146"/>
                    <a:pt x="224064" y="117914"/>
                    <a:pt x="233673" y="117914"/>
                  </a:cubicBezTo>
                  <a:lnTo>
                    <a:pt x="241171" y="117914"/>
                  </a:lnTo>
                  <a:cubicBezTo>
                    <a:pt x="243147" y="117914"/>
                    <a:pt x="244943" y="117914"/>
                    <a:pt x="244943" y="117914"/>
                  </a:cubicBezTo>
                  <a:cubicBezTo>
                    <a:pt x="246874" y="117914"/>
                    <a:pt x="248446" y="116342"/>
                    <a:pt x="248446" y="114412"/>
                  </a:cubicBezTo>
                  <a:cubicBezTo>
                    <a:pt x="248491" y="114546"/>
                    <a:pt x="248491" y="18230"/>
                    <a:pt x="248491" y="17422"/>
                  </a:cubicBezTo>
                  <a:moveTo>
                    <a:pt x="75346" y="159179"/>
                  </a:moveTo>
                  <a:cubicBezTo>
                    <a:pt x="80825" y="160661"/>
                    <a:pt x="85539" y="162547"/>
                    <a:pt x="89580" y="164837"/>
                  </a:cubicBezTo>
                  <a:cubicBezTo>
                    <a:pt x="91601" y="166050"/>
                    <a:pt x="93128" y="166858"/>
                    <a:pt x="94071" y="167127"/>
                  </a:cubicBezTo>
                  <a:cubicBezTo>
                    <a:pt x="95059" y="167442"/>
                    <a:pt x="96181" y="167576"/>
                    <a:pt x="97438" y="167576"/>
                  </a:cubicBezTo>
                  <a:cubicBezTo>
                    <a:pt x="100222" y="167576"/>
                    <a:pt x="103141" y="166050"/>
                    <a:pt x="106239" y="162951"/>
                  </a:cubicBezTo>
                  <a:lnTo>
                    <a:pt x="118049" y="150693"/>
                  </a:lnTo>
                  <a:cubicBezTo>
                    <a:pt x="118498" y="150244"/>
                    <a:pt x="118722" y="149705"/>
                    <a:pt x="118722" y="149076"/>
                  </a:cubicBezTo>
                  <a:cubicBezTo>
                    <a:pt x="118722" y="148313"/>
                    <a:pt x="118273" y="147460"/>
                    <a:pt x="117330" y="146517"/>
                  </a:cubicBezTo>
                  <a:cubicBezTo>
                    <a:pt x="110685" y="140500"/>
                    <a:pt x="102108" y="135785"/>
                    <a:pt x="91556" y="132418"/>
                  </a:cubicBezTo>
                  <a:cubicBezTo>
                    <a:pt x="81004" y="129050"/>
                    <a:pt x="69868" y="127344"/>
                    <a:pt x="58104" y="127344"/>
                  </a:cubicBezTo>
                  <a:cubicBezTo>
                    <a:pt x="50830" y="127344"/>
                    <a:pt x="43960" y="128017"/>
                    <a:pt x="37404" y="129409"/>
                  </a:cubicBezTo>
                  <a:cubicBezTo>
                    <a:pt x="30848" y="130801"/>
                    <a:pt x="25056" y="132956"/>
                    <a:pt x="19937" y="135875"/>
                  </a:cubicBezTo>
                  <a:cubicBezTo>
                    <a:pt x="14863" y="138839"/>
                    <a:pt x="10777" y="142655"/>
                    <a:pt x="7813" y="147325"/>
                  </a:cubicBezTo>
                  <a:cubicBezTo>
                    <a:pt x="4805" y="152040"/>
                    <a:pt x="3278" y="157698"/>
                    <a:pt x="3278" y="164343"/>
                  </a:cubicBezTo>
                  <a:cubicBezTo>
                    <a:pt x="3278" y="170226"/>
                    <a:pt x="4580" y="175210"/>
                    <a:pt x="7184" y="179386"/>
                  </a:cubicBezTo>
                  <a:cubicBezTo>
                    <a:pt x="9834" y="183562"/>
                    <a:pt x="13426" y="187109"/>
                    <a:pt x="18051" y="190028"/>
                  </a:cubicBezTo>
                  <a:cubicBezTo>
                    <a:pt x="22676" y="192946"/>
                    <a:pt x="28199" y="195326"/>
                    <a:pt x="34485" y="197077"/>
                  </a:cubicBezTo>
                  <a:cubicBezTo>
                    <a:pt x="40816" y="198873"/>
                    <a:pt x="47686" y="200265"/>
                    <a:pt x="55050" y="201343"/>
                  </a:cubicBezTo>
                  <a:cubicBezTo>
                    <a:pt x="60439" y="202106"/>
                    <a:pt x="64839" y="202870"/>
                    <a:pt x="68252" y="203543"/>
                  </a:cubicBezTo>
                  <a:cubicBezTo>
                    <a:pt x="71664" y="204262"/>
                    <a:pt x="74359" y="204935"/>
                    <a:pt x="76334" y="205609"/>
                  </a:cubicBezTo>
                  <a:cubicBezTo>
                    <a:pt x="78355" y="206327"/>
                    <a:pt x="79702" y="207046"/>
                    <a:pt x="80420" y="207944"/>
                  </a:cubicBezTo>
                  <a:cubicBezTo>
                    <a:pt x="81094" y="208797"/>
                    <a:pt x="81453" y="209830"/>
                    <a:pt x="81453" y="211087"/>
                  </a:cubicBezTo>
                  <a:cubicBezTo>
                    <a:pt x="81453" y="213556"/>
                    <a:pt x="79926" y="215263"/>
                    <a:pt x="76918" y="216295"/>
                  </a:cubicBezTo>
                  <a:cubicBezTo>
                    <a:pt x="73910" y="217283"/>
                    <a:pt x="69913" y="217822"/>
                    <a:pt x="65019" y="217822"/>
                  </a:cubicBezTo>
                  <a:cubicBezTo>
                    <a:pt x="56847" y="217822"/>
                    <a:pt x="49887" y="217104"/>
                    <a:pt x="44184" y="215712"/>
                  </a:cubicBezTo>
                  <a:cubicBezTo>
                    <a:pt x="38481" y="214320"/>
                    <a:pt x="33542" y="212389"/>
                    <a:pt x="29366" y="209919"/>
                  </a:cubicBezTo>
                  <a:cubicBezTo>
                    <a:pt x="27391" y="208707"/>
                    <a:pt x="25864" y="207944"/>
                    <a:pt x="24876" y="207629"/>
                  </a:cubicBezTo>
                  <a:cubicBezTo>
                    <a:pt x="23888" y="207315"/>
                    <a:pt x="22766" y="207180"/>
                    <a:pt x="21508" y="207180"/>
                  </a:cubicBezTo>
                  <a:cubicBezTo>
                    <a:pt x="18724" y="207180"/>
                    <a:pt x="15806" y="208752"/>
                    <a:pt x="12707" y="211805"/>
                  </a:cubicBezTo>
                  <a:lnTo>
                    <a:pt x="674" y="224288"/>
                  </a:lnTo>
                  <a:cubicBezTo>
                    <a:pt x="224" y="224737"/>
                    <a:pt x="0" y="225276"/>
                    <a:pt x="0" y="225905"/>
                  </a:cubicBezTo>
                  <a:cubicBezTo>
                    <a:pt x="0" y="226668"/>
                    <a:pt x="449" y="227521"/>
                    <a:pt x="1392" y="228464"/>
                  </a:cubicBezTo>
                  <a:cubicBezTo>
                    <a:pt x="4311" y="231383"/>
                    <a:pt x="8082" y="234077"/>
                    <a:pt x="12618" y="236457"/>
                  </a:cubicBezTo>
                  <a:cubicBezTo>
                    <a:pt x="17153" y="238837"/>
                    <a:pt x="22317" y="240857"/>
                    <a:pt x="28109" y="242474"/>
                  </a:cubicBezTo>
                  <a:cubicBezTo>
                    <a:pt x="33901" y="244090"/>
                    <a:pt x="40188" y="245347"/>
                    <a:pt x="46968" y="246290"/>
                  </a:cubicBezTo>
                  <a:cubicBezTo>
                    <a:pt x="53748" y="247233"/>
                    <a:pt x="60843" y="247682"/>
                    <a:pt x="68252" y="247682"/>
                  </a:cubicBezTo>
                  <a:lnTo>
                    <a:pt x="117106" y="247682"/>
                  </a:lnTo>
                  <a:cubicBezTo>
                    <a:pt x="117869" y="247682"/>
                    <a:pt x="118408" y="247368"/>
                    <a:pt x="118722" y="246739"/>
                  </a:cubicBezTo>
                  <a:cubicBezTo>
                    <a:pt x="118902" y="246425"/>
                    <a:pt x="118947" y="246021"/>
                    <a:pt x="118947" y="245572"/>
                  </a:cubicBezTo>
                  <a:lnTo>
                    <a:pt x="118947" y="218496"/>
                  </a:lnTo>
                  <a:cubicBezTo>
                    <a:pt x="118947" y="210638"/>
                    <a:pt x="118049" y="204127"/>
                    <a:pt x="116163" y="198918"/>
                  </a:cubicBezTo>
                  <a:cubicBezTo>
                    <a:pt x="114322" y="193754"/>
                    <a:pt x="111673" y="189578"/>
                    <a:pt x="108305" y="186345"/>
                  </a:cubicBezTo>
                  <a:cubicBezTo>
                    <a:pt x="104892" y="183113"/>
                    <a:pt x="100806" y="180643"/>
                    <a:pt x="95957" y="178937"/>
                  </a:cubicBezTo>
                  <a:cubicBezTo>
                    <a:pt x="91107" y="177230"/>
                    <a:pt x="85674" y="175928"/>
                    <a:pt x="79612" y="175030"/>
                  </a:cubicBezTo>
                  <a:cubicBezTo>
                    <a:pt x="67129" y="173144"/>
                    <a:pt x="57251" y="171483"/>
                    <a:pt x="49977" y="169911"/>
                  </a:cubicBezTo>
                  <a:cubicBezTo>
                    <a:pt x="42747" y="168384"/>
                    <a:pt x="39110" y="166139"/>
                    <a:pt x="39110" y="163221"/>
                  </a:cubicBezTo>
                  <a:cubicBezTo>
                    <a:pt x="39110" y="159045"/>
                    <a:pt x="44947" y="156979"/>
                    <a:pt x="56712" y="156979"/>
                  </a:cubicBezTo>
                  <a:cubicBezTo>
                    <a:pt x="63627" y="156979"/>
                    <a:pt x="69868" y="157698"/>
                    <a:pt x="75346" y="159179"/>
                  </a:cubicBezTo>
                </a:path>
              </a:pathLst>
            </a:custGeom>
            <a:solidFill>
              <a:srgbClr val="2DBECD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A440F6C0-A644-4249-91CB-789FE88E3E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15688" y="6166994"/>
              <a:ext cx="1237859" cy="248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1133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ontent Placeholder 13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342900" indent="-342900">
              <a:buClr>
                <a:schemeClr val="accent3"/>
              </a:buClr>
              <a:buFont typeface="+mj-lt"/>
              <a:buAutoNum type="arabicPeriod"/>
              <a:defRPr/>
            </a:lvl1pPr>
            <a:lvl2pPr marL="534988" indent="-179388">
              <a:defRPr/>
            </a:lvl2pPr>
            <a:lvl3pPr marL="715963" indent="-179388">
              <a:defRPr/>
            </a:lvl3pPr>
            <a:lvl4pPr marL="896938" indent="-179388">
              <a:buClr>
                <a:schemeClr val="accent3"/>
              </a:buClr>
              <a:defRPr/>
            </a:lvl4pPr>
            <a:lvl5pPr marL="449263" indent="0">
              <a:buNone/>
              <a:defRPr/>
            </a:lvl5pPr>
          </a:lstStyle>
          <a:p>
            <a:pPr lvl="0"/>
            <a:r>
              <a:rPr lang="en-US" dirty="0"/>
              <a:t>Insert your agenda points here. Use the button “increase list level” to add </a:t>
            </a:r>
            <a:r>
              <a:rPr lang="en-US" dirty="0" err="1"/>
              <a:t>subitems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You can find other agenda designs within the slide library.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934EA1-1883-4D38-9FDC-7B4EE39EA9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116324-0C1D-439A-912E-27AE05A10F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FD5E7EB4-4CDF-47BB-AF16-07782904B86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2438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AB8F34D-A5C0-4BC9-B0F3-11856D9ED0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962AE53-FF41-4032-9C92-554890CB38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FD5E7EB4-4CDF-47BB-AF16-07782904B86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1512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6" hasCustomPrompt="1"/>
          </p:nvPr>
        </p:nvSpPr>
        <p:spPr bwMode="gray">
          <a:xfrm>
            <a:off x="6240464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 bwMode="gray">
          <a:xfrm>
            <a:off x="623392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DEF66B1-2B35-4F3D-8FA1-45C43C9298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94110D-FB2C-4548-B1FA-4A7EB94F13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FD5E7EB4-4CDF-47BB-AF16-07782904B86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5694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sz="quarter" idx="18" hasCustomPrompt="1"/>
          </p:nvPr>
        </p:nvSpPr>
        <p:spPr bwMode="gray">
          <a:xfrm>
            <a:off x="624845" y="1484314"/>
            <a:ext cx="3454931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4368803" y="1484314"/>
            <a:ext cx="3455986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20" hasCustomPrompt="1"/>
          </p:nvPr>
        </p:nvSpPr>
        <p:spPr bwMode="gray">
          <a:xfrm>
            <a:off x="8112000" y="1484313"/>
            <a:ext cx="345600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1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1328EC7-157B-409E-AF0F-00B8B6EE2D1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2B2B86B-BA50-4AE8-98E0-0C5519E10E5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fld id="{FD5E7EB4-4CDF-47BB-AF16-07782904B86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7025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C1A3A0B-4241-4AC5-A07E-A9AC7CC4A1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6E51C11-1DC2-48EC-9664-E7966335E18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FD5E7EB4-4CDF-47BB-AF16-07782904B86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105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1275FAF-F845-491F-872B-B990B0814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E7EB4-4CDF-47BB-AF16-07782904B86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819D43-AD0D-4EBA-9441-C6097440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</p:spTree>
    <p:extLst>
      <p:ext uri="{BB962C8B-B14F-4D97-AF65-F5344CB8AC3E}">
        <p14:creationId xmlns:p14="http://schemas.microsoft.com/office/powerpoint/2010/main" val="323324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hteck 40">
            <a:extLst>
              <a:ext uri="{FF2B5EF4-FFF2-40B4-BE49-F238E27FC236}">
                <a16:creationId xmlns:a16="http://schemas.microsoft.com/office/drawing/2014/main" id="{DDEA802F-BA58-455F-8B93-343C28717666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96" name="Freihandform: Form 95">
            <a:extLst>
              <a:ext uri="{FF2B5EF4-FFF2-40B4-BE49-F238E27FC236}">
                <a16:creationId xmlns:a16="http://schemas.microsoft.com/office/drawing/2014/main" id="{A93CFD0D-3891-4D2C-8507-396E5AC9DDA1}"/>
              </a:ext>
            </a:extLst>
          </p:cNvPr>
          <p:cNvSpPr/>
          <p:nvPr/>
        </p:nvSpPr>
        <p:spPr>
          <a:xfrm>
            <a:off x="367730" y="0"/>
            <a:ext cx="11824270" cy="5229200"/>
          </a:xfrm>
          <a:custGeom>
            <a:avLst/>
            <a:gdLst>
              <a:gd name="connsiteX0" fmla="*/ 0 w 11824270"/>
              <a:gd name="connsiteY0" fmla="*/ 0 h 4619384"/>
              <a:gd name="connsiteX1" fmla="*/ 11824270 w 11824270"/>
              <a:gd name="connsiteY1" fmla="*/ 0 h 4619384"/>
              <a:gd name="connsiteX2" fmla="*/ 11824270 w 11824270"/>
              <a:gd name="connsiteY2" fmla="*/ 2447859 h 4619384"/>
              <a:gd name="connsiteX3" fmla="*/ 10972740 w 11824270"/>
              <a:gd name="connsiteY3" fmla="*/ 3584284 h 4619384"/>
              <a:gd name="connsiteX4" fmla="*/ 6889594 w 11824270"/>
              <a:gd name="connsiteY4" fmla="*/ 4169742 h 4619384"/>
              <a:gd name="connsiteX5" fmla="*/ 2748758 w 11824270"/>
              <a:gd name="connsiteY5" fmla="*/ 2770995 h 4619384"/>
              <a:gd name="connsiteX6" fmla="*/ 25032 w 11824270"/>
              <a:gd name="connsiteY6" fmla="*/ 164970 h 461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24270" h="4619384">
                <a:moveTo>
                  <a:pt x="0" y="0"/>
                </a:moveTo>
                <a:lnTo>
                  <a:pt x="11824270" y="0"/>
                </a:lnTo>
                <a:lnTo>
                  <a:pt x="11824270" y="2447859"/>
                </a:lnTo>
                <a:lnTo>
                  <a:pt x="10972740" y="3584284"/>
                </a:lnTo>
                <a:cubicBezTo>
                  <a:pt x="10972740" y="3584284"/>
                  <a:pt x="10021535" y="5451988"/>
                  <a:pt x="6889594" y="4169742"/>
                </a:cubicBezTo>
                <a:lnTo>
                  <a:pt x="2748758" y="2770995"/>
                </a:lnTo>
                <a:cubicBezTo>
                  <a:pt x="2748758" y="2770995"/>
                  <a:pt x="350858" y="1789276"/>
                  <a:pt x="25032" y="16497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4EA67FAE-85C9-49A9-9B5B-A33098CFBBA8}"/>
              </a:ext>
            </a:extLst>
          </p:cNvPr>
          <p:cNvSpPr/>
          <p:nvPr/>
        </p:nvSpPr>
        <p:spPr>
          <a:xfrm>
            <a:off x="-14294" y="2916459"/>
            <a:ext cx="6238044" cy="3962793"/>
          </a:xfrm>
          <a:custGeom>
            <a:avLst/>
            <a:gdLst>
              <a:gd name="connsiteX0" fmla="*/ 1104758 w 6238044"/>
              <a:gd name="connsiteY0" fmla="*/ 761 h 3962793"/>
              <a:gd name="connsiteX1" fmla="*/ 1189354 w 6238044"/>
              <a:gd name="connsiteY1" fmla="*/ 1634 h 3962793"/>
              <a:gd name="connsiteX2" fmla="*/ 1814556 w 6238044"/>
              <a:gd name="connsiteY2" fmla="*/ 151210 h 3962793"/>
              <a:gd name="connsiteX3" fmla="*/ 5166167 w 6238044"/>
              <a:gd name="connsiteY3" fmla="*/ 1590933 h 3962793"/>
              <a:gd name="connsiteX4" fmla="*/ 6219359 w 6238044"/>
              <a:gd name="connsiteY4" fmla="*/ 3513198 h 3962793"/>
              <a:gd name="connsiteX5" fmla="*/ 6203420 w 6238044"/>
              <a:gd name="connsiteY5" fmla="*/ 3962793 h 3962793"/>
              <a:gd name="connsiteX6" fmla="*/ 0 w 6238044"/>
              <a:gd name="connsiteY6" fmla="*/ 3962793 h 3962793"/>
              <a:gd name="connsiteX7" fmla="*/ 0 w 6238044"/>
              <a:gd name="connsiteY7" fmla="*/ 2199001 h 3962793"/>
              <a:gd name="connsiteX8" fmla="*/ 80125 w 6238044"/>
              <a:gd name="connsiteY8" fmla="*/ 1513928 h 3962793"/>
              <a:gd name="connsiteX9" fmla="*/ 1104758 w 6238044"/>
              <a:gd name="connsiteY9" fmla="*/ 761 h 396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38044" h="3962793">
                <a:moveTo>
                  <a:pt x="1104758" y="761"/>
                </a:moveTo>
                <a:cubicBezTo>
                  <a:pt x="1132244" y="-475"/>
                  <a:pt x="1160437" y="-217"/>
                  <a:pt x="1189354" y="1634"/>
                </a:cubicBezTo>
                <a:cubicBezTo>
                  <a:pt x="1189354" y="1634"/>
                  <a:pt x="1514911" y="22618"/>
                  <a:pt x="1814556" y="151210"/>
                </a:cubicBezTo>
                <a:lnTo>
                  <a:pt x="5166167" y="1590933"/>
                </a:lnTo>
                <a:cubicBezTo>
                  <a:pt x="5166167" y="1590933"/>
                  <a:pt x="6403487" y="1941671"/>
                  <a:pt x="6219359" y="3513198"/>
                </a:cubicBezTo>
                <a:lnTo>
                  <a:pt x="6203420" y="3962793"/>
                </a:lnTo>
                <a:lnTo>
                  <a:pt x="0" y="3962793"/>
                </a:lnTo>
                <a:lnTo>
                  <a:pt x="0" y="2199001"/>
                </a:lnTo>
                <a:lnTo>
                  <a:pt x="80125" y="1513928"/>
                </a:lnTo>
                <a:cubicBezTo>
                  <a:pt x="80125" y="1513928"/>
                  <a:pt x="252694" y="39087"/>
                  <a:pt x="1104758" y="761"/>
                </a:cubicBezTo>
                <a:close/>
              </a:path>
            </a:pathLst>
          </a:custGeom>
          <a:solidFill>
            <a:schemeClr val="accent1"/>
          </a:solidFill>
          <a:ln w="300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240463" y="1484784"/>
            <a:ext cx="5327651" cy="1368151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3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861048"/>
            <a:ext cx="3455987" cy="2231777"/>
          </a:xfrm>
          <a:prstGeom prst="rect">
            <a:avLst/>
          </a:prstGeom>
        </p:spPr>
        <p:txBody>
          <a:bodyPr wrap="none" anchor="b"/>
          <a:lstStyle>
            <a:lvl1pPr marL="0" indent="0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E72F04C-9E87-42E4-A94B-EBB88F19F5F2}"/>
              </a:ext>
            </a:extLst>
          </p:cNvPr>
          <p:cNvGrpSpPr>
            <a:grpSpLocks noChangeAspect="1"/>
          </p:cNvGrpSpPr>
          <p:nvPr/>
        </p:nvGrpSpPr>
        <p:grpSpPr>
          <a:xfrm>
            <a:off x="7751396" y="6244167"/>
            <a:ext cx="4036573" cy="288000"/>
            <a:chOff x="7966969" y="6166994"/>
            <a:chExt cx="3486578" cy="248759"/>
          </a:xfrm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53A759DC-1C9D-459E-AE61-BBC84F98B185}"/>
                </a:ext>
              </a:extLst>
            </p:cNvPr>
            <p:cNvSpPr/>
            <p:nvPr/>
          </p:nvSpPr>
          <p:spPr>
            <a:xfrm>
              <a:off x="7966969" y="6166994"/>
              <a:ext cx="769000" cy="248759"/>
            </a:xfrm>
            <a:custGeom>
              <a:avLst/>
              <a:gdLst>
                <a:gd name="connsiteX0" fmla="*/ 385623 w 769000"/>
                <a:gd name="connsiteY0" fmla="*/ 234975 h 248759"/>
                <a:gd name="connsiteX1" fmla="*/ 385623 w 769000"/>
                <a:gd name="connsiteY1" fmla="*/ 243147 h 248759"/>
                <a:gd name="connsiteX2" fmla="*/ 382929 w 769000"/>
                <a:gd name="connsiteY2" fmla="*/ 246470 h 248759"/>
                <a:gd name="connsiteX3" fmla="*/ 357379 w 769000"/>
                <a:gd name="connsiteY3" fmla="*/ 246425 h 248759"/>
                <a:gd name="connsiteX4" fmla="*/ 345211 w 769000"/>
                <a:gd name="connsiteY4" fmla="*/ 242159 h 248759"/>
                <a:gd name="connsiteX5" fmla="*/ 306460 w 769000"/>
                <a:gd name="connsiteY5" fmla="*/ 211581 h 248759"/>
                <a:gd name="connsiteX6" fmla="*/ 302104 w 769000"/>
                <a:gd name="connsiteY6" fmla="*/ 201118 h 248759"/>
                <a:gd name="connsiteX7" fmla="*/ 302104 w 769000"/>
                <a:gd name="connsiteY7" fmla="*/ 188546 h 248759"/>
                <a:gd name="connsiteX8" fmla="*/ 304125 w 769000"/>
                <a:gd name="connsiteY8" fmla="*/ 185313 h 248759"/>
                <a:gd name="connsiteX9" fmla="*/ 308256 w 769000"/>
                <a:gd name="connsiteY9" fmla="*/ 186480 h 248759"/>
                <a:gd name="connsiteX10" fmla="*/ 312881 w 769000"/>
                <a:gd name="connsiteY10" fmla="*/ 187917 h 248759"/>
                <a:gd name="connsiteX11" fmla="*/ 324645 w 769000"/>
                <a:gd name="connsiteY11" fmla="*/ 189893 h 248759"/>
                <a:gd name="connsiteX12" fmla="*/ 341035 w 769000"/>
                <a:gd name="connsiteY12" fmla="*/ 180643 h 248759"/>
                <a:gd name="connsiteX13" fmla="*/ 319931 w 769000"/>
                <a:gd name="connsiteY13" fmla="*/ 158686 h 248759"/>
                <a:gd name="connsiteX14" fmla="*/ 290699 w 769000"/>
                <a:gd name="connsiteY14" fmla="*/ 164568 h 248759"/>
                <a:gd name="connsiteX15" fmla="*/ 289801 w 769000"/>
                <a:gd name="connsiteY15" fmla="*/ 166678 h 248759"/>
                <a:gd name="connsiteX16" fmla="*/ 289397 w 769000"/>
                <a:gd name="connsiteY16" fmla="*/ 169866 h 248759"/>
                <a:gd name="connsiteX17" fmla="*/ 289397 w 769000"/>
                <a:gd name="connsiteY17" fmla="*/ 217957 h 248759"/>
                <a:gd name="connsiteX18" fmla="*/ 283784 w 769000"/>
                <a:gd name="connsiteY18" fmla="*/ 237759 h 248759"/>
                <a:gd name="connsiteX19" fmla="*/ 273726 w 769000"/>
                <a:gd name="connsiteY19" fmla="*/ 245303 h 248759"/>
                <a:gd name="connsiteX20" fmla="*/ 265554 w 769000"/>
                <a:gd name="connsiteY20" fmla="*/ 246425 h 248759"/>
                <a:gd name="connsiteX21" fmla="*/ 258908 w 769000"/>
                <a:gd name="connsiteY21" fmla="*/ 245527 h 248759"/>
                <a:gd name="connsiteX22" fmla="*/ 257785 w 769000"/>
                <a:gd name="connsiteY22" fmla="*/ 242608 h 248759"/>
                <a:gd name="connsiteX23" fmla="*/ 257785 w 769000"/>
                <a:gd name="connsiteY23" fmla="*/ 234706 h 248759"/>
                <a:gd name="connsiteX24" fmla="*/ 257785 w 769000"/>
                <a:gd name="connsiteY24" fmla="*/ 228644 h 248759"/>
                <a:gd name="connsiteX25" fmla="*/ 257785 w 769000"/>
                <a:gd name="connsiteY25" fmla="*/ 211042 h 248759"/>
                <a:gd name="connsiteX26" fmla="*/ 257785 w 769000"/>
                <a:gd name="connsiteY26" fmla="*/ 131564 h 248759"/>
                <a:gd name="connsiteX27" fmla="*/ 260345 w 769000"/>
                <a:gd name="connsiteY27" fmla="*/ 129005 h 248759"/>
                <a:gd name="connsiteX28" fmla="*/ 307762 w 769000"/>
                <a:gd name="connsiteY28" fmla="*/ 129005 h 248759"/>
                <a:gd name="connsiteX29" fmla="*/ 331426 w 769000"/>
                <a:gd name="connsiteY29" fmla="*/ 133001 h 248759"/>
                <a:gd name="connsiteX30" fmla="*/ 353203 w 769000"/>
                <a:gd name="connsiteY30" fmla="*/ 143913 h 248759"/>
                <a:gd name="connsiteX31" fmla="*/ 369009 w 769000"/>
                <a:gd name="connsiteY31" fmla="*/ 160122 h 248759"/>
                <a:gd name="connsiteX32" fmla="*/ 375116 w 769000"/>
                <a:gd name="connsiteY32" fmla="*/ 180014 h 248759"/>
                <a:gd name="connsiteX33" fmla="*/ 368695 w 769000"/>
                <a:gd name="connsiteY33" fmla="*/ 198290 h 248759"/>
                <a:gd name="connsiteX34" fmla="*/ 352305 w 769000"/>
                <a:gd name="connsiteY34" fmla="*/ 210368 h 248759"/>
                <a:gd name="connsiteX35" fmla="*/ 365327 w 769000"/>
                <a:gd name="connsiteY35" fmla="*/ 220606 h 248759"/>
                <a:gd name="connsiteX36" fmla="*/ 383737 w 769000"/>
                <a:gd name="connsiteY36" fmla="*/ 232011 h 248759"/>
                <a:gd name="connsiteX37" fmla="*/ 385623 w 769000"/>
                <a:gd name="connsiteY37" fmla="*/ 234975 h 248759"/>
                <a:gd name="connsiteX38" fmla="*/ 229227 w 769000"/>
                <a:gd name="connsiteY38" fmla="*/ 215981 h 248759"/>
                <a:gd name="connsiteX39" fmla="*/ 195191 w 769000"/>
                <a:gd name="connsiteY39" fmla="*/ 215981 h 248759"/>
                <a:gd name="connsiteX40" fmla="*/ 181631 w 769000"/>
                <a:gd name="connsiteY40" fmla="*/ 212883 h 248759"/>
                <a:gd name="connsiteX41" fmla="*/ 170719 w 769000"/>
                <a:gd name="connsiteY41" fmla="*/ 204576 h 248759"/>
                <a:gd name="connsiteX42" fmla="*/ 163445 w 769000"/>
                <a:gd name="connsiteY42" fmla="*/ 192632 h 248759"/>
                <a:gd name="connsiteX43" fmla="*/ 160796 w 769000"/>
                <a:gd name="connsiteY43" fmla="*/ 178712 h 248759"/>
                <a:gd name="connsiteX44" fmla="*/ 166050 w 769000"/>
                <a:gd name="connsiteY44" fmla="*/ 164433 h 248759"/>
                <a:gd name="connsiteX45" fmla="*/ 169732 w 769000"/>
                <a:gd name="connsiteY45" fmla="*/ 161739 h 248759"/>
                <a:gd name="connsiteX46" fmla="*/ 174626 w 769000"/>
                <a:gd name="connsiteY46" fmla="*/ 159943 h 248759"/>
                <a:gd name="connsiteX47" fmla="*/ 181271 w 769000"/>
                <a:gd name="connsiteY47" fmla="*/ 159179 h 248759"/>
                <a:gd name="connsiteX48" fmla="*/ 187872 w 769000"/>
                <a:gd name="connsiteY48" fmla="*/ 159943 h 248759"/>
                <a:gd name="connsiteX49" fmla="*/ 199143 w 769000"/>
                <a:gd name="connsiteY49" fmla="*/ 164568 h 248759"/>
                <a:gd name="connsiteX50" fmla="*/ 213871 w 769000"/>
                <a:gd name="connsiteY50" fmla="*/ 177949 h 248759"/>
                <a:gd name="connsiteX51" fmla="*/ 178443 w 769000"/>
                <a:gd name="connsiteY51" fmla="*/ 177949 h 248759"/>
                <a:gd name="connsiteX52" fmla="*/ 175255 w 769000"/>
                <a:gd name="connsiteY52" fmla="*/ 180733 h 248759"/>
                <a:gd name="connsiteX53" fmla="*/ 177275 w 769000"/>
                <a:gd name="connsiteY53" fmla="*/ 189758 h 248759"/>
                <a:gd name="connsiteX54" fmla="*/ 199502 w 769000"/>
                <a:gd name="connsiteY54" fmla="*/ 203139 h 248759"/>
                <a:gd name="connsiteX55" fmla="*/ 232505 w 769000"/>
                <a:gd name="connsiteY55" fmla="*/ 203139 h 248759"/>
                <a:gd name="connsiteX56" fmla="*/ 244494 w 769000"/>
                <a:gd name="connsiteY56" fmla="*/ 198559 h 248759"/>
                <a:gd name="connsiteX57" fmla="*/ 247323 w 769000"/>
                <a:gd name="connsiteY57" fmla="*/ 188725 h 248759"/>
                <a:gd name="connsiteX58" fmla="*/ 241980 w 769000"/>
                <a:gd name="connsiteY58" fmla="*/ 168250 h 248759"/>
                <a:gd name="connsiteX59" fmla="*/ 227521 w 769000"/>
                <a:gd name="connsiteY59" fmla="*/ 148807 h 248759"/>
                <a:gd name="connsiteX60" fmla="*/ 206327 w 769000"/>
                <a:gd name="connsiteY60" fmla="*/ 134573 h 248759"/>
                <a:gd name="connsiteX61" fmla="*/ 181047 w 769000"/>
                <a:gd name="connsiteY61" fmla="*/ 129050 h 248759"/>
                <a:gd name="connsiteX62" fmla="*/ 132462 w 769000"/>
                <a:gd name="connsiteY62" fmla="*/ 129050 h 248759"/>
                <a:gd name="connsiteX63" fmla="*/ 129903 w 769000"/>
                <a:gd name="connsiteY63" fmla="*/ 131609 h 248759"/>
                <a:gd name="connsiteX64" fmla="*/ 129903 w 769000"/>
                <a:gd name="connsiteY64" fmla="*/ 179880 h 248759"/>
                <a:gd name="connsiteX65" fmla="*/ 135157 w 769000"/>
                <a:gd name="connsiteY65" fmla="*/ 205519 h 248759"/>
                <a:gd name="connsiteX66" fmla="*/ 149391 w 769000"/>
                <a:gd name="connsiteY66" fmla="*/ 226668 h 248759"/>
                <a:gd name="connsiteX67" fmla="*/ 170315 w 769000"/>
                <a:gd name="connsiteY67" fmla="*/ 241037 h 248759"/>
                <a:gd name="connsiteX68" fmla="*/ 195999 w 769000"/>
                <a:gd name="connsiteY68" fmla="*/ 246470 h 248759"/>
                <a:gd name="connsiteX69" fmla="*/ 244674 w 769000"/>
                <a:gd name="connsiteY69" fmla="*/ 246470 h 248759"/>
                <a:gd name="connsiteX70" fmla="*/ 247233 w 769000"/>
                <a:gd name="connsiteY70" fmla="*/ 243911 h 248759"/>
                <a:gd name="connsiteX71" fmla="*/ 247233 w 769000"/>
                <a:gd name="connsiteY71" fmla="*/ 234122 h 248759"/>
                <a:gd name="connsiteX72" fmla="*/ 242429 w 769000"/>
                <a:gd name="connsiteY72" fmla="*/ 220786 h 248759"/>
                <a:gd name="connsiteX73" fmla="*/ 229227 w 769000"/>
                <a:gd name="connsiteY73" fmla="*/ 215981 h 248759"/>
                <a:gd name="connsiteX74" fmla="*/ 108170 w 769000"/>
                <a:gd name="connsiteY74" fmla="*/ 73505 h 248759"/>
                <a:gd name="connsiteX75" fmla="*/ 111403 w 769000"/>
                <a:gd name="connsiteY75" fmla="*/ 70721 h 248759"/>
                <a:gd name="connsiteX76" fmla="*/ 111403 w 769000"/>
                <a:gd name="connsiteY76" fmla="*/ 61292 h 248759"/>
                <a:gd name="connsiteX77" fmla="*/ 106554 w 769000"/>
                <a:gd name="connsiteY77" fmla="*/ 47911 h 248759"/>
                <a:gd name="connsiteX78" fmla="*/ 93173 w 769000"/>
                <a:gd name="connsiteY78" fmla="*/ 43106 h 248759"/>
                <a:gd name="connsiteX79" fmla="*/ 35832 w 769000"/>
                <a:gd name="connsiteY79" fmla="*/ 43106 h 248759"/>
                <a:gd name="connsiteX80" fmla="*/ 41714 w 769000"/>
                <a:gd name="connsiteY80" fmla="*/ 33901 h 248759"/>
                <a:gd name="connsiteX81" fmla="*/ 53569 w 769000"/>
                <a:gd name="connsiteY81" fmla="*/ 30444 h 248759"/>
                <a:gd name="connsiteX82" fmla="*/ 115040 w 769000"/>
                <a:gd name="connsiteY82" fmla="*/ 30444 h 248759"/>
                <a:gd name="connsiteX83" fmla="*/ 118273 w 769000"/>
                <a:gd name="connsiteY83" fmla="*/ 27660 h 248759"/>
                <a:gd name="connsiteX84" fmla="*/ 118273 w 769000"/>
                <a:gd name="connsiteY84" fmla="*/ 18230 h 248759"/>
                <a:gd name="connsiteX85" fmla="*/ 113424 w 769000"/>
                <a:gd name="connsiteY85" fmla="*/ 4894 h 248759"/>
                <a:gd name="connsiteX86" fmla="*/ 100043 w 769000"/>
                <a:gd name="connsiteY86" fmla="*/ 45 h 248759"/>
                <a:gd name="connsiteX87" fmla="*/ 5882 w 769000"/>
                <a:gd name="connsiteY87" fmla="*/ 45 h 248759"/>
                <a:gd name="connsiteX88" fmla="*/ 3098 w 769000"/>
                <a:gd name="connsiteY88" fmla="*/ 3278 h 248759"/>
                <a:gd name="connsiteX89" fmla="*/ 3098 w 769000"/>
                <a:gd name="connsiteY89" fmla="*/ 67039 h 248759"/>
                <a:gd name="connsiteX90" fmla="*/ 7005 w 769000"/>
                <a:gd name="connsiteY90" fmla="*/ 87201 h 248759"/>
                <a:gd name="connsiteX91" fmla="*/ 17961 w 769000"/>
                <a:gd name="connsiteY91" fmla="*/ 103231 h 248759"/>
                <a:gd name="connsiteX92" fmla="*/ 34755 w 769000"/>
                <a:gd name="connsiteY92" fmla="*/ 113693 h 248759"/>
                <a:gd name="connsiteX93" fmla="*/ 56038 w 769000"/>
                <a:gd name="connsiteY93" fmla="*/ 117510 h 248759"/>
                <a:gd name="connsiteX94" fmla="*/ 117285 w 769000"/>
                <a:gd name="connsiteY94" fmla="*/ 117510 h 248759"/>
                <a:gd name="connsiteX95" fmla="*/ 120473 w 769000"/>
                <a:gd name="connsiteY95" fmla="*/ 114771 h 248759"/>
                <a:gd name="connsiteX96" fmla="*/ 120473 w 769000"/>
                <a:gd name="connsiteY96" fmla="*/ 105341 h 248759"/>
                <a:gd name="connsiteX97" fmla="*/ 115669 w 769000"/>
                <a:gd name="connsiteY97" fmla="*/ 91960 h 248759"/>
                <a:gd name="connsiteX98" fmla="*/ 102288 w 769000"/>
                <a:gd name="connsiteY98" fmla="*/ 87111 h 248759"/>
                <a:gd name="connsiteX99" fmla="*/ 53928 w 769000"/>
                <a:gd name="connsiteY99" fmla="*/ 87111 h 248759"/>
                <a:gd name="connsiteX100" fmla="*/ 42163 w 769000"/>
                <a:gd name="connsiteY100" fmla="*/ 83294 h 248759"/>
                <a:gd name="connsiteX101" fmla="*/ 35742 w 769000"/>
                <a:gd name="connsiteY101" fmla="*/ 73505 h 248759"/>
                <a:gd name="connsiteX102" fmla="*/ 108170 w 769000"/>
                <a:gd name="connsiteY102" fmla="*/ 73505 h 248759"/>
                <a:gd name="connsiteX103" fmla="*/ 461059 w 769000"/>
                <a:gd name="connsiteY103" fmla="*/ 117465 h 248759"/>
                <a:gd name="connsiteX104" fmla="*/ 499136 w 769000"/>
                <a:gd name="connsiteY104" fmla="*/ 104937 h 248759"/>
                <a:gd name="connsiteX105" fmla="*/ 512877 w 769000"/>
                <a:gd name="connsiteY105" fmla="*/ 67982 h 248759"/>
                <a:gd name="connsiteX106" fmla="*/ 506994 w 769000"/>
                <a:gd name="connsiteY106" fmla="*/ 41490 h 248759"/>
                <a:gd name="connsiteX107" fmla="*/ 491323 w 769000"/>
                <a:gd name="connsiteY107" fmla="*/ 19847 h 248759"/>
                <a:gd name="connsiteX108" fmla="*/ 468872 w 769000"/>
                <a:gd name="connsiteY108" fmla="*/ 5343 h 248759"/>
                <a:gd name="connsiteX109" fmla="*/ 442649 w 769000"/>
                <a:gd name="connsiteY109" fmla="*/ 45 h 248759"/>
                <a:gd name="connsiteX110" fmla="*/ 395906 w 769000"/>
                <a:gd name="connsiteY110" fmla="*/ 45 h 248759"/>
                <a:gd name="connsiteX111" fmla="*/ 393122 w 769000"/>
                <a:gd name="connsiteY111" fmla="*/ 3233 h 248759"/>
                <a:gd name="connsiteX112" fmla="*/ 393122 w 769000"/>
                <a:gd name="connsiteY112" fmla="*/ 99279 h 248759"/>
                <a:gd name="connsiteX113" fmla="*/ 397971 w 769000"/>
                <a:gd name="connsiteY113" fmla="*/ 112616 h 248759"/>
                <a:gd name="connsiteX114" fmla="*/ 411352 w 769000"/>
                <a:gd name="connsiteY114" fmla="*/ 117465 h 248759"/>
                <a:gd name="connsiteX115" fmla="*/ 461059 w 769000"/>
                <a:gd name="connsiteY115" fmla="*/ 117465 h 248759"/>
                <a:gd name="connsiteX116" fmla="*/ 456120 w 769000"/>
                <a:gd name="connsiteY116" fmla="*/ 33767 h 248759"/>
                <a:gd name="connsiteX117" fmla="*/ 468333 w 769000"/>
                <a:gd name="connsiteY117" fmla="*/ 42612 h 248759"/>
                <a:gd name="connsiteX118" fmla="*/ 477179 w 769000"/>
                <a:gd name="connsiteY118" fmla="*/ 55051 h 248759"/>
                <a:gd name="connsiteX119" fmla="*/ 480637 w 769000"/>
                <a:gd name="connsiteY119" fmla="*/ 69105 h 248759"/>
                <a:gd name="connsiteX120" fmla="*/ 474979 w 769000"/>
                <a:gd name="connsiteY120" fmla="*/ 82351 h 248759"/>
                <a:gd name="connsiteX121" fmla="*/ 461284 w 769000"/>
                <a:gd name="connsiteY121" fmla="*/ 87066 h 248759"/>
                <a:gd name="connsiteX122" fmla="*/ 425362 w 769000"/>
                <a:gd name="connsiteY122" fmla="*/ 87066 h 248759"/>
                <a:gd name="connsiteX123" fmla="*/ 425362 w 769000"/>
                <a:gd name="connsiteY123" fmla="*/ 49752 h 248759"/>
                <a:gd name="connsiteX124" fmla="*/ 429852 w 769000"/>
                <a:gd name="connsiteY124" fmla="*/ 35832 h 248759"/>
                <a:gd name="connsiteX125" fmla="*/ 442380 w 769000"/>
                <a:gd name="connsiteY125" fmla="*/ 30399 h 248759"/>
                <a:gd name="connsiteX126" fmla="*/ 456120 w 769000"/>
                <a:gd name="connsiteY126" fmla="*/ 33767 h 248759"/>
                <a:gd name="connsiteX127" fmla="*/ 74942 w 769000"/>
                <a:gd name="connsiteY127" fmla="*/ 158371 h 248759"/>
                <a:gd name="connsiteX128" fmla="*/ 89132 w 769000"/>
                <a:gd name="connsiteY128" fmla="*/ 164029 h 248759"/>
                <a:gd name="connsiteX129" fmla="*/ 93622 w 769000"/>
                <a:gd name="connsiteY129" fmla="*/ 166319 h 248759"/>
                <a:gd name="connsiteX130" fmla="*/ 96989 w 769000"/>
                <a:gd name="connsiteY130" fmla="*/ 166768 h 248759"/>
                <a:gd name="connsiteX131" fmla="*/ 105745 w 769000"/>
                <a:gd name="connsiteY131" fmla="*/ 162143 h 248759"/>
                <a:gd name="connsiteX132" fmla="*/ 117510 w 769000"/>
                <a:gd name="connsiteY132" fmla="*/ 149930 h 248759"/>
                <a:gd name="connsiteX133" fmla="*/ 118183 w 769000"/>
                <a:gd name="connsiteY133" fmla="*/ 148313 h 248759"/>
                <a:gd name="connsiteX134" fmla="*/ 116791 w 769000"/>
                <a:gd name="connsiteY134" fmla="*/ 145799 h 248759"/>
                <a:gd name="connsiteX135" fmla="*/ 91107 w 769000"/>
                <a:gd name="connsiteY135" fmla="*/ 131744 h 248759"/>
                <a:gd name="connsiteX136" fmla="*/ 57834 w 769000"/>
                <a:gd name="connsiteY136" fmla="*/ 126670 h 248759"/>
                <a:gd name="connsiteX137" fmla="*/ 37224 w 769000"/>
                <a:gd name="connsiteY137" fmla="*/ 128736 h 248759"/>
                <a:gd name="connsiteX138" fmla="*/ 19847 w 769000"/>
                <a:gd name="connsiteY138" fmla="*/ 135202 h 248759"/>
                <a:gd name="connsiteX139" fmla="*/ 7768 w 769000"/>
                <a:gd name="connsiteY139" fmla="*/ 146607 h 248759"/>
                <a:gd name="connsiteX140" fmla="*/ 3278 w 769000"/>
                <a:gd name="connsiteY140" fmla="*/ 163535 h 248759"/>
                <a:gd name="connsiteX141" fmla="*/ 7184 w 769000"/>
                <a:gd name="connsiteY141" fmla="*/ 178488 h 248759"/>
                <a:gd name="connsiteX142" fmla="*/ 17961 w 769000"/>
                <a:gd name="connsiteY142" fmla="*/ 189085 h 248759"/>
                <a:gd name="connsiteX143" fmla="*/ 34306 w 769000"/>
                <a:gd name="connsiteY143" fmla="*/ 196089 h 248759"/>
                <a:gd name="connsiteX144" fmla="*/ 54826 w 769000"/>
                <a:gd name="connsiteY144" fmla="*/ 200355 h 248759"/>
                <a:gd name="connsiteX145" fmla="*/ 67938 w 769000"/>
                <a:gd name="connsiteY145" fmla="*/ 202555 h 248759"/>
                <a:gd name="connsiteX146" fmla="*/ 75975 w 769000"/>
                <a:gd name="connsiteY146" fmla="*/ 204621 h 248759"/>
                <a:gd name="connsiteX147" fmla="*/ 80016 w 769000"/>
                <a:gd name="connsiteY147" fmla="*/ 206911 h 248759"/>
                <a:gd name="connsiteX148" fmla="*/ 81049 w 769000"/>
                <a:gd name="connsiteY148" fmla="*/ 210009 h 248759"/>
                <a:gd name="connsiteX149" fmla="*/ 76559 w 769000"/>
                <a:gd name="connsiteY149" fmla="*/ 215173 h 248759"/>
                <a:gd name="connsiteX150" fmla="*/ 64705 w 769000"/>
                <a:gd name="connsiteY150" fmla="*/ 216700 h 248759"/>
                <a:gd name="connsiteX151" fmla="*/ 43960 w 769000"/>
                <a:gd name="connsiteY151" fmla="*/ 214634 h 248759"/>
                <a:gd name="connsiteX152" fmla="*/ 29232 w 769000"/>
                <a:gd name="connsiteY152" fmla="*/ 208887 h 248759"/>
                <a:gd name="connsiteX153" fmla="*/ 24741 w 769000"/>
                <a:gd name="connsiteY153" fmla="*/ 206597 h 248759"/>
                <a:gd name="connsiteX154" fmla="*/ 21374 w 769000"/>
                <a:gd name="connsiteY154" fmla="*/ 206148 h 248759"/>
                <a:gd name="connsiteX155" fmla="*/ 12663 w 769000"/>
                <a:gd name="connsiteY155" fmla="*/ 210772 h 248759"/>
                <a:gd name="connsiteX156" fmla="*/ 674 w 769000"/>
                <a:gd name="connsiteY156" fmla="*/ 223211 h 248759"/>
                <a:gd name="connsiteX157" fmla="*/ 0 w 769000"/>
                <a:gd name="connsiteY157" fmla="*/ 224827 h 248759"/>
                <a:gd name="connsiteX158" fmla="*/ 1392 w 769000"/>
                <a:gd name="connsiteY158" fmla="*/ 227386 h 248759"/>
                <a:gd name="connsiteX159" fmla="*/ 12573 w 769000"/>
                <a:gd name="connsiteY159" fmla="*/ 235334 h 248759"/>
                <a:gd name="connsiteX160" fmla="*/ 27974 w 769000"/>
                <a:gd name="connsiteY160" fmla="*/ 241306 h 248759"/>
                <a:gd name="connsiteX161" fmla="*/ 46744 w 769000"/>
                <a:gd name="connsiteY161" fmla="*/ 245123 h 248759"/>
                <a:gd name="connsiteX162" fmla="*/ 67938 w 769000"/>
                <a:gd name="connsiteY162" fmla="*/ 246515 h 248759"/>
                <a:gd name="connsiteX163" fmla="*/ 116522 w 769000"/>
                <a:gd name="connsiteY163" fmla="*/ 246515 h 248759"/>
                <a:gd name="connsiteX164" fmla="*/ 118139 w 769000"/>
                <a:gd name="connsiteY164" fmla="*/ 245572 h 248759"/>
                <a:gd name="connsiteX165" fmla="*/ 118363 w 769000"/>
                <a:gd name="connsiteY165" fmla="*/ 244405 h 248759"/>
                <a:gd name="connsiteX166" fmla="*/ 118363 w 769000"/>
                <a:gd name="connsiteY166" fmla="*/ 217463 h 248759"/>
                <a:gd name="connsiteX167" fmla="*/ 115624 w 769000"/>
                <a:gd name="connsiteY167" fmla="*/ 197975 h 248759"/>
                <a:gd name="connsiteX168" fmla="*/ 107811 w 769000"/>
                <a:gd name="connsiteY168" fmla="*/ 185447 h 248759"/>
                <a:gd name="connsiteX169" fmla="*/ 95508 w 769000"/>
                <a:gd name="connsiteY169" fmla="*/ 178083 h 248759"/>
                <a:gd name="connsiteX170" fmla="*/ 79253 w 769000"/>
                <a:gd name="connsiteY170" fmla="*/ 174177 h 248759"/>
                <a:gd name="connsiteX171" fmla="*/ 49752 w 769000"/>
                <a:gd name="connsiteY171" fmla="*/ 169103 h 248759"/>
                <a:gd name="connsiteX172" fmla="*/ 38930 w 769000"/>
                <a:gd name="connsiteY172" fmla="*/ 162412 h 248759"/>
                <a:gd name="connsiteX173" fmla="*/ 56443 w 769000"/>
                <a:gd name="connsiteY173" fmla="*/ 156216 h 248759"/>
                <a:gd name="connsiteX174" fmla="*/ 74942 w 769000"/>
                <a:gd name="connsiteY174" fmla="*/ 158371 h 248759"/>
                <a:gd name="connsiteX175" fmla="*/ 388362 w 769000"/>
                <a:gd name="connsiteY175" fmla="*/ 129005 h 248759"/>
                <a:gd name="connsiteX176" fmla="*/ 385578 w 769000"/>
                <a:gd name="connsiteY176" fmla="*/ 132238 h 248759"/>
                <a:gd name="connsiteX177" fmla="*/ 385578 w 769000"/>
                <a:gd name="connsiteY177" fmla="*/ 179924 h 248759"/>
                <a:gd name="connsiteX178" fmla="*/ 391325 w 769000"/>
                <a:gd name="connsiteY178" fmla="*/ 206148 h 248759"/>
                <a:gd name="connsiteX179" fmla="*/ 406637 w 769000"/>
                <a:gd name="connsiteY179" fmla="*/ 228150 h 248759"/>
                <a:gd name="connsiteX180" fmla="*/ 428640 w 769000"/>
                <a:gd name="connsiteY180" fmla="*/ 243237 h 248759"/>
                <a:gd name="connsiteX181" fmla="*/ 454414 w 769000"/>
                <a:gd name="connsiteY181" fmla="*/ 248760 h 248759"/>
                <a:gd name="connsiteX182" fmla="*/ 475248 w 769000"/>
                <a:gd name="connsiteY182" fmla="*/ 245078 h 248759"/>
                <a:gd name="connsiteX183" fmla="*/ 491234 w 769000"/>
                <a:gd name="connsiteY183" fmla="*/ 234706 h 248759"/>
                <a:gd name="connsiteX184" fmla="*/ 501606 w 769000"/>
                <a:gd name="connsiteY184" fmla="*/ 218720 h 248759"/>
                <a:gd name="connsiteX185" fmla="*/ 505288 w 769000"/>
                <a:gd name="connsiteY185" fmla="*/ 197885 h 248759"/>
                <a:gd name="connsiteX186" fmla="*/ 499496 w 769000"/>
                <a:gd name="connsiteY186" fmla="*/ 171617 h 248759"/>
                <a:gd name="connsiteX187" fmla="*/ 484184 w 769000"/>
                <a:gd name="connsiteY187" fmla="*/ 149615 h 248759"/>
                <a:gd name="connsiteX188" fmla="*/ 462182 w 769000"/>
                <a:gd name="connsiteY188" fmla="*/ 134528 h 248759"/>
                <a:gd name="connsiteX189" fmla="*/ 436408 w 769000"/>
                <a:gd name="connsiteY189" fmla="*/ 129005 h 248759"/>
                <a:gd name="connsiteX190" fmla="*/ 388362 w 769000"/>
                <a:gd name="connsiteY190" fmla="*/ 129005 h 248759"/>
                <a:gd name="connsiteX191" fmla="*/ 423116 w 769000"/>
                <a:gd name="connsiteY191" fmla="*/ 164972 h 248759"/>
                <a:gd name="connsiteX192" fmla="*/ 436722 w 769000"/>
                <a:gd name="connsiteY192" fmla="*/ 159449 h 248759"/>
                <a:gd name="connsiteX193" fmla="*/ 449609 w 769000"/>
                <a:gd name="connsiteY193" fmla="*/ 163041 h 248759"/>
                <a:gd name="connsiteX194" fmla="*/ 461239 w 769000"/>
                <a:gd name="connsiteY194" fmla="*/ 172246 h 248759"/>
                <a:gd name="connsiteX195" fmla="*/ 469725 w 769000"/>
                <a:gd name="connsiteY195" fmla="*/ 184774 h 248759"/>
                <a:gd name="connsiteX196" fmla="*/ 473093 w 769000"/>
                <a:gd name="connsiteY196" fmla="*/ 198604 h 248759"/>
                <a:gd name="connsiteX197" fmla="*/ 467884 w 769000"/>
                <a:gd name="connsiteY197" fmla="*/ 212883 h 248759"/>
                <a:gd name="connsiteX198" fmla="*/ 454189 w 769000"/>
                <a:gd name="connsiteY198" fmla="*/ 218406 h 248759"/>
                <a:gd name="connsiteX199" fmla="*/ 441302 w 769000"/>
                <a:gd name="connsiteY199" fmla="*/ 214814 h 248759"/>
                <a:gd name="connsiteX200" fmla="*/ 429672 w 769000"/>
                <a:gd name="connsiteY200" fmla="*/ 205609 h 248759"/>
                <a:gd name="connsiteX201" fmla="*/ 421186 w 769000"/>
                <a:gd name="connsiteY201" fmla="*/ 193036 h 248759"/>
                <a:gd name="connsiteX202" fmla="*/ 417818 w 769000"/>
                <a:gd name="connsiteY202" fmla="*/ 179206 h 248759"/>
                <a:gd name="connsiteX203" fmla="*/ 423116 w 769000"/>
                <a:gd name="connsiteY203" fmla="*/ 164972 h 248759"/>
                <a:gd name="connsiteX204" fmla="*/ 546868 w 769000"/>
                <a:gd name="connsiteY204" fmla="*/ 134348 h 248759"/>
                <a:gd name="connsiteX205" fmla="*/ 534205 w 769000"/>
                <a:gd name="connsiteY205" fmla="*/ 129050 h 248759"/>
                <a:gd name="connsiteX206" fmla="*/ 519702 w 769000"/>
                <a:gd name="connsiteY206" fmla="*/ 129050 h 248759"/>
                <a:gd name="connsiteX207" fmla="*/ 516963 w 769000"/>
                <a:gd name="connsiteY207" fmla="*/ 132283 h 248759"/>
                <a:gd name="connsiteX208" fmla="*/ 516963 w 769000"/>
                <a:gd name="connsiteY208" fmla="*/ 228284 h 248759"/>
                <a:gd name="connsiteX209" fmla="*/ 521767 w 769000"/>
                <a:gd name="connsiteY209" fmla="*/ 241620 h 248759"/>
                <a:gd name="connsiteX210" fmla="*/ 535148 w 769000"/>
                <a:gd name="connsiteY210" fmla="*/ 246470 h 248759"/>
                <a:gd name="connsiteX211" fmla="*/ 546419 w 769000"/>
                <a:gd name="connsiteY211" fmla="*/ 246470 h 248759"/>
                <a:gd name="connsiteX212" fmla="*/ 549158 w 769000"/>
                <a:gd name="connsiteY212" fmla="*/ 243237 h 248759"/>
                <a:gd name="connsiteX213" fmla="*/ 549158 w 769000"/>
                <a:gd name="connsiteY213" fmla="*/ 180823 h 248759"/>
                <a:gd name="connsiteX214" fmla="*/ 605331 w 769000"/>
                <a:gd name="connsiteY214" fmla="*/ 241172 h 248759"/>
                <a:gd name="connsiteX215" fmla="*/ 617993 w 769000"/>
                <a:gd name="connsiteY215" fmla="*/ 246470 h 248759"/>
                <a:gd name="connsiteX216" fmla="*/ 631599 w 769000"/>
                <a:gd name="connsiteY216" fmla="*/ 246470 h 248759"/>
                <a:gd name="connsiteX217" fmla="*/ 634383 w 769000"/>
                <a:gd name="connsiteY217" fmla="*/ 243237 h 248759"/>
                <a:gd name="connsiteX218" fmla="*/ 634383 w 769000"/>
                <a:gd name="connsiteY218" fmla="*/ 147235 h 248759"/>
                <a:gd name="connsiteX219" fmla="*/ 629533 w 769000"/>
                <a:gd name="connsiteY219" fmla="*/ 133854 h 248759"/>
                <a:gd name="connsiteX220" fmla="*/ 616152 w 769000"/>
                <a:gd name="connsiteY220" fmla="*/ 129005 h 248759"/>
                <a:gd name="connsiteX221" fmla="*/ 604837 w 769000"/>
                <a:gd name="connsiteY221" fmla="*/ 129005 h 248759"/>
                <a:gd name="connsiteX222" fmla="*/ 602098 w 769000"/>
                <a:gd name="connsiteY222" fmla="*/ 132238 h 248759"/>
                <a:gd name="connsiteX223" fmla="*/ 602098 w 769000"/>
                <a:gd name="connsiteY223" fmla="*/ 168384 h 248759"/>
                <a:gd name="connsiteX224" fmla="*/ 599898 w 769000"/>
                <a:gd name="connsiteY224" fmla="*/ 175883 h 248759"/>
                <a:gd name="connsiteX225" fmla="*/ 593342 w 769000"/>
                <a:gd name="connsiteY225" fmla="*/ 178757 h 248759"/>
                <a:gd name="connsiteX226" fmla="*/ 583643 w 769000"/>
                <a:gd name="connsiteY226" fmla="*/ 173907 h 248759"/>
                <a:gd name="connsiteX227" fmla="*/ 546868 w 769000"/>
                <a:gd name="connsiteY227" fmla="*/ 134348 h 248759"/>
                <a:gd name="connsiteX228" fmla="*/ 652074 w 769000"/>
                <a:gd name="connsiteY228" fmla="*/ 129005 h 248759"/>
                <a:gd name="connsiteX229" fmla="*/ 649291 w 769000"/>
                <a:gd name="connsiteY229" fmla="*/ 132238 h 248759"/>
                <a:gd name="connsiteX230" fmla="*/ 649291 w 769000"/>
                <a:gd name="connsiteY230" fmla="*/ 179924 h 248759"/>
                <a:gd name="connsiteX231" fmla="*/ 655038 w 769000"/>
                <a:gd name="connsiteY231" fmla="*/ 206148 h 248759"/>
                <a:gd name="connsiteX232" fmla="*/ 670350 w 769000"/>
                <a:gd name="connsiteY232" fmla="*/ 228150 h 248759"/>
                <a:gd name="connsiteX233" fmla="*/ 692352 w 769000"/>
                <a:gd name="connsiteY233" fmla="*/ 243237 h 248759"/>
                <a:gd name="connsiteX234" fmla="*/ 718126 w 769000"/>
                <a:gd name="connsiteY234" fmla="*/ 248760 h 248759"/>
                <a:gd name="connsiteX235" fmla="*/ 738961 w 769000"/>
                <a:gd name="connsiteY235" fmla="*/ 245078 h 248759"/>
                <a:gd name="connsiteX236" fmla="*/ 754946 w 769000"/>
                <a:gd name="connsiteY236" fmla="*/ 234706 h 248759"/>
                <a:gd name="connsiteX237" fmla="*/ 765319 w 769000"/>
                <a:gd name="connsiteY237" fmla="*/ 218720 h 248759"/>
                <a:gd name="connsiteX238" fmla="*/ 769001 w 769000"/>
                <a:gd name="connsiteY238" fmla="*/ 197885 h 248759"/>
                <a:gd name="connsiteX239" fmla="*/ 763253 w 769000"/>
                <a:gd name="connsiteY239" fmla="*/ 171617 h 248759"/>
                <a:gd name="connsiteX240" fmla="*/ 747941 w 769000"/>
                <a:gd name="connsiteY240" fmla="*/ 149615 h 248759"/>
                <a:gd name="connsiteX241" fmla="*/ 725939 w 769000"/>
                <a:gd name="connsiteY241" fmla="*/ 134528 h 248759"/>
                <a:gd name="connsiteX242" fmla="*/ 700165 w 769000"/>
                <a:gd name="connsiteY242" fmla="*/ 129005 h 248759"/>
                <a:gd name="connsiteX243" fmla="*/ 652074 w 769000"/>
                <a:gd name="connsiteY243" fmla="*/ 129005 h 248759"/>
                <a:gd name="connsiteX244" fmla="*/ 686829 w 769000"/>
                <a:gd name="connsiteY244" fmla="*/ 164972 h 248759"/>
                <a:gd name="connsiteX245" fmla="*/ 700434 w 769000"/>
                <a:gd name="connsiteY245" fmla="*/ 159449 h 248759"/>
                <a:gd name="connsiteX246" fmla="*/ 713321 w 769000"/>
                <a:gd name="connsiteY246" fmla="*/ 163041 h 248759"/>
                <a:gd name="connsiteX247" fmla="*/ 724951 w 769000"/>
                <a:gd name="connsiteY247" fmla="*/ 172246 h 248759"/>
                <a:gd name="connsiteX248" fmla="*/ 733483 w 769000"/>
                <a:gd name="connsiteY248" fmla="*/ 184774 h 248759"/>
                <a:gd name="connsiteX249" fmla="*/ 736806 w 769000"/>
                <a:gd name="connsiteY249" fmla="*/ 198604 h 248759"/>
                <a:gd name="connsiteX250" fmla="*/ 731597 w 769000"/>
                <a:gd name="connsiteY250" fmla="*/ 212883 h 248759"/>
                <a:gd name="connsiteX251" fmla="*/ 717902 w 769000"/>
                <a:gd name="connsiteY251" fmla="*/ 218406 h 248759"/>
                <a:gd name="connsiteX252" fmla="*/ 705015 w 769000"/>
                <a:gd name="connsiteY252" fmla="*/ 214814 h 248759"/>
                <a:gd name="connsiteX253" fmla="*/ 693385 w 769000"/>
                <a:gd name="connsiteY253" fmla="*/ 205609 h 248759"/>
                <a:gd name="connsiteX254" fmla="*/ 684898 w 769000"/>
                <a:gd name="connsiteY254" fmla="*/ 193036 h 248759"/>
                <a:gd name="connsiteX255" fmla="*/ 681531 w 769000"/>
                <a:gd name="connsiteY255" fmla="*/ 179206 h 248759"/>
                <a:gd name="connsiteX256" fmla="*/ 686829 w 769000"/>
                <a:gd name="connsiteY256" fmla="*/ 164972 h 248759"/>
                <a:gd name="connsiteX257" fmla="*/ 378304 w 769000"/>
                <a:gd name="connsiteY257" fmla="*/ 17332 h 248759"/>
                <a:gd name="connsiteX258" fmla="*/ 361016 w 769000"/>
                <a:gd name="connsiteY258" fmla="*/ 45 h 248759"/>
                <a:gd name="connsiteX259" fmla="*/ 342741 w 769000"/>
                <a:gd name="connsiteY259" fmla="*/ 45 h 248759"/>
                <a:gd name="connsiteX260" fmla="*/ 340406 w 769000"/>
                <a:gd name="connsiteY260" fmla="*/ 988 h 248759"/>
                <a:gd name="connsiteX261" fmla="*/ 303721 w 769000"/>
                <a:gd name="connsiteY261" fmla="*/ 35383 h 248759"/>
                <a:gd name="connsiteX262" fmla="*/ 255675 w 769000"/>
                <a:gd name="connsiteY262" fmla="*/ 53793 h 248759"/>
                <a:gd name="connsiteX263" fmla="*/ 206103 w 769000"/>
                <a:gd name="connsiteY263" fmla="*/ 33901 h 248759"/>
                <a:gd name="connsiteX264" fmla="*/ 178892 w 769000"/>
                <a:gd name="connsiteY264" fmla="*/ 8352 h 248759"/>
                <a:gd name="connsiteX265" fmla="*/ 158416 w 769000"/>
                <a:gd name="connsiteY265" fmla="*/ 0 h 248759"/>
                <a:gd name="connsiteX266" fmla="*/ 136549 w 769000"/>
                <a:gd name="connsiteY266" fmla="*/ 0 h 248759"/>
                <a:gd name="connsiteX267" fmla="*/ 133091 w 769000"/>
                <a:gd name="connsiteY267" fmla="*/ 3458 h 248759"/>
                <a:gd name="connsiteX268" fmla="*/ 133091 w 769000"/>
                <a:gd name="connsiteY268" fmla="*/ 100178 h 248759"/>
                <a:gd name="connsiteX269" fmla="*/ 150379 w 769000"/>
                <a:gd name="connsiteY269" fmla="*/ 117465 h 248759"/>
                <a:gd name="connsiteX270" fmla="*/ 157069 w 769000"/>
                <a:gd name="connsiteY270" fmla="*/ 117465 h 248759"/>
                <a:gd name="connsiteX271" fmla="*/ 161604 w 769000"/>
                <a:gd name="connsiteY271" fmla="*/ 117465 h 248759"/>
                <a:gd name="connsiteX272" fmla="*/ 165062 w 769000"/>
                <a:gd name="connsiteY272" fmla="*/ 114008 h 248759"/>
                <a:gd name="connsiteX273" fmla="*/ 165062 w 769000"/>
                <a:gd name="connsiteY273" fmla="*/ 79612 h 248759"/>
                <a:gd name="connsiteX274" fmla="*/ 181271 w 769000"/>
                <a:gd name="connsiteY274" fmla="*/ 63223 h 248759"/>
                <a:gd name="connsiteX275" fmla="*/ 220202 w 769000"/>
                <a:gd name="connsiteY275" fmla="*/ 86752 h 248759"/>
                <a:gd name="connsiteX276" fmla="*/ 255720 w 769000"/>
                <a:gd name="connsiteY276" fmla="*/ 109427 h 248759"/>
                <a:gd name="connsiteX277" fmla="*/ 291238 w 769000"/>
                <a:gd name="connsiteY277" fmla="*/ 86752 h 248759"/>
                <a:gd name="connsiteX278" fmla="*/ 330168 w 769000"/>
                <a:gd name="connsiteY278" fmla="*/ 63223 h 248759"/>
                <a:gd name="connsiteX279" fmla="*/ 346378 w 769000"/>
                <a:gd name="connsiteY279" fmla="*/ 79477 h 248759"/>
                <a:gd name="connsiteX280" fmla="*/ 346378 w 769000"/>
                <a:gd name="connsiteY280" fmla="*/ 100222 h 248759"/>
                <a:gd name="connsiteX281" fmla="*/ 363666 w 769000"/>
                <a:gd name="connsiteY281" fmla="*/ 117465 h 248759"/>
                <a:gd name="connsiteX282" fmla="*/ 371119 w 769000"/>
                <a:gd name="connsiteY282" fmla="*/ 117465 h 248759"/>
                <a:gd name="connsiteX283" fmla="*/ 374846 w 769000"/>
                <a:gd name="connsiteY283" fmla="*/ 117510 h 248759"/>
                <a:gd name="connsiteX284" fmla="*/ 374846 w 769000"/>
                <a:gd name="connsiteY284" fmla="*/ 117510 h 248759"/>
                <a:gd name="connsiteX285" fmla="*/ 378304 w 769000"/>
                <a:gd name="connsiteY285" fmla="*/ 114052 h 248759"/>
                <a:gd name="connsiteX286" fmla="*/ 378304 w 769000"/>
                <a:gd name="connsiteY286" fmla="*/ 17332 h 248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</a:cxnLst>
              <a:rect l="l" t="t" r="r" b="b"/>
              <a:pathLst>
                <a:path w="769000" h="248759">
                  <a:moveTo>
                    <a:pt x="385623" y="234975"/>
                  </a:moveTo>
                  <a:lnTo>
                    <a:pt x="385623" y="243147"/>
                  </a:lnTo>
                  <a:cubicBezTo>
                    <a:pt x="385623" y="245303"/>
                    <a:pt x="384725" y="246470"/>
                    <a:pt x="382929" y="246470"/>
                  </a:cubicBezTo>
                  <a:lnTo>
                    <a:pt x="357379" y="246425"/>
                  </a:lnTo>
                  <a:cubicBezTo>
                    <a:pt x="353024" y="246425"/>
                    <a:pt x="348982" y="244898"/>
                    <a:pt x="345211" y="242159"/>
                  </a:cubicBezTo>
                  <a:cubicBezTo>
                    <a:pt x="345211" y="242159"/>
                    <a:pt x="306550" y="211671"/>
                    <a:pt x="306460" y="211581"/>
                  </a:cubicBezTo>
                  <a:cubicBezTo>
                    <a:pt x="303855" y="209291"/>
                    <a:pt x="302149" y="205474"/>
                    <a:pt x="302104" y="201118"/>
                  </a:cubicBezTo>
                  <a:lnTo>
                    <a:pt x="302104" y="188546"/>
                  </a:lnTo>
                  <a:cubicBezTo>
                    <a:pt x="302104" y="186435"/>
                    <a:pt x="302778" y="185313"/>
                    <a:pt x="304125" y="185313"/>
                  </a:cubicBezTo>
                  <a:cubicBezTo>
                    <a:pt x="305472" y="185313"/>
                    <a:pt x="307313" y="186211"/>
                    <a:pt x="308256" y="186480"/>
                  </a:cubicBezTo>
                  <a:cubicBezTo>
                    <a:pt x="310232" y="187199"/>
                    <a:pt x="312746" y="187872"/>
                    <a:pt x="312881" y="187917"/>
                  </a:cubicBezTo>
                  <a:cubicBezTo>
                    <a:pt x="316922" y="189219"/>
                    <a:pt x="320829" y="189893"/>
                    <a:pt x="324645" y="189893"/>
                  </a:cubicBezTo>
                  <a:cubicBezTo>
                    <a:pt x="332638" y="189893"/>
                    <a:pt x="339014" y="186345"/>
                    <a:pt x="341035" y="180643"/>
                  </a:cubicBezTo>
                  <a:cubicBezTo>
                    <a:pt x="342876" y="175389"/>
                    <a:pt x="337667" y="163176"/>
                    <a:pt x="319931" y="158686"/>
                  </a:cubicBezTo>
                  <a:cubicBezTo>
                    <a:pt x="306639" y="155318"/>
                    <a:pt x="294291" y="157922"/>
                    <a:pt x="290699" y="164568"/>
                  </a:cubicBezTo>
                  <a:cubicBezTo>
                    <a:pt x="290699" y="164568"/>
                    <a:pt x="290160" y="165601"/>
                    <a:pt x="289801" y="166678"/>
                  </a:cubicBezTo>
                  <a:cubicBezTo>
                    <a:pt x="289487" y="167711"/>
                    <a:pt x="289397" y="169238"/>
                    <a:pt x="289397" y="169866"/>
                  </a:cubicBezTo>
                  <a:lnTo>
                    <a:pt x="289397" y="217957"/>
                  </a:lnTo>
                  <a:cubicBezTo>
                    <a:pt x="289397" y="225186"/>
                    <a:pt x="288274" y="231877"/>
                    <a:pt x="283784" y="237759"/>
                  </a:cubicBezTo>
                  <a:cubicBezTo>
                    <a:pt x="281225" y="241172"/>
                    <a:pt x="277767" y="243955"/>
                    <a:pt x="273726" y="245303"/>
                  </a:cubicBezTo>
                  <a:cubicBezTo>
                    <a:pt x="271121" y="246111"/>
                    <a:pt x="268203" y="246425"/>
                    <a:pt x="265554" y="246425"/>
                  </a:cubicBezTo>
                  <a:cubicBezTo>
                    <a:pt x="263668" y="246425"/>
                    <a:pt x="260390" y="246335"/>
                    <a:pt x="258908" y="245527"/>
                  </a:cubicBezTo>
                  <a:cubicBezTo>
                    <a:pt x="257785" y="244898"/>
                    <a:pt x="257785" y="243731"/>
                    <a:pt x="257785" y="242608"/>
                  </a:cubicBezTo>
                  <a:lnTo>
                    <a:pt x="257785" y="234706"/>
                  </a:lnTo>
                  <a:lnTo>
                    <a:pt x="257785" y="228644"/>
                  </a:lnTo>
                  <a:lnTo>
                    <a:pt x="257785" y="211042"/>
                  </a:lnTo>
                  <a:lnTo>
                    <a:pt x="257785" y="131564"/>
                  </a:lnTo>
                  <a:cubicBezTo>
                    <a:pt x="257785" y="130172"/>
                    <a:pt x="258908" y="129005"/>
                    <a:pt x="260345" y="129005"/>
                  </a:cubicBezTo>
                  <a:cubicBezTo>
                    <a:pt x="260435" y="129005"/>
                    <a:pt x="307762" y="129005"/>
                    <a:pt x="307762" y="129005"/>
                  </a:cubicBezTo>
                  <a:cubicBezTo>
                    <a:pt x="315575" y="129005"/>
                    <a:pt x="323388" y="130352"/>
                    <a:pt x="331426" y="133001"/>
                  </a:cubicBezTo>
                  <a:cubicBezTo>
                    <a:pt x="339463" y="135695"/>
                    <a:pt x="346737" y="139333"/>
                    <a:pt x="353203" y="143913"/>
                  </a:cubicBezTo>
                  <a:cubicBezTo>
                    <a:pt x="359669" y="148493"/>
                    <a:pt x="364923" y="153926"/>
                    <a:pt x="369009" y="160122"/>
                  </a:cubicBezTo>
                  <a:cubicBezTo>
                    <a:pt x="373050" y="166319"/>
                    <a:pt x="375116" y="172965"/>
                    <a:pt x="375116" y="180014"/>
                  </a:cubicBezTo>
                  <a:cubicBezTo>
                    <a:pt x="375116" y="187513"/>
                    <a:pt x="372871" y="193530"/>
                    <a:pt x="368695" y="198290"/>
                  </a:cubicBezTo>
                  <a:cubicBezTo>
                    <a:pt x="361959" y="205968"/>
                    <a:pt x="354550" y="208931"/>
                    <a:pt x="352305" y="210368"/>
                  </a:cubicBezTo>
                  <a:cubicBezTo>
                    <a:pt x="354326" y="211940"/>
                    <a:pt x="358996" y="215622"/>
                    <a:pt x="365327" y="220606"/>
                  </a:cubicBezTo>
                  <a:cubicBezTo>
                    <a:pt x="377540" y="230305"/>
                    <a:pt x="383692" y="232011"/>
                    <a:pt x="383737" y="232011"/>
                  </a:cubicBezTo>
                  <a:cubicBezTo>
                    <a:pt x="384635" y="232460"/>
                    <a:pt x="385623" y="233763"/>
                    <a:pt x="385623" y="234975"/>
                  </a:cubicBezTo>
                  <a:moveTo>
                    <a:pt x="229227" y="215981"/>
                  </a:moveTo>
                  <a:lnTo>
                    <a:pt x="195191" y="215981"/>
                  </a:lnTo>
                  <a:cubicBezTo>
                    <a:pt x="190342" y="215981"/>
                    <a:pt x="185941" y="214679"/>
                    <a:pt x="181631" y="212883"/>
                  </a:cubicBezTo>
                  <a:cubicBezTo>
                    <a:pt x="177994" y="211311"/>
                    <a:pt x="172381" y="206462"/>
                    <a:pt x="170719" y="204576"/>
                  </a:cubicBezTo>
                  <a:cubicBezTo>
                    <a:pt x="167576" y="201118"/>
                    <a:pt x="165151" y="197122"/>
                    <a:pt x="163445" y="192632"/>
                  </a:cubicBezTo>
                  <a:cubicBezTo>
                    <a:pt x="161694" y="188097"/>
                    <a:pt x="160796" y="183472"/>
                    <a:pt x="160796" y="178712"/>
                  </a:cubicBezTo>
                  <a:cubicBezTo>
                    <a:pt x="160796" y="172605"/>
                    <a:pt x="162547" y="167846"/>
                    <a:pt x="166050" y="164433"/>
                  </a:cubicBezTo>
                  <a:cubicBezTo>
                    <a:pt x="166454" y="164029"/>
                    <a:pt x="167980" y="162817"/>
                    <a:pt x="169732" y="161739"/>
                  </a:cubicBezTo>
                  <a:cubicBezTo>
                    <a:pt x="171483" y="160706"/>
                    <a:pt x="173369" y="160212"/>
                    <a:pt x="174626" y="159943"/>
                  </a:cubicBezTo>
                  <a:cubicBezTo>
                    <a:pt x="176647" y="159449"/>
                    <a:pt x="178892" y="159179"/>
                    <a:pt x="181271" y="159179"/>
                  </a:cubicBezTo>
                  <a:cubicBezTo>
                    <a:pt x="183606" y="159179"/>
                    <a:pt x="185852" y="159449"/>
                    <a:pt x="187872" y="159943"/>
                  </a:cubicBezTo>
                  <a:cubicBezTo>
                    <a:pt x="191689" y="160706"/>
                    <a:pt x="195461" y="162233"/>
                    <a:pt x="199143" y="164568"/>
                  </a:cubicBezTo>
                  <a:cubicBezTo>
                    <a:pt x="204441" y="167935"/>
                    <a:pt x="210099" y="173054"/>
                    <a:pt x="213871" y="177949"/>
                  </a:cubicBezTo>
                  <a:lnTo>
                    <a:pt x="178443" y="177949"/>
                  </a:lnTo>
                  <a:cubicBezTo>
                    <a:pt x="176332" y="177949"/>
                    <a:pt x="175255" y="178892"/>
                    <a:pt x="175255" y="180733"/>
                  </a:cubicBezTo>
                  <a:cubicBezTo>
                    <a:pt x="175255" y="184415"/>
                    <a:pt x="175793" y="186795"/>
                    <a:pt x="177275" y="189758"/>
                  </a:cubicBezTo>
                  <a:cubicBezTo>
                    <a:pt x="178712" y="192767"/>
                    <a:pt x="185537" y="203139"/>
                    <a:pt x="199502" y="203139"/>
                  </a:cubicBezTo>
                  <a:lnTo>
                    <a:pt x="232505" y="203139"/>
                  </a:lnTo>
                  <a:cubicBezTo>
                    <a:pt x="238253" y="203139"/>
                    <a:pt x="242249" y="201612"/>
                    <a:pt x="244494" y="198559"/>
                  </a:cubicBezTo>
                  <a:cubicBezTo>
                    <a:pt x="246694" y="195506"/>
                    <a:pt x="247323" y="192856"/>
                    <a:pt x="247323" y="188725"/>
                  </a:cubicBezTo>
                  <a:cubicBezTo>
                    <a:pt x="247323" y="181990"/>
                    <a:pt x="245527" y="175344"/>
                    <a:pt x="241980" y="168250"/>
                  </a:cubicBezTo>
                  <a:cubicBezTo>
                    <a:pt x="238432" y="161110"/>
                    <a:pt x="233583" y="154644"/>
                    <a:pt x="227521" y="148807"/>
                  </a:cubicBezTo>
                  <a:cubicBezTo>
                    <a:pt x="221459" y="142970"/>
                    <a:pt x="214365" y="138255"/>
                    <a:pt x="206327" y="134573"/>
                  </a:cubicBezTo>
                  <a:cubicBezTo>
                    <a:pt x="198290" y="130891"/>
                    <a:pt x="189848" y="129050"/>
                    <a:pt x="181047" y="129050"/>
                  </a:cubicBezTo>
                  <a:lnTo>
                    <a:pt x="132462" y="129050"/>
                  </a:lnTo>
                  <a:cubicBezTo>
                    <a:pt x="131070" y="129050"/>
                    <a:pt x="129903" y="130217"/>
                    <a:pt x="129903" y="131609"/>
                  </a:cubicBezTo>
                  <a:lnTo>
                    <a:pt x="129903" y="179880"/>
                  </a:lnTo>
                  <a:cubicBezTo>
                    <a:pt x="129903" y="188905"/>
                    <a:pt x="131654" y="197481"/>
                    <a:pt x="135157" y="205519"/>
                  </a:cubicBezTo>
                  <a:cubicBezTo>
                    <a:pt x="138614" y="213556"/>
                    <a:pt x="143374" y="220606"/>
                    <a:pt x="149391" y="226668"/>
                  </a:cubicBezTo>
                  <a:cubicBezTo>
                    <a:pt x="155363" y="232730"/>
                    <a:pt x="162368" y="237534"/>
                    <a:pt x="170315" y="241037"/>
                  </a:cubicBezTo>
                  <a:cubicBezTo>
                    <a:pt x="178308" y="244584"/>
                    <a:pt x="186884" y="246470"/>
                    <a:pt x="195999" y="246470"/>
                  </a:cubicBezTo>
                  <a:lnTo>
                    <a:pt x="244674" y="246470"/>
                  </a:lnTo>
                  <a:cubicBezTo>
                    <a:pt x="246066" y="246470"/>
                    <a:pt x="247233" y="245347"/>
                    <a:pt x="247233" y="243911"/>
                  </a:cubicBezTo>
                  <a:lnTo>
                    <a:pt x="247233" y="234122"/>
                  </a:lnTo>
                  <a:cubicBezTo>
                    <a:pt x="247233" y="228464"/>
                    <a:pt x="245662" y="224019"/>
                    <a:pt x="242429" y="220786"/>
                  </a:cubicBezTo>
                  <a:cubicBezTo>
                    <a:pt x="239286" y="217598"/>
                    <a:pt x="234840" y="215981"/>
                    <a:pt x="229227" y="215981"/>
                  </a:cubicBezTo>
                  <a:moveTo>
                    <a:pt x="108170" y="73505"/>
                  </a:moveTo>
                  <a:cubicBezTo>
                    <a:pt x="110326" y="73505"/>
                    <a:pt x="111403" y="72563"/>
                    <a:pt x="111403" y="70721"/>
                  </a:cubicBezTo>
                  <a:lnTo>
                    <a:pt x="111403" y="61292"/>
                  </a:lnTo>
                  <a:cubicBezTo>
                    <a:pt x="111403" y="55634"/>
                    <a:pt x="109787" y="51144"/>
                    <a:pt x="106554" y="47911"/>
                  </a:cubicBezTo>
                  <a:cubicBezTo>
                    <a:pt x="103321" y="44678"/>
                    <a:pt x="98875" y="43106"/>
                    <a:pt x="93173" y="43106"/>
                  </a:cubicBezTo>
                  <a:lnTo>
                    <a:pt x="35832" y="43106"/>
                  </a:lnTo>
                  <a:cubicBezTo>
                    <a:pt x="36730" y="39245"/>
                    <a:pt x="38706" y="36191"/>
                    <a:pt x="41714" y="33901"/>
                  </a:cubicBezTo>
                  <a:cubicBezTo>
                    <a:pt x="44678" y="31611"/>
                    <a:pt x="48629" y="30444"/>
                    <a:pt x="53569" y="30444"/>
                  </a:cubicBezTo>
                  <a:lnTo>
                    <a:pt x="115040" y="30444"/>
                  </a:lnTo>
                  <a:cubicBezTo>
                    <a:pt x="117196" y="30444"/>
                    <a:pt x="118273" y="29546"/>
                    <a:pt x="118273" y="27660"/>
                  </a:cubicBezTo>
                  <a:lnTo>
                    <a:pt x="118273" y="18230"/>
                  </a:lnTo>
                  <a:cubicBezTo>
                    <a:pt x="118273" y="12573"/>
                    <a:pt x="116657" y="8082"/>
                    <a:pt x="113424" y="4894"/>
                  </a:cubicBezTo>
                  <a:cubicBezTo>
                    <a:pt x="110191" y="1661"/>
                    <a:pt x="105745" y="45"/>
                    <a:pt x="100043" y="45"/>
                  </a:cubicBezTo>
                  <a:lnTo>
                    <a:pt x="5882" y="45"/>
                  </a:lnTo>
                  <a:cubicBezTo>
                    <a:pt x="4041" y="45"/>
                    <a:pt x="3098" y="1123"/>
                    <a:pt x="3098" y="3278"/>
                  </a:cubicBezTo>
                  <a:lnTo>
                    <a:pt x="3098" y="67039"/>
                  </a:lnTo>
                  <a:cubicBezTo>
                    <a:pt x="3098" y="74269"/>
                    <a:pt x="4400" y="80959"/>
                    <a:pt x="7005" y="87201"/>
                  </a:cubicBezTo>
                  <a:cubicBezTo>
                    <a:pt x="9609" y="93442"/>
                    <a:pt x="13246" y="98741"/>
                    <a:pt x="17961" y="103231"/>
                  </a:cubicBezTo>
                  <a:cubicBezTo>
                    <a:pt x="22631" y="107676"/>
                    <a:pt x="28244" y="111179"/>
                    <a:pt x="34755" y="113693"/>
                  </a:cubicBezTo>
                  <a:cubicBezTo>
                    <a:pt x="41265" y="116253"/>
                    <a:pt x="48360" y="117510"/>
                    <a:pt x="56038" y="117510"/>
                  </a:cubicBezTo>
                  <a:lnTo>
                    <a:pt x="117285" y="117510"/>
                  </a:lnTo>
                  <a:cubicBezTo>
                    <a:pt x="119441" y="117510"/>
                    <a:pt x="120473" y="116612"/>
                    <a:pt x="120473" y="114771"/>
                  </a:cubicBezTo>
                  <a:lnTo>
                    <a:pt x="120473" y="105341"/>
                  </a:lnTo>
                  <a:cubicBezTo>
                    <a:pt x="120473" y="99684"/>
                    <a:pt x="118857" y="95193"/>
                    <a:pt x="115669" y="91960"/>
                  </a:cubicBezTo>
                  <a:cubicBezTo>
                    <a:pt x="112436" y="88727"/>
                    <a:pt x="107991" y="87111"/>
                    <a:pt x="102288" y="87111"/>
                  </a:cubicBezTo>
                  <a:lnTo>
                    <a:pt x="53928" y="87111"/>
                  </a:lnTo>
                  <a:cubicBezTo>
                    <a:pt x="49348" y="87111"/>
                    <a:pt x="45396" y="85854"/>
                    <a:pt x="42163" y="83294"/>
                  </a:cubicBezTo>
                  <a:cubicBezTo>
                    <a:pt x="38930" y="80780"/>
                    <a:pt x="36775" y="77502"/>
                    <a:pt x="35742" y="73505"/>
                  </a:cubicBezTo>
                  <a:lnTo>
                    <a:pt x="108170" y="73505"/>
                  </a:lnTo>
                  <a:close/>
                  <a:moveTo>
                    <a:pt x="461059" y="117465"/>
                  </a:moveTo>
                  <a:cubicBezTo>
                    <a:pt x="477359" y="117465"/>
                    <a:pt x="490021" y="113289"/>
                    <a:pt x="499136" y="104937"/>
                  </a:cubicBezTo>
                  <a:cubicBezTo>
                    <a:pt x="508297" y="96585"/>
                    <a:pt x="512877" y="84237"/>
                    <a:pt x="512877" y="67982"/>
                  </a:cubicBezTo>
                  <a:cubicBezTo>
                    <a:pt x="512877" y="58598"/>
                    <a:pt x="510901" y="49797"/>
                    <a:pt x="506994" y="41490"/>
                  </a:cubicBezTo>
                  <a:cubicBezTo>
                    <a:pt x="503088" y="33183"/>
                    <a:pt x="497879" y="25999"/>
                    <a:pt x="491323" y="19847"/>
                  </a:cubicBezTo>
                  <a:cubicBezTo>
                    <a:pt x="484813" y="13740"/>
                    <a:pt x="477314" y="8891"/>
                    <a:pt x="468872" y="5343"/>
                  </a:cubicBezTo>
                  <a:cubicBezTo>
                    <a:pt x="460430" y="1841"/>
                    <a:pt x="451674" y="45"/>
                    <a:pt x="442649" y="45"/>
                  </a:cubicBezTo>
                  <a:lnTo>
                    <a:pt x="395906" y="45"/>
                  </a:lnTo>
                  <a:cubicBezTo>
                    <a:pt x="394065" y="45"/>
                    <a:pt x="393122" y="1123"/>
                    <a:pt x="393122" y="3233"/>
                  </a:cubicBezTo>
                  <a:lnTo>
                    <a:pt x="393122" y="99279"/>
                  </a:lnTo>
                  <a:cubicBezTo>
                    <a:pt x="393122" y="104982"/>
                    <a:pt x="394738" y="109427"/>
                    <a:pt x="397971" y="112616"/>
                  </a:cubicBezTo>
                  <a:cubicBezTo>
                    <a:pt x="401204" y="115849"/>
                    <a:pt x="405649" y="117465"/>
                    <a:pt x="411352" y="117465"/>
                  </a:cubicBezTo>
                  <a:lnTo>
                    <a:pt x="461059" y="117465"/>
                  </a:lnTo>
                  <a:close/>
                  <a:moveTo>
                    <a:pt x="456120" y="33767"/>
                  </a:moveTo>
                  <a:cubicBezTo>
                    <a:pt x="460655" y="36012"/>
                    <a:pt x="464741" y="38975"/>
                    <a:pt x="468333" y="42612"/>
                  </a:cubicBezTo>
                  <a:cubicBezTo>
                    <a:pt x="471926" y="46294"/>
                    <a:pt x="474889" y="50470"/>
                    <a:pt x="477179" y="55051"/>
                  </a:cubicBezTo>
                  <a:cubicBezTo>
                    <a:pt x="479469" y="59631"/>
                    <a:pt x="480637" y="64345"/>
                    <a:pt x="480637" y="69105"/>
                  </a:cubicBezTo>
                  <a:cubicBezTo>
                    <a:pt x="480637" y="74808"/>
                    <a:pt x="478751" y="79208"/>
                    <a:pt x="474979" y="82351"/>
                  </a:cubicBezTo>
                  <a:cubicBezTo>
                    <a:pt x="471207" y="85494"/>
                    <a:pt x="466627" y="87066"/>
                    <a:pt x="461284" y="87066"/>
                  </a:cubicBezTo>
                  <a:lnTo>
                    <a:pt x="425362" y="87066"/>
                  </a:lnTo>
                  <a:lnTo>
                    <a:pt x="425362" y="49752"/>
                  </a:lnTo>
                  <a:cubicBezTo>
                    <a:pt x="425362" y="44094"/>
                    <a:pt x="426843" y="39424"/>
                    <a:pt x="429852" y="35832"/>
                  </a:cubicBezTo>
                  <a:cubicBezTo>
                    <a:pt x="432860" y="32195"/>
                    <a:pt x="436991" y="30399"/>
                    <a:pt x="442380" y="30399"/>
                  </a:cubicBezTo>
                  <a:cubicBezTo>
                    <a:pt x="447005" y="30444"/>
                    <a:pt x="451585" y="31566"/>
                    <a:pt x="456120" y="33767"/>
                  </a:cubicBezTo>
                  <a:moveTo>
                    <a:pt x="74942" y="158371"/>
                  </a:moveTo>
                  <a:cubicBezTo>
                    <a:pt x="80375" y="159808"/>
                    <a:pt x="85135" y="161694"/>
                    <a:pt x="89132" y="164029"/>
                  </a:cubicBezTo>
                  <a:cubicBezTo>
                    <a:pt x="91107" y="165241"/>
                    <a:pt x="92634" y="166050"/>
                    <a:pt x="93622" y="166319"/>
                  </a:cubicBezTo>
                  <a:cubicBezTo>
                    <a:pt x="94610" y="166633"/>
                    <a:pt x="95732" y="166768"/>
                    <a:pt x="96989" y="166768"/>
                  </a:cubicBezTo>
                  <a:cubicBezTo>
                    <a:pt x="99729" y="166768"/>
                    <a:pt x="102647" y="165241"/>
                    <a:pt x="105745" y="162143"/>
                  </a:cubicBezTo>
                  <a:lnTo>
                    <a:pt x="117510" y="149930"/>
                  </a:lnTo>
                  <a:cubicBezTo>
                    <a:pt x="117959" y="149481"/>
                    <a:pt x="118183" y="148942"/>
                    <a:pt x="118183" y="148313"/>
                  </a:cubicBezTo>
                  <a:cubicBezTo>
                    <a:pt x="118183" y="147550"/>
                    <a:pt x="117734" y="146697"/>
                    <a:pt x="116791" y="145799"/>
                  </a:cubicBezTo>
                  <a:cubicBezTo>
                    <a:pt x="110191" y="139826"/>
                    <a:pt x="101614" y="135112"/>
                    <a:pt x="91107" y="131744"/>
                  </a:cubicBezTo>
                  <a:cubicBezTo>
                    <a:pt x="80600" y="128376"/>
                    <a:pt x="69509" y="126670"/>
                    <a:pt x="57834" y="126670"/>
                  </a:cubicBezTo>
                  <a:cubicBezTo>
                    <a:pt x="50605" y="126670"/>
                    <a:pt x="43735" y="127344"/>
                    <a:pt x="37224" y="128736"/>
                  </a:cubicBezTo>
                  <a:cubicBezTo>
                    <a:pt x="30713" y="130128"/>
                    <a:pt x="24921" y="132283"/>
                    <a:pt x="19847" y="135202"/>
                  </a:cubicBezTo>
                  <a:cubicBezTo>
                    <a:pt x="14773" y="138120"/>
                    <a:pt x="10732" y="141937"/>
                    <a:pt x="7768" y="146607"/>
                  </a:cubicBezTo>
                  <a:cubicBezTo>
                    <a:pt x="4760" y="151322"/>
                    <a:pt x="3278" y="156934"/>
                    <a:pt x="3278" y="163535"/>
                  </a:cubicBezTo>
                  <a:cubicBezTo>
                    <a:pt x="3278" y="169372"/>
                    <a:pt x="4580" y="174312"/>
                    <a:pt x="7184" y="178488"/>
                  </a:cubicBezTo>
                  <a:cubicBezTo>
                    <a:pt x="9789" y="182619"/>
                    <a:pt x="13381" y="186166"/>
                    <a:pt x="17961" y="189085"/>
                  </a:cubicBezTo>
                  <a:cubicBezTo>
                    <a:pt x="22586" y="192003"/>
                    <a:pt x="28019" y="194338"/>
                    <a:pt x="34306" y="196089"/>
                  </a:cubicBezTo>
                  <a:cubicBezTo>
                    <a:pt x="40592" y="197885"/>
                    <a:pt x="47462" y="199277"/>
                    <a:pt x="54826" y="200355"/>
                  </a:cubicBezTo>
                  <a:cubicBezTo>
                    <a:pt x="60214" y="201118"/>
                    <a:pt x="64570" y="201882"/>
                    <a:pt x="67938" y="202555"/>
                  </a:cubicBezTo>
                  <a:cubicBezTo>
                    <a:pt x="71305" y="203274"/>
                    <a:pt x="73999" y="203947"/>
                    <a:pt x="75975" y="204621"/>
                  </a:cubicBezTo>
                  <a:cubicBezTo>
                    <a:pt x="77951" y="205294"/>
                    <a:pt x="79343" y="206058"/>
                    <a:pt x="80016" y="206911"/>
                  </a:cubicBezTo>
                  <a:cubicBezTo>
                    <a:pt x="80735" y="207764"/>
                    <a:pt x="81049" y="208797"/>
                    <a:pt x="81049" y="210009"/>
                  </a:cubicBezTo>
                  <a:cubicBezTo>
                    <a:pt x="81049" y="212479"/>
                    <a:pt x="79567" y="214185"/>
                    <a:pt x="76559" y="215173"/>
                  </a:cubicBezTo>
                  <a:cubicBezTo>
                    <a:pt x="73550" y="216161"/>
                    <a:pt x="69599" y="216700"/>
                    <a:pt x="64705" y="216700"/>
                  </a:cubicBezTo>
                  <a:cubicBezTo>
                    <a:pt x="56577" y="216700"/>
                    <a:pt x="49662" y="215981"/>
                    <a:pt x="43960" y="214634"/>
                  </a:cubicBezTo>
                  <a:cubicBezTo>
                    <a:pt x="38302" y="213242"/>
                    <a:pt x="33363" y="211311"/>
                    <a:pt x="29232" y="208887"/>
                  </a:cubicBezTo>
                  <a:cubicBezTo>
                    <a:pt x="27256" y="207674"/>
                    <a:pt x="25729" y="206911"/>
                    <a:pt x="24741" y="206597"/>
                  </a:cubicBezTo>
                  <a:cubicBezTo>
                    <a:pt x="23753" y="206282"/>
                    <a:pt x="22631" y="206148"/>
                    <a:pt x="21374" y="206148"/>
                  </a:cubicBezTo>
                  <a:cubicBezTo>
                    <a:pt x="18635" y="206148"/>
                    <a:pt x="15716" y="207719"/>
                    <a:pt x="12663" y="210772"/>
                  </a:cubicBezTo>
                  <a:lnTo>
                    <a:pt x="674" y="223211"/>
                  </a:lnTo>
                  <a:cubicBezTo>
                    <a:pt x="225" y="223659"/>
                    <a:pt x="0" y="224198"/>
                    <a:pt x="0" y="224827"/>
                  </a:cubicBezTo>
                  <a:cubicBezTo>
                    <a:pt x="0" y="225590"/>
                    <a:pt x="449" y="226443"/>
                    <a:pt x="1392" y="227386"/>
                  </a:cubicBezTo>
                  <a:cubicBezTo>
                    <a:pt x="4311" y="230305"/>
                    <a:pt x="8038" y="232954"/>
                    <a:pt x="12573" y="235334"/>
                  </a:cubicBezTo>
                  <a:cubicBezTo>
                    <a:pt x="17108" y="237714"/>
                    <a:pt x="22227" y="239735"/>
                    <a:pt x="27974" y="241306"/>
                  </a:cubicBezTo>
                  <a:cubicBezTo>
                    <a:pt x="33722" y="242923"/>
                    <a:pt x="40008" y="244180"/>
                    <a:pt x="46744" y="245123"/>
                  </a:cubicBezTo>
                  <a:cubicBezTo>
                    <a:pt x="53524" y="246066"/>
                    <a:pt x="60574" y="246515"/>
                    <a:pt x="67938" y="246515"/>
                  </a:cubicBezTo>
                  <a:lnTo>
                    <a:pt x="116522" y="246515"/>
                  </a:lnTo>
                  <a:cubicBezTo>
                    <a:pt x="117285" y="246515"/>
                    <a:pt x="117824" y="246201"/>
                    <a:pt x="118139" y="245572"/>
                  </a:cubicBezTo>
                  <a:cubicBezTo>
                    <a:pt x="118318" y="245303"/>
                    <a:pt x="118363" y="244898"/>
                    <a:pt x="118363" y="244405"/>
                  </a:cubicBezTo>
                  <a:lnTo>
                    <a:pt x="118363" y="217463"/>
                  </a:lnTo>
                  <a:cubicBezTo>
                    <a:pt x="118363" y="209650"/>
                    <a:pt x="117465" y="203139"/>
                    <a:pt x="115624" y="197975"/>
                  </a:cubicBezTo>
                  <a:cubicBezTo>
                    <a:pt x="113783" y="192811"/>
                    <a:pt x="111179" y="188636"/>
                    <a:pt x="107811" y="185447"/>
                  </a:cubicBezTo>
                  <a:cubicBezTo>
                    <a:pt x="104443" y="182214"/>
                    <a:pt x="100357" y="179790"/>
                    <a:pt x="95508" y="178083"/>
                  </a:cubicBezTo>
                  <a:cubicBezTo>
                    <a:pt x="90658" y="176422"/>
                    <a:pt x="85270" y="175075"/>
                    <a:pt x="79253" y="174177"/>
                  </a:cubicBezTo>
                  <a:cubicBezTo>
                    <a:pt x="66815" y="172336"/>
                    <a:pt x="56981" y="170674"/>
                    <a:pt x="49752" y="169103"/>
                  </a:cubicBezTo>
                  <a:cubicBezTo>
                    <a:pt x="42523" y="167576"/>
                    <a:pt x="38930" y="165376"/>
                    <a:pt x="38930" y="162412"/>
                  </a:cubicBezTo>
                  <a:cubicBezTo>
                    <a:pt x="38930" y="158281"/>
                    <a:pt x="44768" y="156216"/>
                    <a:pt x="56443" y="156216"/>
                  </a:cubicBezTo>
                  <a:cubicBezTo>
                    <a:pt x="63313" y="156216"/>
                    <a:pt x="69509" y="156934"/>
                    <a:pt x="74942" y="158371"/>
                  </a:cubicBezTo>
                  <a:moveTo>
                    <a:pt x="388362" y="129005"/>
                  </a:moveTo>
                  <a:cubicBezTo>
                    <a:pt x="386521" y="129005"/>
                    <a:pt x="385578" y="130083"/>
                    <a:pt x="385578" y="132238"/>
                  </a:cubicBezTo>
                  <a:lnTo>
                    <a:pt x="385578" y="179924"/>
                  </a:lnTo>
                  <a:cubicBezTo>
                    <a:pt x="385578" y="189129"/>
                    <a:pt x="387509" y="197885"/>
                    <a:pt x="391325" y="206148"/>
                  </a:cubicBezTo>
                  <a:cubicBezTo>
                    <a:pt x="395142" y="214454"/>
                    <a:pt x="400261" y="221774"/>
                    <a:pt x="406637" y="228150"/>
                  </a:cubicBezTo>
                  <a:cubicBezTo>
                    <a:pt x="413013" y="234526"/>
                    <a:pt x="420333" y="239555"/>
                    <a:pt x="428640" y="243237"/>
                  </a:cubicBezTo>
                  <a:cubicBezTo>
                    <a:pt x="436902" y="246919"/>
                    <a:pt x="445523" y="248760"/>
                    <a:pt x="454414" y="248760"/>
                  </a:cubicBezTo>
                  <a:cubicBezTo>
                    <a:pt x="462092" y="248760"/>
                    <a:pt x="469007" y="247548"/>
                    <a:pt x="475248" y="245078"/>
                  </a:cubicBezTo>
                  <a:cubicBezTo>
                    <a:pt x="481445" y="242608"/>
                    <a:pt x="486788" y="239196"/>
                    <a:pt x="491234" y="234706"/>
                  </a:cubicBezTo>
                  <a:cubicBezTo>
                    <a:pt x="495679" y="230260"/>
                    <a:pt x="499136" y="224917"/>
                    <a:pt x="501606" y="218720"/>
                  </a:cubicBezTo>
                  <a:cubicBezTo>
                    <a:pt x="504076" y="212524"/>
                    <a:pt x="505288" y="205564"/>
                    <a:pt x="505288" y="197885"/>
                  </a:cubicBezTo>
                  <a:cubicBezTo>
                    <a:pt x="505288" y="188680"/>
                    <a:pt x="503357" y="179924"/>
                    <a:pt x="499496" y="171617"/>
                  </a:cubicBezTo>
                  <a:cubicBezTo>
                    <a:pt x="495679" y="163355"/>
                    <a:pt x="490560" y="155991"/>
                    <a:pt x="484184" y="149615"/>
                  </a:cubicBezTo>
                  <a:cubicBezTo>
                    <a:pt x="477808" y="143239"/>
                    <a:pt x="470489" y="138210"/>
                    <a:pt x="462182" y="134528"/>
                  </a:cubicBezTo>
                  <a:cubicBezTo>
                    <a:pt x="453875" y="130846"/>
                    <a:pt x="445298" y="129005"/>
                    <a:pt x="436408" y="129005"/>
                  </a:cubicBezTo>
                  <a:lnTo>
                    <a:pt x="388362" y="129005"/>
                  </a:lnTo>
                  <a:close/>
                  <a:moveTo>
                    <a:pt x="423116" y="164972"/>
                  </a:moveTo>
                  <a:cubicBezTo>
                    <a:pt x="426619" y="161290"/>
                    <a:pt x="431199" y="159449"/>
                    <a:pt x="436722" y="159449"/>
                  </a:cubicBezTo>
                  <a:cubicBezTo>
                    <a:pt x="440988" y="159449"/>
                    <a:pt x="445298" y="160616"/>
                    <a:pt x="449609" y="163041"/>
                  </a:cubicBezTo>
                  <a:cubicBezTo>
                    <a:pt x="453920" y="165421"/>
                    <a:pt x="457781" y="168474"/>
                    <a:pt x="461239" y="172246"/>
                  </a:cubicBezTo>
                  <a:cubicBezTo>
                    <a:pt x="464696" y="176018"/>
                    <a:pt x="467525" y="180194"/>
                    <a:pt x="469725" y="184774"/>
                  </a:cubicBezTo>
                  <a:cubicBezTo>
                    <a:pt x="471970" y="189354"/>
                    <a:pt x="473093" y="193979"/>
                    <a:pt x="473093" y="198604"/>
                  </a:cubicBezTo>
                  <a:cubicBezTo>
                    <a:pt x="473093" y="204441"/>
                    <a:pt x="471342" y="209201"/>
                    <a:pt x="467884" y="212883"/>
                  </a:cubicBezTo>
                  <a:cubicBezTo>
                    <a:pt x="464427" y="216565"/>
                    <a:pt x="459892" y="218406"/>
                    <a:pt x="454189" y="218406"/>
                  </a:cubicBezTo>
                  <a:cubicBezTo>
                    <a:pt x="449878" y="218406"/>
                    <a:pt x="445568" y="217194"/>
                    <a:pt x="441302" y="214814"/>
                  </a:cubicBezTo>
                  <a:cubicBezTo>
                    <a:pt x="436991" y="212434"/>
                    <a:pt x="433130" y="209381"/>
                    <a:pt x="429672" y="205609"/>
                  </a:cubicBezTo>
                  <a:cubicBezTo>
                    <a:pt x="426215" y="201837"/>
                    <a:pt x="423386" y="197661"/>
                    <a:pt x="421186" y="193036"/>
                  </a:cubicBezTo>
                  <a:cubicBezTo>
                    <a:pt x="418941" y="188456"/>
                    <a:pt x="417818" y="183831"/>
                    <a:pt x="417818" y="179206"/>
                  </a:cubicBezTo>
                  <a:cubicBezTo>
                    <a:pt x="417818" y="173414"/>
                    <a:pt x="419569" y="168654"/>
                    <a:pt x="423116" y="164972"/>
                  </a:cubicBezTo>
                  <a:moveTo>
                    <a:pt x="546868" y="134348"/>
                  </a:moveTo>
                  <a:cubicBezTo>
                    <a:pt x="543635" y="130846"/>
                    <a:pt x="539414" y="129050"/>
                    <a:pt x="534205" y="129050"/>
                  </a:cubicBezTo>
                  <a:lnTo>
                    <a:pt x="519702" y="129050"/>
                  </a:lnTo>
                  <a:cubicBezTo>
                    <a:pt x="517861" y="129050"/>
                    <a:pt x="516963" y="130128"/>
                    <a:pt x="516963" y="132283"/>
                  </a:cubicBezTo>
                  <a:lnTo>
                    <a:pt x="516963" y="228284"/>
                  </a:lnTo>
                  <a:cubicBezTo>
                    <a:pt x="516963" y="233987"/>
                    <a:pt x="518579" y="238432"/>
                    <a:pt x="521767" y="241620"/>
                  </a:cubicBezTo>
                  <a:cubicBezTo>
                    <a:pt x="525000" y="244853"/>
                    <a:pt x="529446" y="246470"/>
                    <a:pt x="535148" y="246470"/>
                  </a:cubicBezTo>
                  <a:lnTo>
                    <a:pt x="546419" y="246470"/>
                  </a:lnTo>
                  <a:cubicBezTo>
                    <a:pt x="548260" y="246470"/>
                    <a:pt x="549158" y="245392"/>
                    <a:pt x="549158" y="243237"/>
                  </a:cubicBezTo>
                  <a:lnTo>
                    <a:pt x="549158" y="180823"/>
                  </a:lnTo>
                  <a:lnTo>
                    <a:pt x="605331" y="241172"/>
                  </a:lnTo>
                  <a:cubicBezTo>
                    <a:pt x="608564" y="244674"/>
                    <a:pt x="612785" y="246470"/>
                    <a:pt x="617993" y="246470"/>
                  </a:cubicBezTo>
                  <a:lnTo>
                    <a:pt x="631599" y="246470"/>
                  </a:lnTo>
                  <a:cubicBezTo>
                    <a:pt x="633440" y="246470"/>
                    <a:pt x="634383" y="245392"/>
                    <a:pt x="634383" y="243237"/>
                  </a:cubicBezTo>
                  <a:lnTo>
                    <a:pt x="634383" y="147235"/>
                  </a:lnTo>
                  <a:cubicBezTo>
                    <a:pt x="634383" y="141578"/>
                    <a:pt x="632766" y="137087"/>
                    <a:pt x="629533" y="133854"/>
                  </a:cubicBezTo>
                  <a:cubicBezTo>
                    <a:pt x="626300" y="130621"/>
                    <a:pt x="621855" y="129005"/>
                    <a:pt x="616152" y="129005"/>
                  </a:cubicBezTo>
                  <a:lnTo>
                    <a:pt x="604837" y="129005"/>
                  </a:lnTo>
                  <a:cubicBezTo>
                    <a:pt x="602996" y="129005"/>
                    <a:pt x="602098" y="130083"/>
                    <a:pt x="602098" y="132238"/>
                  </a:cubicBezTo>
                  <a:lnTo>
                    <a:pt x="602098" y="168384"/>
                  </a:lnTo>
                  <a:cubicBezTo>
                    <a:pt x="602098" y="171483"/>
                    <a:pt x="601380" y="173952"/>
                    <a:pt x="599898" y="175883"/>
                  </a:cubicBezTo>
                  <a:cubicBezTo>
                    <a:pt x="598461" y="177814"/>
                    <a:pt x="596261" y="178757"/>
                    <a:pt x="593342" y="178757"/>
                  </a:cubicBezTo>
                  <a:cubicBezTo>
                    <a:pt x="589840" y="178757"/>
                    <a:pt x="586562" y="177140"/>
                    <a:pt x="583643" y="173907"/>
                  </a:cubicBezTo>
                  <a:lnTo>
                    <a:pt x="546868" y="134348"/>
                  </a:lnTo>
                  <a:close/>
                  <a:moveTo>
                    <a:pt x="652074" y="129005"/>
                  </a:moveTo>
                  <a:cubicBezTo>
                    <a:pt x="650233" y="129005"/>
                    <a:pt x="649291" y="130083"/>
                    <a:pt x="649291" y="132238"/>
                  </a:cubicBezTo>
                  <a:lnTo>
                    <a:pt x="649291" y="179924"/>
                  </a:lnTo>
                  <a:cubicBezTo>
                    <a:pt x="649291" y="189129"/>
                    <a:pt x="651221" y="197885"/>
                    <a:pt x="655038" y="206148"/>
                  </a:cubicBezTo>
                  <a:cubicBezTo>
                    <a:pt x="658855" y="214454"/>
                    <a:pt x="663974" y="221774"/>
                    <a:pt x="670350" y="228150"/>
                  </a:cubicBezTo>
                  <a:cubicBezTo>
                    <a:pt x="676726" y="234526"/>
                    <a:pt x="684045" y="239555"/>
                    <a:pt x="692352" y="243237"/>
                  </a:cubicBezTo>
                  <a:cubicBezTo>
                    <a:pt x="700614" y="246919"/>
                    <a:pt x="709235" y="248760"/>
                    <a:pt x="718126" y="248760"/>
                  </a:cubicBezTo>
                  <a:cubicBezTo>
                    <a:pt x="725804" y="248760"/>
                    <a:pt x="732764" y="247548"/>
                    <a:pt x="738961" y="245078"/>
                  </a:cubicBezTo>
                  <a:cubicBezTo>
                    <a:pt x="745157" y="242608"/>
                    <a:pt x="750501" y="239196"/>
                    <a:pt x="754946" y="234706"/>
                  </a:cubicBezTo>
                  <a:cubicBezTo>
                    <a:pt x="759391" y="230260"/>
                    <a:pt x="762849" y="224917"/>
                    <a:pt x="765319" y="218720"/>
                  </a:cubicBezTo>
                  <a:cubicBezTo>
                    <a:pt x="767743" y="212524"/>
                    <a:pt x="769001" y="205564"/>
                    <a:pt x="769001" y="197885"/>
                  </a:cubicBezTo>
                  <a:cubicBezTo>
                    <a:pt x="769001" y="188680"/>
                    <a:pt x="767070" y="179924"/>
                    <a:pt x="763253" y="171617"/>
                  </a:cubicBezTo>
                  <a:cubicBezTo>
                    <a:pt x="759391" y="163355"/>
                    <a:pt x="754317" y="155991"/>
                    <a:pt x="747941" y="149615"/>
                  </a:cubicBezTo>
                  <a:cubicBezTo>
                    <a:pt x="741565" y="143239"/>
                    <a:pt x="734246" y="138210"/>
                    <a:pt x="725939" y="134528"/>
                  </a:cubicBezTo>
                  <a:cubicBezTo>
                    <a:pt x="717632" y="130846"/>
                    <a:pt x="709056" y="129005"/>
                    <a:pt x="700165" y="129005"/>
                  </a:cubicBezTo>
                  <a:lnTo>
                    <a:pt x="652074" y="129005"/>
                  </a:lnTo>
                  <a:close/>
                  <a:moveTo>
                    <a:pt x="686829" y="164972"/>
                  </a:moveTo>
                  <a:cubicBezTo>
                    <a:pt x="690376" y="161290"/>
                    <a:pt x="694867" y="159449"/>
                    <a:pt x="700434" y="159449"/>
                  </a:cubicBezTo>
                  <a:cubicBezTo>
                    <a:pt x="704700" y="159449"/>
                    <a:pt x="709011" y="160616"/>
                    <a:pt x="713321" y="163041"/>
                  </a:cubicBezTo>
                  <a:cubicBezTo>
                    <a:pt x="717632" y="165421"/>
                    <a:pt x="721494" y="168474"/>
                    <a:pt x="724951" y="172246"/>
                  </a:cubicBezTo>
                  <a:cubicBezTo>
                    <a:pt x="728409" y="176018"/>
                    <a:pt x="731238" y="180194"/>
                    <a:pt x="733483" y="184774"/>
                  </a:cubicBezTo>
                  <a:cubicBezTo>
                    <a:pt x="735683" y="189354"/>
                    <a:pt x="736806" y="193979"/>
                    <a:pt x="736806" y="198604"/>
                  </a:cubicBezTo>
                  <a:cubicBezTo>
                    <a:pt x="736806" y="204441"/>
                    <a:pt x="735054" y="209201"/>
                    <a:pt x="731597" y="212883"/>
                  </a:cubicBezTo>
                  <a:cubicBezTo>
                    <a:pt x="728139" y="216565"/>
                    <a:pt x="723604" y="218406"/>
                    <a:pt x="717902" y="218406"/>
                  </a:cubicBezTo>
                  <a:cubicBezTo>
                    <a:pt x="713591" y="218406"/>
                    <a:pt x="709280" y="217194"/>
                    <a:pt x="705015" y="214814"/>
                  </a:cubicBezTo>
                  <a:cubicBezTo>
                    <a:pt x="700704" y="212434"/>
                    <a:pt x="696842" y="209381"/>
                    <a:pt x="693385" y="205609"/>
                  </a:cubicBezTo>
                  <a:cubicBezTo>
                    <a:pt x="689927" y="201837"/>
                    <a:pt x="687098" y="197661"/>
                    <a:pt x="684898" y="193036"/>
                  </a:cubicBezTo>
                  <a:cubicBezTo>
                    <a:pt x="682653" y="188456"/>
                    <a:pt x="681531" y="183831"/>
                    <a:pt x="681531" y="179206"/>
                  </a:cubicBezTo>
                  <a:cubicBezTo>
                    <a:pt x="681531" y="173414"/>
                    <a:pt x="683282" y="168654"/>
                    <a:pt x="686829" y="164972"/>
                  </a:cubicBezTo>
                  <a:moveTo>
                    <a:pt x="378304" y="17332"/>
                  </a:moveTo>
                  <a:cubicBezTo>
                    <a:pt x="378304" y="7768"/>
                    <a:pt x="370581" y="45"/>
                    <a:pt x="361016" y="45"/>
                  </a:cubicBezTo>
                  <a:lnTo>
                    <a:pt x="342741" y="45"/>
                  </a:lnTo>
                  <a:cubicBezTo>
                    <a:pt x="341843" y="45"/>
                    <a:pt x="340990" y="404"/>
                    <a:pt x="340406" y="988"/>
                  </a:cubicBezTo>
                  <a:lnTo>
                    <a:pt x="303721" y="35383"/>
                  </a:lnTo>
                  <a:cubicBezTo>
                    <a:pt x="291193" y="47193"/>
                    <a:pt x="274265" y="53793"/>
                    <a:pt x="255675" y="53793"/>
                  </a:cubicBezTo>
                  <a:cubicBezTo>
                    <a:pt x="236322" y="53793"/>
                    <a:pt x="218810" y="46564"/>
                    <a:pt x="206103" y="33901"/>
                  </a:cubicBezTo>
                  <a:cubicBezTo>
                    <a:pt x="206103" y="33901"/>
                    <a:pt x="179161" y="8576"/>
                    <a:pt x="178892" y="8352"/>
                  </a:cubicBezTo>
                  <a:cubicBezTo>
                    <a:pt x="173728" y="3547"/>
                    <a:pt x="166588" y="180"/>
                    <a:pt x="158416" y="0"/>
                  </a:cubicBezTo>
                  <a:lnTo>
                    <a:pt x="136549" y="0"/>
                  </a:lnTo>
                  <a:cubicBezTo>
                    <a:pt x="134663" y="0"/>
                    <a:pt x="133091" y="1572"/>
                    <a:pt x="133091" y="3458"/>
                  </a:cubicBezTo>
                  <a:lnTo>
                    <a:pt x="133091" y="100178"/>
                  </a:lnTo>
                  <a:cubicBezTo>
                    <a:pt x="133091" y="109697"/>
                    <a:pt x="140814" y="117465"/>
                    <a:pt x="150379" y="117465"/>
                  </a:cubicBezTo>
                  <a:lnTo>
                    <a:pt x="157069" y="117465"/>
                  </a:lnTo>
                  <a:lnTo>
                    <a:pt x="161604" y="117465"/>
                  </a:lnTo>
                  <a:cubicBezTo>
                    <a:pt x="163535" y="117465"/>
                    <a:pt x="165062" y="115893"/>
                    <a:pt x="165062" y="114008"/>
                  </a:cubicBezTo>
                  <a:lnTo>
                    <a:pt x="165062" y="79612"/>
                  </a:lnTo>
                  <a:cubicBezTo>
                    <a:pt x="165062" y="70632"/>
                    <a:pt x="172381" y="63223"/>
                    <a:pt x="181271" y="63223"/>
                  </a:cubicBezTo>
                  <a:cubicBezTo>
                    <a:pt x="197751" y="63223"/>
                    <a:pt x="209560" y="77322"/>
                    <a:pt x="220202" y="86752"/>
                  </a:cubicBezTo>
                  <a:cubicBezTo>
                    <a:pt x="233269" y="98292"/>
                    <a:pt x="243327" y="109427"/>
                    <a:pt x="255720" y="109427"/>
                  </a:cubicBezTo>
                  <a:cubicBezTo>
                    <a:pt x="268113" y="109427"/>
                    <a:pt x="278171" y="98292"/>
                    <a:pt x="291238" y="86752"/>
                  </a:cubicBezTo>
                  <a:cubicBezTo>
                    <a:pt x="301925" y="77322"/>
                    <a:pt x="313734" y="63223"/>
                    <a:pt x="330168" y="63223"/>
                  </a:cubicBezTo>
                  <a:cubicBezTo>
                    <a:pt x="338969" y="63223"/>
                    <a:pt x="346288" y="70542"/>
                    <a:pt x="346378" y="79477"/>
                  </a:cubicBezTo>
                  <a:lnTo>
                    <a:pt x="346378" y="100222"/>
                  </a:lnTo>
                  <a:cubicBezTo>
                    <a:pt x="346378" y="109742"/>
                    <a:pt x="354101" y="117465"/>
                    <a:pt x="363666" y="117465"/>
                  </a:cubicBezTo>
                  <a:lnTo>
                    <a:pt x="371119" y="117465"/>
                  </a:lnTo>
                  <a:cubicBezTo>
                    <a:pt x="373095" y="117465"/>
                    <a:pt x="374846" y="117510"/>
                    <a:pt x="374846" y="117510"/>
                  </a:cubicBezTo>
                  <a:lnTo>
                    <a:pt x="374846" y="117510"/>
                  </a:lnTo>
                  <a:cubicBezTo>
                    <a:pt x="376732" y="117510"/>
                    <a:pt x="378304" y="115938"/>
                    <a:pt x="378304" y="114052"/>
                  </a:cubicBezTo>
                  <a:lnTo>
                    <a:pt x="378304" y="17332"/>
                  </a:lnTo>
                </a:path>
              </a:pathLst>
            </a:custGeom>
            <a:solidFill>
              <a:srgbClr val="2DBECD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742D8C6-E870-45DF-BCBD-252ACFA66D2A}"/>
                </a:ext>
              </a:extLst>
            </p:cNvPr>
            <p:cNvSpPr/>
            <p:nvPr/>
          </p:nvSpPr>
          <p:spPr>
            <a:xfrm>
              <a:off x="8984461" y="6166994"/>
              <a:ext cx="971825" cy="247682"/>
            </a:xfrm>
            <a:custGeom>
              <a:avLst/>
              <a:gdLst>
                <a:gd name="connsiteX0" fmla="*/ 162188 w 971825"/>
                <a:gd name="connsiteY0" fmla="*/ 244853 h 247682"/>
                <a:gd name="connsiteX1" fmla="*/ 162188 w 971825"/>
                <a:gd name="connsiteY1" fmla="*/ 189489 h 247682"/>
                <a:gd name="connsiteX2" fmla="*/ 162188 w 971825"/>
                <a:gd name="connsiteY2" fmla="*/ 189489 h 247682"/>
                <a:gd name="connsiteX3" fmla="*/ 157338 w 971825"/>
                <a:gd name="connsiteY3" fmla="*/ 176287 h 247682"/>
                <a:gd name="connsiteX4" fmla="*/ 143913 w 971825"/>
                <a:gd name="connsiteY4" fmla="*/ 171438 h 247682"/>
                <a:gd name="connsiteX5" fmla="*/ 133046 w 971825"/>
                <a:gd name="connsiteY5" fmla="*/ 171438 h 247682"/>
                <a:gd name="connsiteX6" fmla="*/ 129813 w 971825"/>
                <a:gd name="connsiteY6" fmla="*/ 174222 h 247682"/>
                <a:gd name="connsiteX7" fmla="*/ 129813 w 971825"/>
                <a:gd name="connsiteY7" fmla="*/ 189489 h 247682"/>
                <a:gd name="connsiteX8" fmla="*/ 129813 w 971825"/>
                <a:gd name="connsiteY8" fmla="*/ 229362 h 247682"/>
                <a:gd name="connsiteX9" fmla="*/ 134663 w 971825"/>
                <a:gd name="connsiteY9" fmla="*/ 242788 h 247682"/>
                <a:gd name="connsiteX10" fmla="*/ 148088 w 971825"/>
                <a:gd name="connsiteY10" fmla="*/ 247637 h 247682"/>
                <a:gd name="connsiteX11" fmla="*/ 158955 w 971825"/>
                <a:gd name="connsiteY11" fmla="*/ 247637 h 247682"/>
                <a:gd name="connsiteX12" fmla="*/ 162188 w 971825"/>
                <a:gd name="connsiteY12" fmla="*/ 244853 h 247682"/>
                <a:gd name="connsiteX13" fmla="*/ 162188 w 971825"/>
                <a:gd name="connsiteY13" fmla="*/ 156934 h 247682"/>
                <a:gd name="connsiteX14" fmla="*/ 162188 w 971825"/>
                <a:gd name="connsiteY14" fmla="*/ 147909 h 247682"/>
                <a:gd name="connsiteX15" fmla="*/ 157338 w 971825"/>
                <a:gd name="connsiteY15" fmla="*/ 134483 h 247682"/>
                <a:gd name="connsiteX16" fmla="*/ 143913 w 971825"/>
                <a:gd name="connsiteY16" fmla="*/ 129634 h 247682"/>
                <a:gd name="connsiteX17" fmla="*/ 132552 w 971825"/>
                <a:gd name="connsiteY17" fmla="*/ 129634 h 247682"/>
                <a:gd name="connsiteX18" fmla="*/ 129768 w 971825"/>
                <a:gd name="connsiteY18" fmla="*/ 132867 h 247682"/>
                <a:gd name="connsiteX19" fmla="*/ 129768 w 971825"/>
                <a:gd name="connsiteY19" fmla="*/ 156934 h 247682"/>
                <a:gd name="connsiteX20" fmla="*/ 132552 w 971825"/>
                <a:gd name="connsiteY20" fmla="*/ 160167 h 247682"/>
                <a:gd name="connsiteX21" fmla="*/ 159404 w 971825"/>
                <a:gd name="connsiteY21" fmla="*/ 160167 h 247682"/>
                <a:gd name="connsiteX22" fmla="*/ 162188 w 971825"/>
                <a:gd name="connsiteY22" fmla="*/ 156934 h 247682"/>
                <a:gd name="connsiteX23" fmla="*/ 455671 w 971825"/>
                <a:gd name="connsiteY23" fmla="*/ 115310 h 247682"/>
                <a:gd name="connsiteX24" fmla="*/ 455671 w 971825"/>
                <a:gd name="connsiteY24" fmla="*/ 59900 h 247682"/>
                <a:gd name="connsiteX25" fmla="*/ 455671 w 971825"/>
                <a:gd name="connsiteY25" fmla="*/ 59900 h 247682"/>
                <a:gd name="connsiteX26" fmla="*/ 450821 w 971825"/>
                <a:gd name="connsiteY26" fmla="*/ 46744 h 247682"/>
                <a:gd name="connsiteX27" fmla="*/ 437396 w 971825"/>
                <a:gd name="connsiteY27" fmla="*/ 41894 h 247682"/>
                <a:gd name="connsiteX28" fmla="*/ 426529 w 971825"/>
                <a:gd name="connsiteY28" fmla="*/ 41894 h 247682"/>
                <a:gd name="connsiteX29" fmla="*/ 423296 w 971825"/>
                <a:gd name="connsiteY29" fmla="*/ 44678 h 247682"/>
                <a:gd name="connsiteX30" fmla="*/ 423296 w 971825"/>
                <a:gd name="connsiteY30" fmla="*/ 59945 h 247682"/>
                <a:gd name="connsiteX31" fmla="*/ 423296 w 971825"/>
                <a:gd name="connsiteY31" fmla="*/ 99818 h 247682"/>
                <a:gd name="connsiteX32" fmla="*/ 428146 w 971825"/>
                <a:gd name="connsiteY32" fmla="*/ 113244 h 247682"/>
                <a:gd name="connsiteX33" fmla="*/ 441571 w 971825"/>
                <a:gd name="connsiteY33" fmla="*/ 118094 h 247682"/>
                <a:gd name="connsiteX34" fmla="*/ 452438 w 971825"/>
                <a:gd name="connsiteY34" fmla="*/ 118094 h 247682"/>
                <a:gd name="connsiteX35" fmla="*/ 455671 w 971825"/>
                <a:gd name="connsiteY35" fmla="*/ 115310 h 247682"/>
                <a:gd name="connsiteX36" fmla="*/ 455671 w 971825"/>
                <a:gd name="connsiteY36" fmla="*/ 27346 h 247682"/>
                <a:gd name="connsiteX37" fmla="*/ 455671 w 971825"/>
                <a:gd name="connsiteY37" fmla="*/ 18320 h 247682"/>
                <a:gd name="connsiteX38" fmla="*/ 450821 w 971825"/>
                <a:gd name="connsiteY38" fmla="*/ 4894 h 247682"/>
                <a:gd name="connsiteX39" fmla="*/ 437396 w 971825"/>
                <a:gd name="connsiteY39" fmla="*/ 45 h 247682"/>
                <a:gd name="connsiteX40" fmla="*/ 426035 w 971825"/>
                <a:gd name="connsiteY40" fmla="*/ 45 h 247682"/>
                <a:gd name="connsiteX41" fmla="*/ 423251 w 971825"/>
                <a:gd name="connsiteY41" fmla="*/ 3278 h 247682"/>
                <a:gd name="connsiteX42" fmla="*/ 423251 w 971825"/>
                <a:gd name="connsiteY42" fmla="*/ 27346 h 247682"/>
                <a:gd name="connsiteX43" fmla="*/ 426035 w 971825"/>
                <a:gd name="connsiteY43" fmla="*/ 30579 h 247682"/>
                <a:gd name="connsiteX44" fmla="*/ 452887 w 971825"/>
                <a:gd name="connsiteY44" fmla="*/ 30579 h 247682"/>
                <a:gd name="connsiteX45" fmla="*/ 455671 w 971825"/>
                <a:gd name="connsiteY45" fmla="*/ 27346 h 247682"/>
                <a:gd name="connsiteX46" fmla="*/ 413418 w 971825"/>
                <a:gd name="connsiteY46" fmla="*/ 116208 h 247682"/>
                <a:gd name="connsiteX47" fmla="*/ 413418 w 971825"/>
                <a:gd name="connsiteY47" fmla="*/ 91242 h 247682"/>
                <a:gd name="connsiteX48" fmla="*/ 412699 w 971825"/>
                <a:gd name="connsiteY48" fmla="*/ 89176 h 247682"/>
                <a:gd name="connsiteX49" fmla="*/ 410140 w 971825"/>
                <a:gd name="connsiteY49" fmla="*/ 88233 h 247682"/>
                <a:gd name="connsiteX50" fmla="*/ 403539 w 971825"/>
                <a:gd name="connsiteY50" fmla="*/ 85450 h 247682"/>
                <a:gd name="connsiteX51" fmla="*/ 397971 w 971825"/>
                <a:gd name="connsiteY51" fmla="*/ 80600 h 247682"/>
                <a:gd name="connsiteX52" fmla="*/ 394064 w 971825"/>
                <a:gd name="connsiteY52" fmla="*/ 74448 h 247682"/>
                <a:gd name="connsiteX53" fmla="*/ 392538 w 971825"/>
                <a:gd name="connsiteY53" fmla="*/ 67623 h 247682"/>
                <a:gd name="connsiteX54" fmla="*/ 392538 w 971825"/>
                <a:gd name="connsiteY54" fmla="*/ 18365 h 247682"/>
                <a:gd name="connsiteX55" fmla="*/ 387688 w 971825"/>
                <a:gd name="connsiteY55" fmla="*/ 4939 h 247682"/>
                <a:gd name="connsiteX56" fmla="*/ 374263 w 971825"/>
                <a:gd name="connsiteY56" fmla="*/ 90 h 247682"/>
                <a:gd name="connsiteX57" fmla="*/ 363396 w 971825"/>
                <a:gd name="connsiteY57" fmla="*/ 90 h 247682"/>
                <a:gd name="connsiteX58" fmla="*/ 360163 w 971825"/>
                <a:gd name="connsiteY58" fmla="*/ 2874 h 247682"/>
                <a:gd name="connsiteX59" fmla="*/ 360163 w 971825"/>
                <a:gd name="connsiteY59" fmla="*/ 68566 h 247682"/>
                <a:gd name="connsiteX60" fmla="*/ 364204 w 971825"/>
                <a:gd name="connsiteY60" fmla="*/ 87515 h 247682"/>
                <a:gd name="connsiteX61" fmla="*/ 375116 w 971825"/>
                <a:gd name="connsiteY61" fmla="*/ 103141 h 247682"/>
                <a:gd name="connsiteX62" fmla="*/ 390966 w 971825"/>
                <a:gd name="connsiteY62" fmla="*/ 114097 h 247682"/>
                <a:gd name="connsiteX63" fmla="*/ 410185 w 971825"/>
                <a:gd name="connsiteY63" fmla="*/ 119171 h 247682"/>
                <a:gd name="connsiteX64" fmla="*/ 413418 w 971825"/>
                <a:gd name="connsiteY64" fmla="*/ 116208 h 247682"/>
                <a:gd name="connsiteX65" fmla="*/ 293348 w 971825"/>
                <a:gd name="connsiteY65" fmla="*/ 244853 h 247682"/>
                <a:gd name="connsiteX66" fmla="*/ 293348 w 971825"/>
                <a:gd name="connsiteY66" fmla="*/ 195326 h 247682"/>
                <a:gd name="connsiteX67" fmla="*/ 288499 w 971825"/>
                <a:gd name="connsiteY67" fmla="*/ 181900 h 247682"/>
                <a:gd name="connsiteX68" fmla="*/ 275073 w 971825"/>
                <a:gd name="connsiteY68" fmla="*/ 177051 h 247682"/>
                <a:gd name="connsiteX69" fmla="*/ 221639 w 971825"/>
                <a:gd name="connsiteY69" fmla="*/ 177051 h 247682"/>
                <a:gd name="connsiteX70" fmla="*/ 218406 w 971825"/>
                <a:gd name="connsiteY70" fmla="*/ 179835 h 247682"/>
                <a:gd name="connsiteX71" fmla="*/ 220606 w 971825"/>
                <a:gd name="connsiteY71" fmla="*/ 189893 h 247682"/>
                <a:gd name="connsiteX72" fmla="*/ 226398 w 971825"/>
                <a:gd name="connsiteY72" fmla="*/ 197661 h 247682"/>
                <a:gd name="connsiteX73" fmla="*/ 234526 w 971825"/>
                <a:gd name="connsiteY73" fmla="*/ 202645 h 247682"/>
                <a:gd name="connsiteX74" fmla="*/ 243641 w 971825"/>
                <a:gd name="connsiteY74" fmla="*/ 204396 h 247682"/>
                <a:gd name="connsiteX75" fmla="*/ 262141 w 971825"/>
                <a:gd name="connsiteY75" fmla="*/ 204396 h 247682"/>
                <a:gd name="connsiteX76" fmla="*/ 262141 w 971825"/>
                <a:gd name="connsiteY76" fmla="*/ 217104 h 247682"/>
                <a:gd name="connsiteX77" fmla="*/ 242698 w 971825"/>
                <a:gd name="connsiteY77" fmla="*/ 217104 h 247682"/>
                <a:gd name="connsiteX78" fmla="*/ 228599 w 971825"/>
                <a:gd name="connsiteY78" fmla="*/ 213736 h 247682"/>
                <a:gd name="connsiteX79" fmla="*/ 216699 w 971825"/>
                <a:gd name="connsiteY79" fmla="*/ 204845 h 247682"/>
                <a:gd name="connsiteX80" fmla="*/ 208482 w 971825"/>
                <a:gd name="connsiteY80" fmla="*/ 192362 h 247682"/>
                <a:gd name="connsiteX81" fmla="*/ 205474 w 971825"/>
                <a:gd name="connsiteY81" fmla="*/ 178263 h 247682"/>
                <a:gd name="connsiteX82" fmla="*/ 210997 w 971825"/>
                <a:gd name="connsiteY82" fmla="*/ 164837 h 247682"/>
                <a:gd name="connsiteX83" fmla="*/ 224872 w 971825"/>
                <a:gd name="connsiteY83" fmla="*/ 160212 h 247682"/>
                <a:gd name="connsiteX84" fmla="*/ 287825 w 971825"/>
                <a:gd name="connsiteY84" fmla="*/ 160212 h 247682"/>
                <a:gd name="connsiteX85" fmla="*/ 291058 w 971825"/>
                <a:gd name="connsiteY85" fmla="*/ 157428 h 247682"/>
                <a:gd name="connsiteX86" fmla="*/ 291058 w 971825"/>
                <a:gd name="connsiteY86" fmla="*/ 147954 h 247682"/>
                <a:gd name="connsiteX87" fmla="*/ 286209 w 971825"/>
                <a:gd name="connsiteY87" fmla="*/ 134528 h 247682"/>
                <a:gd name="connsiteX88" fmla="*/ 272783 w 971825"/>
                <a:gd name="connsiteY88" fmla="*/ 129679 h 247682"/>
                <a:gd name="connsiteX89" fmla="*/ 225096 w 971825"/>
                <a:gd name="connsiteY89" fmla="*/ 129679 h 247682"/>
                <a:gd name="connsiteX90" fmla="*/ 204262 w 971825"/>
                <a:gd name="connsiteY90" fmla="*/ 133271 h 247682"/>
                <a:gd name="connsiteX91" fmla="*/ 187827 w 971825"/>
                <a:gd name="connsiteY91" fmla="*/ 143329 h 247682"/>
                <a:gd name="connsiteX92" fmla="*/ 176961 w 971825"/>
                <a:gd name="connsiteY92" fmla="*/ 158955 h 247682"/>
                <a:gd name="connsiteX93" fmla="*/ 173009 w 971825"/>
                <a:gd name="connsiteY93" fmla="*/ 179431 h 247682"/>
                <a:gd name="connsiteX94" fmla="*/ 178577 w 971825"/>
                <a:gd name="connsiteY94" fmla="*/ 206013 h 247682"/>
                <a:gd name="connsiteX95" fmla="*/ 193754 w 971825"/>
                <a:gd name="connsiteY95" fmla="*/ 227746 h 247682"/>
                <a:gd name="connsiteX96" fmla="*/ 215981 w 971825"/>
                <a:gd name="connsiteY96" fmla="*/ 242339 h 247682"/>
                <a:gd name="connsiteX97" fmla="*/ 242474 w 971825"/>
                <a:gd name="connsiteY97" fmla="*/ 247682 h 247682"/>
                <a:gd name="connsiteX98" fmla="*/ 290115 w 971825"/>
                <a:gd name="connsiteY98" fmla="*/ 247682 h 247682"/>
                <a:gd name="connsiteX99" fmla="*/ 293348 w 971825"/>
                <a:gd name="connsiteY99" fmla="*/ 244853 h 247682"/>
                <a:gd name="connsiteX100" fmla="*/ 595497 w 971825"/>
                <a:gd name="connsiteY100" fmla="*/ 209605 h 247682"/>
                <a:gd name="connsiteX101" fmla="*/ 599179 w 971825"/>
                <a:gd name="connsiteY101" fmla="*/ 204756 h 247682"/>
                <a:gd name="connsiteX102" fmla="*/ 610764 w 971825"/>
                <a:gd name="connsiteY102" fmla="*/ 203364 h 247682"/>
                <a:gd name="connsiteX103" fmla="*/ 646641 w 971825"/>
                <a:gd name="connsiteY103" fmla="*/ 203364 h 247682"/>
                <a:gd name="connsiteX104" fmla="*/ 638873 w 971825"/>
                <a:gd name="connsiteY104" fmla="*/ 216430 h 247682"/>
                <a:gd name="connsiteX105" fmla="*/ 621855 w 971825"/>
                <a:gd name="connsiteY105" fmla="*/ 220516 h 247682"/>
                <a:gd name="connsiteX106" fmla="*/ 602771 w 971825"/>
                <a:gd name="connsiteY106" fmla="*/ 217373 h 247682"/>
                <a:gd name="connsiteX107" fmla="*/ 595497 w 971825"/>
                <a:gd name="connsiteY107" fmla="*/ 209605 h 247682"/>
                <a:gd name="connsiteX108" fmla="*/ 559890 w 971825"/>
                <a:gd name="connsiteY108" fmla="*/ 202510 h 247682"/>
                <a:gd name="connsiteX109" fmla="*/ 565996 w 971825"/>
                <a:gd name="connsiteY109" fmla="*/ 223300 h 247682"/>
                <a:gd name="connsiteX110" fmla="*/ 581847 w 971825"/>
                <a:gd name="connsiteY110" fmla="*/ 237310 h 247682"/>
                <a:gd name="connsiteX111" fmla="*/ 603265 w 971825"/>
                <a:gd name="connsiteY111" fmla="*/ 245168 h 247682"/>
                <a:gd name="connsiteX112" fmla="*/ 626031 w 971825"/>
                <a:gd name="connsiteY112" fmla="*/ 247593 h 247682"/>
                <a:gd name="connsiteX113" fmla="*/ 676232 w 971825"/>
                <a:gd name="connsiteY113" fmla="*/ 247593 h 247682"/>
                <a:gd name="connsiteX114" fmla="*/ 679016 w 971825"/>
                <a:gd name="connsiteY114" fmla="*/ 244360 h 247682"/>
                <a:gd name="connsiteX115" fmla="*/ 679016 w 971825"/>
                <a:gd name="connsiteY115" fmla="*/ 197885 h 247682"/>
                <a:gd name="connsiteX116" fmla="*/ 674391 w 971825"/>
                <a:gd name="connsiteY116" fmla="*/ 171258 h 247682"/>
                <a:gd name="connsiteX117" fmla="*/ 661055 w 971825"/>
                <a:gd name="connsiteY117" fmla="*/ 149525 h 247682"/>
                <a:gd name="connsiteX118" fmla="*/ 639996 w 971825"/>
                <a:gd name="connsiteY118" fmla="*/ 134932 h 247682"/>
                <a:gd name="connsiteX119" fmla="*/ 611887 w 971825"/>
                <a:gd name="connsiteY119" fmla="*/ 129634 h 247682"/>
                <a:gd name="connsiteX120" fmla="*/ 566535 w 971825"/>
                <a:gd name="connsiteY120" fmla="*/ 129634 h 247682"/>
                <a:gd name="connsiteX121" fmla="*/ 563302 w 971825"/>
                <a:gd name="connsiteY121" fmla="*/ 132418 h 247682"/>
                <a:gd name="connsiteX122" fmla="*/ 563302 w 971825"/>
                <a:gd name="connsiteY122" fmla="*/ 141937 h 247682"/>
                <a:gd name="connsiteX123" fmla="*/ 568152 w 971825"/>
                <a:gd name="connsiteY123" fmla="*/ 155363 h 247682"/>
                <a:gd name="connsiteX124" fmla="*/ 581533 w 971825"/>
                <a:gd name="connsiteY124" fmla="*/ 160212 h 247682"/>
                <a:gd name="connsiteX125" fmla="*/ 613009 w 971825"/>
                <a:gd name="connsiteY125" fmla="*/ 160212 h 247682"/>
                <a:gd name="connsiteX126" fmla="*/ 627692 w 971825"/>
                <a:gd name="connsiteY126" fmla="*/ 163670 h 247682"/>
                <a:gd name="connsiteX127" fmla="*/ 638244 w 971825"/>
                <a:gd name="connsiteY127" fmla="*/ 172695 h 247682"/>
                <a:gd name="connsiteX128" fmla="*/ 608160 w 971825"/>
                <a:gd name="connsiteY128" fmla="*/ 172695 h 247682"/>
                <a:gd name="connsiteX129" fmla="*/ 572283 w 971825"/>
                <a:gd name="connsiteY129" fmla="*/ 180329 h 247682"/>
                <a:gd name="connsiteX130" fmla="*/ 559890 w 971825"/>
                <a:gd name="connsiteY130" fmla="*/ 202510 h 247682"/>
                <a:gd name="connsiteX131" fmla="*/ 583284 w 971825"/>
                <a:gd name="connsiteY131" fmla="*/ 76334 h 247682"/>
                <a:gd name="connsiteX132" fmla="*/ 586876 w 971825"/>
                <a:gd name="connsiteY132" fmla="*/ 58643 h 247682"/>
                <a:gd name="connsiteX133" fmla="*/ 581218 w 971825"/>
                <a:gd name="connsiteY133" fmla="*/ 36326 h 247682"/>
                <a:gd name="connsiteX134" fmla="*/ 565951 w 971825"/>
                <a:gd name="connsiteY134" fmla="*/ 17692 h 247682"/>
                <a:gd name="connsiteX135" fmla="*/ 543994 w 971825"/>
                <a:gd name="connsiteY135" fmla="*/ 4849 h 247682"/>
                <a:gd name="connsiteX136" fmla="*/ 518445 w 971825"/>
                <a:gd name="connsiteY136" fmla="*/ 135 h 247682"/>
                <a:gd name="connsiteX137" fmla="*/ 470534 w 971825"/>
                <a:gd name="connsiteY137" fmla="*/ 135 h 247682"/>
                <a:gd name="connsiteX138" fmla="*/ 467750 w 971825"/>
                <a:gd name="connsiteY138" fmla="*/ 2919 h 247682"/>
                <a:gd name="connsiteX139" fmla="*/ 467750 w 971825"/>
                <a:gd name="connsiteY139" fmla="*/ 99863 h 247682"/>
                <a:gd name="connsiteX140" fmla="*/ 472599 w 971825"/>
                <a:gd name="connsiteY140" fmla="*/ 113289 h 247682"/>
                <a:gd name="connsiteX141" fmla="*/ 486025 w 971825"/>
                <a:gd name="connsiteY141" fmla="*/ 118139 h 247682"/>
                <a:gd name="connsiteX142" fmla="*/ 497340 w 971825"/>
                <a:gd name="connsiteY142" fmla="*/ 118139 h 247682"/>
                <a:gd name="connsiteX143" fmla="*/ 500124 w 971825"/>
                <a:gd name="connsiteY143" fmla="*/ 114906 h 247682"/>
                <a:gd name="connsiteX144" fmla="*/ 500124 w 971825"/>
                <a:gd name="connsiteY144" fmla="*/ 88548 h 247682"/>
                <a:gd name="connsiteX145" fmla="*/ 517591 w 971825"/>
                <a:gd name="connsiteY145" fmla="*/ 98516 h 247682"/>
                <a:gd name="connsiteX146" fmla="*/ 537348 w 971825"/>
                <a:gd name="connsiteY146" fmla="*/ 101974 h 247682"/>
                <a:gd name="connsiteX147" fmla="*/ 557600 w 971825"/>
                <a:gd name="connsiteY147" fmla="*/ 98830 h 247682"/>
                <a:gd name="connsiteX148" fmla="*/ 573226 w 971825"/>
                <a:gd name="connsiteY148" fmla="*/ 90030 h 247682"/>
                <a:gd name="connsiteX149" fmla="*/ 583284 w 971825"/>
                <a:gd name="connsiteY149" fmla="*/ 76334 h 247682"/>
                <a:gd name="connsiteX150" fmla="*/ 553558 w 971825"/>
                <a:gd name="connsiteY150" fmla="*/ 58418 h 247682"/>
                <a:gd name="connsiteX151" fmla="*/ 548799 w 971825"/>
                <a:gd name="connsiteY151" fmla="*/ 67982 h 247682"/>
                <a:gd name="connsiteX152" fmla="*/ 536181 w 971825"/>
                <a:gd name="connsiteY152" fmla="*/ 71575 h 247682"/>
                <a:gd name="connsiteX153" fmla="*/ 523114 w 971825"/>
                <a:gd name="connsiteY153" fmla="*/ 69015 h 247682"/>
                <a:gd name="connsiteX154" fmla="*/ 511529 w 971825"/>
                <a:gd name="connsiteY154" fmla="*/ 62504 h 247682"/>
                <a:gd name="connsiteX155" fmla="*/ 503178 w 971825"/>
                <a:gd name="connsiteY155" fmla="*/ 53479 h 247682"/>
                <a:gd name="connsiteX156" fmla="*/ 500079 w 971825"/>
                <a:gd name="connsiteY156" fmla="*/ 43511 h 247682"/>
                <a:gd name="connsiteX157" fmla="*/ 505378 w 971825"/>
                <a:gd name="connsiteY157" fmla="*/ 33542 h 247682"/>
                <a:gd name="connsiteX158" fmla="*/ 517412 w 971825"/>
                <a:gd name="connsiteY158" fmla="*/ 30309 h 247682"/>
                <a:gd name="connsiteX159" fmla="*/ 530613 w 971825"/>
                <a:gd name="connsiteY159" fmla="*/ 32869 h 247682"/>
                <a:gd name="connsiteX160" fmla="*/ 542198 w 971825"/>
                <a:gd name="connsiteY160" fmla="*/ 39469 h 247682"/>
                <a:gd name="connsiteX161" fmla="*/ 550415 w 971825"/>
                <a:gd name="connsiteY161" fmla="*/ 48495 h 247682"/>
                <a:gd name="connsiteX162" fmla="*/ 553558 w 971825"/>
                <a:gd name="connsiteY162" fmla="*/ 58418 h 247682"/>
                <a:gd name="connsiteX163" fmla="*/ 358098 w 971825"/>
                <a:gd name="connsiteY163" fmla="*/ 116208 h 247682"/>
                <a:gd name="connsiteX164" fmla="*/ 358098 w 971825"/>
                <a:gd name="connsiteY164" fmla="*/ 91242 h 247682"/>
                <a:gd name="connsiteX165" fmla="*/ 357424 w 971825"/>
                <a:gd name="connsiteY165" fmla="*/ 89176 h 247682"/>
                <a:gd name="connsiteX166" fmla="*/ 354865 w 971825"/>
                <a:gd name="connsiteY166" fmla="*/ 88233 h 247682"/>
                <a:gd name="connsiteX167" fmla="*/ 348264 w 971825"/>
                <a:gd name="connsiteY167" fmla="*/ 85450 h 247682"/>
                <a:gd name="connsiteX168" fmla="*/ 342741 w 971825"/>
                <a:gd name="connsiteY168" fmla="*/ 80600 h 247682"/>
                <a:gd name="connsiteX169" fmla="*/ 338789 w 971825"/>
                <a:gd name="connsiteY169" fmla="*/ 74448 h 247682"/>
                <a:gd name="connsiteX170" fmla="*/ 337263 w 971825"/>
                <a:gd name="connsiteY170" fmla="*/ 67623 h 247682"/>
                <a:gd name="connsiteX171" fmla="*/ 337263 w 971825"/>
                <a:gd name="connsiteY171" fmla="*/ 18365 h 247682"/>
                <a:gd name="connsiteX172" fmla="*/ 332413 w 971825"/>
                <a:gd name="connsiteY172" fmla="*/ 4939 h 247682"/>
                <a:gd name="connsiteX173" fmla="*/ 318988 w 971825"/>
                <a:gd name="connsiteY173" fmla="*/ 90 h 247682"/>
                <a:gd name="connsiteX174" fmla="*/ 308121 w 971825"/>
                <a:gd name="connsiteY174" fmla="*/ 90 h 247682"/>
                <a:gd name="connsiteX175" fmla="*/ 304888 w 971825"/>
                <a:gd name="connsiteY175" fmla="*/ 2874 h 247682"/>
                <a:gd name="connsiteX176" fmla="*/ 304888 w 971825"/>
                <a:gd name="connsiteY176" fmla="*/ 68566 h 247682"/>
                <a:gd name="connsiteX177" fmla="*/ 308929 w 971825"/>
                <a:gd name="connsiteY177" fmla="*/ 87515 h 247682"/>
                <a:gd name="connsiteX178" fmla="*/ 319796 w 971825"/>
                <a:gd name="connsiteY178" fmla="*/ 103141 h 247682"/>
                <a:gd name="connsiteX179" fmla="*/ 335646 w 971825"/>
                <a:gd name="connsiteY179" fmla="*/ 114097 h 247682"/>
                <a:gd name="connsiteX180" fmla="*/ 354820 w 971825"/>
                <a:gd name="connsiteY180" fmla="*/ 119171 h 247682"/>
                <a:gd name="connsiteX181" fmla="*/ 358098 w 971825"/>
                <a:gd name="connsiteY181" fmla="*/ 116208 h 247682"/>
                <a:gd name="connsiteX182" fmla="*/ 292854 w 971825"/>
                <a:gd name="connsiteY182" fmla="*/ 115310 h 247682"/>
                <a:gd name="connsiteX183" fmla="*/ 292854 w 971825"/>
                <a:gd name="connsiteY183" fmla="*/ 59900 h 247682"/>
                <a:gd name="connsiteX184" fmla="*/ 292854 w 971825"/>
                <a:gd name="connsiteY184" fmla="*/ 59900 h 247682"/>
                <a:gd name="connsiteX185" fmla="*/ 288005 w 971825"/>
                <a:gd name="connsiteY185" fmla="*/ 46744 h 247682"/>
                <a:gd name="connsiteX186" fmla="*/ 274579 w 971825"/>
                <a:gd name="connsiteY186" fmla="*/ 41894 h 247682"/>
                <a:gd name="connsiteX187" fmla="*/ 263712 w 971825"/>
                <a:gd name="connsiteY187" fmla="*/ 41894 h 247682"/>
                <a:gd name="connsiteX188" fmla="*/ 260479 w 971825"/>
                <a:gd name="connsiteY188" fmla="*/ 44678 h 247682"/>
                <a:gd name="connsiteX189" fmla="*/ 260479 w 971825"/>
                <a:gd name="connsiteY189" fmla="*/ 59945 h 247682"/>
                <a:gd name="connsiteX190" fmla="*/ 260479 w 971825"/>
                <a:gd name="connsiteY190" fmla="*/ 99818 h 247682"/>
                <a:gd name="connsiteX191" fmla="*/ 265329 w 971825"/>
                <a:gd name="connsiteY191" fmla="*/ 113244 h 247682"/>
                <a:gd name="connsiteX192" fmla="*/ 278755 w 971825"/>
                <a:gd name="connsiteY192" fmla="*/ 118094 h 247682"/>
                <a:gd name="connsiteX193" fmla="*/ 289621 w 971825"/>
                <a:gd name="connsiteY193" fmla="*/ 118094 h 247682"/>
                <a:gd name="connsiteX194" fmla="*/ 292854 w 971825"/>
                <a:gd name="connsiteY194" fmla="*/ 115310 h 247682"/>
                <a:gd name="connsiteX195" fmla="*/ 292854 w 971825"/>
                <a:gd name="connsiteY195" fmla="*/ 27346 h 247682"/>
                <a:gd name="connsiteX196" fmla="*/ 292854 w 971825"/>
                <a:gd name="connsiteY196" fmla="*/ 18320 h 247682"/>
                <a:gd name="connsiteX197" fmla="*/ 288005 w 971825"/>
                <a:gd name="connsiteY197" fmla="*/ 4894 h 247682"/>
                <a:gd name="connsiteX198" fmla="*/ 274579 w 971825"/>
                <a:gd name="connsiteY198" fmla="*/ 45 h 247682"/>
                <a:gd name="connsiteX199" fmla="*/ 263219 w 971825"/>
                <a:gd name="connsiteY199" fmla="*/ 45 h 247682"/>
                <a:gd name="connsiteX200" fmla="*/ 260435 w 971825"/>
                <a:gd name="connsiteY200" fmla="*/ 3278 h 247682"/>
                <a:gd name="connsiteX201" fmla="*/ 260435 w 971825"/>
                <a:gd name="connsiteY201" fmla="*/ 27346 h 247682"/>
                <a:gd name="connsiteX202" fmla="*/ 263219 w 971825"/>
                <a:gd name="connsiteY202" fmla="*/ 30579 h 247682"/>
                <a:gd name="connsiteX203" fmla="*/ 290070 w 971825"/>
                <a:gd name="connsiteY203" fmla="*/ 30579 h 247682"/>
                <a:gd name="connsiteX204" fmla="*/ 292854 w 971825"/>
                <a:gd name="connsiteY204" fmla="*/ 27346 h 247682"/>
                <a:gd name="connsiteX205" fmla="*/ 551358 w 971825"/>
                <a:gd name="connsiteY205" fmla="*/ 146966 h 247682"/>
                <a:gd name="connsiteX206" fmla="*/ 534026 w 971825"/>
                <a:gd name="connsiteY206" fmla="*/ 129589 h 247682"/>
                <a:gd name="connsiteX207" fmla="*/ 515661 w 971825"/>
                <a:gd name="connsiteY207" fmla="*/ 129589 h 247682"/>
                <a:gd name="connsiteX208" fmla="*/ 513281 w 971825"/>
                <a:gd name="connsiteY208" fmla="*/ 130532 h 247682"/>
                <a:gd name="connsiteX209" fmla="*/ 476416 w 971825"/>
                <a:gd name="connsiteY209" fmla="*/ 165107 h 247682"/>
                <a:gd name="connsiteX210" fmla="*/ 428146 w 971825"/>
                <a:gd name="connsiteY210" fmla="*/ 183606 h 247682"/>
                <a:gd name="connsiteX211" fmla="*/ 378304 w 971825"/>
                <a:gd name="connsiteY211" fmla="*/ 163580 h 247682"/>
                <a:gd name="connsiteX212" fmla="*/ 350958 w 971825"/>
                <a:gd name="connsiteY212" fmla="*/ 137896 h 247682"/>
                <a:gd name="connsiteX213" fmla="*/ 330393 w 971825"/>
                <a:gd name="connsiteY213" fmla="*/ 129544 h 247682"/>
                <a:gd name="connsiteX214" fmla="*/ 308391 w 971825"/>
                <a:gd name="connsiteY214" fmla="*/ 129544 h 247682"/>
                <a:gd name="connsiteX215" fmla="*/ 304933 w 971825"/>
                <a:gd name="connsiteY215" fmla="*/ 133001 h 247682"/>
                <a:gd name="connsiteX216" fmla="*/ 304933 w 971825"/>
                <a:gd name="connsiteY216" fmla="*/ 230170 h 247682"/>
                <a:gd name="connsiteX217" fmla="*/ 322265 w 971825"/>
                <a:gd name="connsiteY217" fmla="*/ 247503 h 247682"/>
                <a:gd name="connsiteX218" fmla="*/ 329001 w 971825"/>
                <a:gd name="connsiteY218" fmla="*/ 247503 h 247682"/>
                <a:gd name="connsiteX219" fmla="*/ 333536 w 971825"/>
                <a:gd name="connsiteY219" fmla="*/ 247503 h 247682"/>
                <a:gd name="connsiteX220" fmla="*/ 336993 w 971825"/>
                <a:gd name="connsiteY220" fmla="*/ 244000 h 247682"/>
                <a:gd name="connsiteX221" fmla="*/ 336993 w 971825"/>
                <a:gd name="connsiteY221" fmla="*/ 209425 h 247682"/>
                <a:gd name="connsiteX222" fmla="*/ 353248 w 971825"/>
                <a:gd name="connsiteY222" fmla="*/ 192901 h 247682"/>
                <a:gd name="connsiteX223" fmla="*/ 392403 w 971825"/>
                <a:gd name="connsiteY223" fmla="*/ 216565 h 247682"/>
                <a:gd name="connsiteX224" fmla="*/ 428101 w 971825"/>
                <a:gd name="connsiteY224" fmla="*/ 239330 h 247682"/>
                <a:gd name="connsiteX225" fmla="*/ 463798 w 971825"/>
                <a:gd name="connsiteY225" fmla="*/ 216565 h 247682"/>
                <a:gd name="connsiteX226" fmla="*/ 502953 w 971825"/>
                <a:gd name="connsiteY226" fmla="*/ 192901 h 247682"/>
                <a:gd name="connsiteX227" fmla="*/ 519208 w 971825"/>
                <a:gd name="connsiteY227" fmla="*/ 209246 h 247682"/>
                <a:gd name="connsiteX228" fmla="*/ 519208 w 971825"/>
                <a:gd name="connsiteY228" fmla="*/ 230125 h 247682"/>
                <a:gd name="connsiteX229" fmla="*/ 536585 w 971825"/>
                <a:gd name="connsiteY229" fmla="*/ 247458 h 247682"/>
                <a:gd name="connsiteX230" fmla="*/ 544084 w 971825"/>
                <a:gd name="connsiteY230" fmla="*/ 247458 h 247682"/>
                <a:gd name="connsiteX231" fmla="*/ 547856 w 971825"/>
                <a:gd name="connsiteY231" fmla="*/ 247458 h 247682"/>
                <a:gd name="connsiteX232" fmla="*/ 551313 w 971825"/>
                <a:gd name="connsiteY232" fmla="*/ 244000 h 247682"/>
                <a:gd name="connsiteX233" fmla="*/ 551358 w 971825"/>
                <a:gd name="connsiteY233" fmla="*/ 146966 h 247682"/>
                <a:gd name="connsiteX234" fmla="*/ 633844 w 971825"/>
                <a:gd name="connsiteY234" fmla="*/ 36147 h 247682"/>
                <a:gd name="connsiteX235" fmla="*/ 647494 w 971825"/>
                <a:gd name="connsiteY235" fmla="*/ 30579 h 247682"/>
                <a:gd name="connsiteX236" fmla="*/ 660426 w 971825"/>
                <a:gd name="connsiteY236" fmla="*/ 34171 h 247682"/>
                <a:gd name="connsiteX237" fmla="*/ 672101 w 971825"/>
                <a:gd name="connsiteY237" fmla="*/ 43421 h 247682"/>
                <a:gd name="connsiteX238" fmla="*/ 680677 w 971825"/>
                <a:gd name="connsiteY238" fmla="*/ 56038 h 247682"/>
                <a:gd name="connsiteX239" fmla="*/ 684045 w 971825"/>
                <a:gd name="connsiteY239" fmla="*/ 69913 h 247682"/>
                <a:gd name="connsiteX240" fmla="*/ 678836 w 971825"/>
                <a:gd name="connsiteY240" fmla="*/ 84237 h 247682"/>
                <a:gd name="connsiteX241" fmla="*/ 665051 w 971825"/>
                <a:gd name="connsiteY241" fmla="*/ 89805 h 247682"/>
                <a:gd name="connsiteX242" fmla="*/ 652074 w 971825"/>
                <a:gd name="connsiteY242" fmla="*/ 86213 h 247682"/>
                <a:gd name="connsiteX243" fmla="*/ 640400 w 971825"/>
                <a:gd name="connsiteY243" fmla="*/ 76963 h 247682"/>
                <a:gd name="connsiteX244" fmla="*/ 631823 w 971825"/>
                <a:gd name="connsiteY244" fmla="*/ 64345 h 247682"/>
                <a:gd name="connsiteX245" fmla="*/ 628456 w 971825"/>
                <a:gd name="connsiteY245" fmla="*/ 50470 h 247682"/>
                <a:gd name="connsiteX246" fmla="*/ 633844 w 971825"/>
                <a:gd name="connsiteY246" fmla="*/ 36147 h 247682"/>
                <a:gd name="connsiteX247" fmla="*/ 598865 w 971825"/>
                <a:gd name="connsiteY247" fmla="*/ 45 h 247682"/>
                <a:gd name="connsiteX248" fmla="*/ 596081 w 971825"/>
                <a:gd name="connsiteY248" fmla="*/ 3278 h 247682"/>
                <a:gd name="connsiteX249" fmla="*/ 596081 w 971825"/>
                <a:gd name="connsiteY249" fmla="*/ 51189 h 247682"/>
                <a:gd name="connsiteX250" fmla="*/ 601874 w 971825"/>
                <a:gd name="connsiteY250" fmla="*/ 77547 h 247682"/>
                <a:gd name="connsiteX251" fmla="*/ 617230 w 971825"/>
                <a:gd name="connsiteY251" fmla="*/ 99639 h 247682"/>
                <a:gd name="connsiteX252" fmla="*/ 639322 w 971825"/>
                <a:gd name="connsiteY252" fmla="*/ 114816 h 247682"/>
                <a:gd name="connsiteX253" fmla="*/ 665231 w 971825"/>
                <a:gd name="connsiteY253" fmla="*/ 120384 h 247682"/>
                <a:gd name="connsiteX254" fmla="*/ 686155 w 971825"/>
                <a:gd name="connsiteY254" fmla="*/ 116657 h 247682"/>
                <a:gd name="connsiteX255" fmla="*/ 702275 w 971825"/>
                <a:gd name="connsiteY255" fmla="*/ 106239 h 247682"/>
                <a:gd name="connsiteX256" fmla="*/ 712693 w 971825"/>
                <a:gd name="connsiteY256" fmla="*/ 90164 h 247682"/>
                <a:gd name="connsiteX257" fmla="*/ 716420 w 971825"/>
                <a:gd name="connsiteY257" fmla="*/ 69195 h 247682"/>
                <a:gd name="connsiteX258" fmla="*/ 710627 w 971825"/>
                <a:gd name="connsiteY258" fmla="*/ 42837 h 247682"/>
                <a:gd name="connsiteX259" fmla="*/ 695226 w 971825"/>
                <a:gd name="connsiteY259" fmla="*/ 20745 h 247682"/>
                <a:gd name="connsiteX260" fmla="*/ 673134 w 971825"/>
                <a:gd name="connsiteY260" fmla="*/ 5568 h 247682"/>
                <a:gd name="connsiteX261" fmla="*/ 647225 w 971825"/>
                <a:gd name="connsiteY261" fmla="*/ 0 h 247682"/>
                <a:gd name="connsiteX262" fmla="*/ 598865 w 971825"/>
                <a:gd name="connsiteY262" fmla="*/ 0 h 247682"/>
                <a:gd name="connsiteX263" fmla="*/ 953685 w 971825"/>
                <a:gd name="connsiteY263" fmla="*/ 87425 h 247682"/>
                <a:gd name="connsiteX264" fmla="*/ 919469 w 971825"/>
                <a:gd name="connsiteY264" fmla="*/ 87425 h 247682"/>
                <a:gd name="connsiteX265" fmla="*/ 905864 w 971825"/>
                <a:gd name="connsiteY265" fmla="*/ 84327 h 247682"/>
                <a:gd name="connsiteX266" fmla="*/ 894862 w 971825"/>
                <a:gd name="connsiteY266" fmla="*/ 75975 h 247682"/>
                <a:gd name="connsiteX267" fmla="*/ 887543 w 971825"/>
                <a:gd name="connsiteY267" fmla="*/ 63941 h 247682"/>
                <a:gd name="connsiteX268" fmla="*/ 884894 w 971825"/>
                <a:gd name="connsiteY268" fmla="*/ 49977 h 247682"/>
                <a:gd name="connsiteX269" fmla="*/ 890148 w 971825"/>
                <a:gd name="connsiteY269" fmla="*/ 35653 h 247682"/>
                <a:gd name="connsiteX270" fmla="*/ 893830 w 971825"/>
                <a:gd name="connsiteY270" fmla="*/ 32958 h 247682"/>
                <a:gd name="connsiteX271" fmla="*/ 898769 w 971825"/>
                <a:gd name="connsiteY271" fmla="*/ 31117 h 247682"/>
                <a:gd name="connsiteX272" fmla="*/ 905414 w 971825"/>
                <a:gd name="connsiteY272" fmla="*/ 30354 h 247682"/>
                <a:gd name="connsiteX273" fmla="*/ 912060 w 971825"/>
                <a:gd name="connsiteY273" fmla="*/ 31117 h 247682"/>
                <a:gd name="connsiteX274" fmla="*/ 923420 w 971825"/>
                <a:gd name="connsiteY274" fmla="*/ 35742 h 247682"/>
                <a:gd name="connsiteX275" fmla="*/ 938238 w 971825"/>
                <a:gd name="connsiteY275" fmla="*/ 49213 h 247682"/>
                <a:gd name="connsiteX276" fmla="*/ 902631 w 971825"/>
                <a:gd name="connsiteY276" fmla="*/ 49213 h 247682"/>
                <a:gd name="connsiteX277" fmla="*/ 899442 w 971825"/>
                <a:gd name="connsiteY277" fmla="*/ 51997 h 247682"/>
                <a:gd name="connsiteX278" fmla="*/ 901463 w 971825"/>
                <a:gd name="connsiteY278" fmla="*/ 61067 h 247682"/>
                <a:gd name="connsiteX279" fmla="*/ 923780 w 971825"/>
                <a:gd name="connsiteY279" fmla="*/ 74538 h 247682"/>
                <a:gd name="connsiteX280" fmla="*/ 956918 w 971825"/>
                <a:gd name="connsiteY280" fmla="*/ 74538 h 247682"/>
                <a:gd name="connsiteX281" fmla="*/ 968952 w 971825"/>
                <a:gd name="connsiteY281" fmla="*/ 69913 h 247682"/>
                <a:gd name="connsiteX282" fmla="*/ 971825 w 971825"/>
                <a:gd name="connsiteY282" fmla="*/ 60035 h 247682"/>
                <a:gd name="connsiteX283" fmla="*/ 966437 w 971825"/>
                <a:gd name="connsiteY283" fmla="*/ 39469 h 247682"/>
                <a:gd name="connsiteX284" fmla="*/ 951889 w 971825"/>
                <a:gd name="connsiteY284" fmla="*/ 19937 h 247682"/>
                <a:gd name="connsiteX285" fmla="*/ 930605 w 971825"/>
                <a:gd name="connsiteY285" fmla="*/ 5613 h 247682"/>
                <a:gd name="connsiteX286" fmla="*/ 905190 w 971825"/>
                <a:gd name="connsiteY286" fmla="*/ 45 h 247682"/>
                <a:gd name="connsiteX287" fmla="*/ 856471 w 971825"/>
                <a:gd name="connsiteY287" fmla="*/ 45 h 247682"/>
                <a:gd name="connsiteX288" fmla="*/ 853911 w 971825"/>
                <a:gd name="connsiteY288" fmla="*/ 2604 h 247682"/>
                <a:gd name="connsiteX289" fmla="*/ 853911 w 971825"/>
                <a:gd name="connsiteY289" fmla="*/ 51144 h 247682"/>
                <a:gd name="connsiteX290" fmla="*/ 859165 w 971825"/>
                <a:gd name="connsiteY290" fmla="*/ 76918 h 247682"/>
                <a:gd name="connsiteX291" fmla="*/ 873489 w 971825"/>
                <a:gd name="connsiteY291" fmla="*/ 98157 h 247682"/>
                <a:gd name="connsiteX292" fmla="*/ 894548 w 971825"/>
                <a:gd name="connsiteY292" fmla="*/ 112571 h 247682"/>
                <a:gd name="connsiteX293" fmla="*/ 920322 w 971825"/>
                <a:gd name="connsiteY293" fmla="*/ 118049 h 247682"/>
                <a:gd name="connsiteX294" fmla="*/ 969221 w 971825"/>
                <a:gd name="connsiteY294" fmla="*/ 118049 h 247682"/>
                <a:gd name="connsiteX295" fmla="*/ 971781 w 971825"/>
                <a:gd name="connsiteY295" fmla="*/ 115489 h 247682"/>
                <a:gd name="connsiteX296" fmla="*/ 971781 w 971825"/>
                <a:gd name="connsiteY296" fmla="*/ 105656 h 247682"/>
                <a:gd name="connsiteX297" fmla="*/ 966976 w 971825"/>
                <a:gd name="connsiteY297" fmla="*/ 92230 h 247682"/>
                <a:gd name="connsiteX298" fmla="*/ 953685 w 971825"/>
                <a:gd name="connsiteY298" fmla="*/ 87425 h 247682"/>
                <a:gd name="connsiteX299" fmla="*/ 853866 w 971825"/>
                <a:gd name="connsiteY299" fmla="*/ 106554 h 247682"/>
                <a:gd name="connsiteX300" fmla="*/ 853866 w 971825"/>
                <a:gd name="connsiteY300" fmla="*/ 114726 h 247682"/>
                <a:gd name="connsiteX301" fmla="*/ 851127 w 971825"/>
                <a:gd name="connsiteY301" fmla="*/ 118094 h 247682"/>
                <a:gd name="connsiteX302" fmla="*/ 825443 w 971825"/>
                <a:gd name="connsiteY302" fmla="*/ 118049 h 247682"/>
                <a:gd name="connsiteX303" fmla="*/ 813185 w 971825"/>
                <a:gd name="connsiteY303" fmla="*/ 113783 h 247682"/>
                <a:gd name="connsiteX304" fmla="*/ 774254 w 971825"/>
                <a:gd name="connsiteY304" fmla="*/ 83070 h 247682"/>
                <a:gd name="connsiteX305" fmla="*/ 769899 w 971825"/>
                <a:gd name="connsiteY305" fmla="*/ 72563 h 247682"/>
                <a:gd name="connsiteX306" fmla="*/ 769899 w 971825"/>
                <a:gd name="connsiteY306" fmla="*/ 59945 h 247682"/>
                <a:gd name="connsiteX307" fmla="*/ 771919 w 971825"/>
                <a:gd name="connsiteY307" fmla="*/ 56712 h 247682"/>
                <a:gd name="connsiteX308" fmla="*/ 776095 w 971825"/>
                <a:gd name="connsiteY308" fmla="*/ 57879 h 247682"/>
                <a:gd name="connsiteX309" fmla="*/ 780720 w 971825"/>
                <a:gd name="connsiteY309" fmla="*/ 59316 h 247682"/>
                <a:gd name="connsiteX310" fmla="*/ 792529 w 971825"/>
                <a:gd name="connsiteY310" fmla="*/ 61292 h 247682"/>
                <a:gd name="connsiteX311" fmla="*/ 809009 w 971825"/>
                <a:gd name="connsiteY311" fmla="*/ 51997 h 247682"/>
                <a:gd name="connsiteX312" fmla="*/ 787815 w 971825"/>
                <a:gd name="connsiteY312" fmla="*/ 29950 h 247682"/>
                <a:gd name="connsiteX313" fmla="*/ 758449 w 971825"/>
                <a:gd name="connsiteY313" fmla="*/ 35832 h 247682"/>
                <a:gd name="connsiteX314" fmla="*/ 757550 w 971825"/>
                <a:gd name="connsiteY314" fmla="*/ 37943 h 247682"/>
                <a:gd name="connsiteX315" fmla="*/ 757146 w 971825"/>
                <a:gd name="connsiteY315" fmla="*/ 41176 h 247682"/>
                <a:gd name="connsiteX316" fmla="*/ 757146 w 971825"/>
                <a:gd name="connsiteY316" fmla="*/ 89491 h 247682"/>
                <a:gd name="connsiteX317" fmla="*/ 751489 w 971825"/>
                <a:gd name="connsiteY317" fmla="*/ 109427 h 247682"/>
                <a:gd name="connsiteX318" fmla="*/ 741386 w 971825"/>
                <a:gd name="connsiteY318" fmla="*/ 116971 h 247682"/>
                <a:gd name="connsiteX319" fmla="*/ 733168 w 971825"/>
                <a:gd name="connsiteY319" fmla="*/ 118094 h 247682"/>
                <a:gd name="connsiteX320" fmla="*/ 726478 w 971825"/>
                <a:gd name="connsiteY320" fmla="*/ 117196 h 247682"/>
                <a:gd name="connsiteX321" fmla="*/ 725355 w 971825"/>
                <a:gd name="connsiteY321" fmla="*/ 114277 h 247682"/>
                <a:gd name="connsiteX322" fmla="*/ 725355 w 971825"/>
                <a:gd name="connsiteY322" fmla="*/ 106329 h 247682"/>
                <a:gd name="connsiteX323" fmla="*/ 725355 w 971825"/>
                <a:gd name="connsiteY323" fmla="*/ 100222 h 247682"/>
                <a:gd name="connsiteX324" fmla="*/ 725355 w 971825"/>
                <a:gd name="connsiteY324" fmla="*/ 82531 h 247682"/>
                <a:gd name="connsiteX325" fmla="*/ 725355 w 971825"/>
                <a:gd name="connsiteY325" fmla="*/ 2649 h 247682"/>
                <a:gd name="connsiteX326" fmla="*/ 727915 w 971825"/>
                <a:gd name="connsiteY326" fmla="*/ 90 h 247682"/>
                <a:gd name="connsiteX327" fmla="*/ 775556 w 971825"/>
                <a:gd name="connsiteY327" fmla="*/ 90 h 247682"/>
                <a:gd name="connsiteX328" fmla="*/ 799355 w 971825"/>
                <a:gd name="connsiteY328" fmla="*/ 4131 h 247682"/>
                <a:gd name="connsiteX329" fmla="*/ 821222 w 971825"/>
                <a:gd name="connsiteY329" fmla="*/ 15087 h 247682"/>
                <a:gd name="connsiteX330" fmla="*/ 837118 w 971825"/>
                <a:gd name="connsiteY330" fmla="*/ 31387 h 247682"/>
                <a:gd name="connsiteX331" fmla="*/ 843225 w 971825"/>
                <a:gd name="connsiteY331" fmla="*/ 51369 h 247682"/>
                <a:gd name="connsiteX332" fmla="*/ 836759 w 971825"/>
                <a:gd name="connsiteY332" fmla="*/ 69779 h 247682"/>
                <a:gd name="connsiteX333" fmla="*/ 820324 w 971825"/>
                <a:gd name="connsiteY333" fmla="*/ 81902 h 247682"/>
                <a:gd name="connsiteX334" fmla="*/ 833391 w 971825"/>
                <a:gd name="connsiteY334" fmla="*/ 92230 h 247682"/>
                <a:gd name="connsiteX335" fmla="*/ 851891 w 971825"/>
                <a:gd name="connsiteY335" fmla="*/ 103680 h 247682"/>
                <a:gd name="connsiteX336" fmla="*/ 853866 w 971825"/>
                <a:gd name="connsiteY336" fmla="*/ 106554 h 247682"/>
                <a:gd name="connsiteX337" fmla="*/ 248491 w 971825"/>
                <a:gd name="connsiteY337" fmla="*/ 17422 h 247682"/>
                <a:gd name="connsiteX338" fmla="*/ 231158 w 971825"/>
                <a:gd name="connsiteY338" fmla="*/ 45 h 247682"/>
                <a:gd name="connsiteX339" fmla="*/ 212748 w 971825"/>
                <a:gd name="connsiteY339" fmla="*/ 45 h 247682"/>
                <a:gd name="connsiteX340" fmla="*/ 210368 w 971825"/>
                <a:gd name="connsiteY340" fmla="*/ 988 h 247682"/>
                <a:gd name="connsiteX341" fmla="*/ 173548 w 971825"/>
                <a:gd name="connsiteY341" fmla="*/ 35563 h 247682"/>
                <a:gd name="connsiteX342" fmla="*/ 125278 w 971825"/>
                <a:gd name="connsiteY342" fmla="*/ 54063 h 247682"/>
                <a:gd name="connsiteX343" fmla="*/ 75436 w 971825"/>
                <a:gd name="connsiteY343" fmla="*/ 34036 h 247682"/>
                <a:gd name="connsiteX344" fmla="*/ 48091 w 971825"/>
                <a:gd name="connsiteY344" fmla="*/ 8352 h 247682"/>
                <a:gd name="connsiteX345" fmla="*/ 27525 w 971825"/>
                <a:gd name="connsiteY345" fmla="*/ 0 h 247682"/>
                <a:gd name="connsiteX346" fmla="*/ 5523 w 971825"/>
                <a:gd name="connsiteY346" fmla="*/ 0 h 247682"/>
                <a:gd name="connsiteX347" fmla="*/ 2065 w 971825"/>
                <a:gd name="connsiteY347" fmla="*/ 3458 h 247682"/>
                <a:gd name="connsiteX348" fmla="*/ 2065 w 971825"/>
                <a:gd name="connsiteY348" fmla="*/ 100627 h 247682"/>
                <a:gd name="connsiteX349" fmla="*/ 19398 w 971825"/>
                <a:gd name="connsiteY349" fmla="*/ 117959 h 247682"/>
                <a:gd name="connsiteX350" fmla="*/ 26088 w 971825"/>
                <a:gd name="connsiteY350" fmla="*/ 117959 h 247682"/>
                <a:gd name="connsiteX351" fmla="*/ 30624 w 971825"/>
                <a:gd name="connsiteY351" fmla="*/ 117959 h 247682"/>
                <a:gd name="connsiteX352" fmla="*/ 34081 w 971825"/>
                <a:gd name="connsiteY352" fmla="*/ 114457 h 247682"/>
                <a:gd name="connsiteX353" fmla="*/ 34081 w 971825"/>
                <a:gd name="connsiteY353" fmla="*/ 79882 h 247682"/>
                <a:gd name="connsiteX354" fmla="*/ 50336 w 971825"/>
                <a:gd name="connsiteY354" fmla="*/ 63357 h 247682"/>
                <a:gd name="connsiteX355" fmla="*/ 89491 w 971825"/>
                <a:gd name="connsiteY355" fmla="*/ 87021 h 247682"/>
                <a:gd name="connsiteX356" fmla="*/ 125188 w 971825"/>
                <a:gd name="connsiteY356" fmla="*/ 109787 h 247682"/>
                <a:gd name="connsiteX357" fmla="*/ 160886 w 971825"/>
                <a:gd name="connsiteY357" fmla="*/ 87021 h 247682"/>
                <a:gd name="connsiteX358" fmla="*/ 200041 w 971825"/>
                <a:gd name="connsiteY358" fmla="*/ 63357 h 247682"/>
                <a:gd name="connsiteX359" fmla="*/ 216295 w 971825"/>
                <a:gd name="connsiteY359" fmla="*/ 79702 h 247682"/>
                <a:gd name="connsiteX360" fmla="*/ 216295 w 971825"/>
                <a:gd name="connsiteY360" fmla="*/ 100582 h 247682"/>
                <a:gd name="connsiteX361" fmla="*/ 233673 w 971825"/>
                <a:gd name="connsiteY361" fmla="*/ 117914 h 247682"/>
                <a:gd name="connsiteX362" fmla="*/ 241171 w 971825"/>
                <a:gd name="connsiteY362" fmla="*/ 117914 h 247682"/>
                <a:gd name="connsiteX363" fmla="*/ 244943 w 971825"/>
                <a:gd name="connsiteY363" fmla="*/ 117914 h 247682"/>
                <a:gd name="connsiteX364" fmla="*/ 248446 w 971825"/>
                <a:gd name="connsiteY364" fmla="*/ 114412 h 247682"/>
                <a:gd name="connsiteX365" fmla="*/ 248491 w 971825"/>
                <a:gd name="connsiteY365" fmla="*/ 17422 h 247682"/>
                <a:gd name="connsiteX366" fmla="*/ 75346 w 971825"/>
                <a:gd name="connsiteY366" fmla="*/ 159179 h 247682"/>
                <a:gd name="connsiteX367" fmla="*/ 89580 w 971825"/>
                <a:gd name="connsiteY367" fmla="*/ 164837 h 247682"/>
                <a:gd name="connsiteX368" fmla="*/ 94071 w 971825"/>
                <a:gd name="connsiteY368" fmla="*/ 167127 h 247682"/>
                <a:gd name="connsiteX369" fmla="*/ 97438 w 971825"/>
                <a:gd name="connsiteY369" fmla="*/ 167576 h 247682"/>
                <a:gd name="connsiteX370" fmla="*/ 106239 w 971825"/>
                <a:gd name="connsiteY370" fmla="*/ 162951 h 247682"/>
                <a:gd name="connsiteX371" fmla="*/ 118049 w 971825"/>
                <a:gd name="connsiteY371" fmla="*/ 150693 h 247682"/>
                <a:gd name="connsiteX372" fmla="*/ 118722 w 971825"/>
                <a:gd name="connsiteY372" fmla="*/ 149076 h 247682"/>
                <a:gd name="connsiteX373" fmla="*/ 117330 w 971825"/>
                <a:gd name="connsiteY373" fmla="*/ 146517 h 247682"/>
                <a:gd name="connsiteX374" fmla="*/ 91556 w 971825"/>
                <a:gd name="connsiteY374" fmla="*/ 132418 h 247682"/>
                <a:gd name="connsiteX375" fmla="*/ 58104 w 971825"/>
                <a:gd name="connsiteY375" fmla="*/ 127344 h 247682"/>
                <a:gd name="connsiteX376" fmla="*/ 37404 w 971825"/>
                <a:gd name="connsiteY376" fmla="*/ 129409 h 247682"/>
                <a:gd name="connsiteX377" fmla="*/ 19937 w 971825"/>
                <a:gd name="connsiteY377" fmla="*/ 135875 h 247682"/>
                <a:gd name="connsiteX378" fmla="*/ 7813 w 971825"/>
                <a:gd name="connsiteY378" fmla="*/ 147325 h 247682"/>
                <a:gd name="connsiteX379" fmla="*/ 3278 w 971825"/>
                <a:gd name="connsiteY379" fmla="*/ 164343 h 247682"/>
                <a:gd name="connsiteX380" fmla="*/ 7184 w 971825"/>
                <a:gd name="connsiteY380" fmla="*/ 179386 h 247682"/>
                <a:gd name="connsiteX381" fmla="*/ 18051 w 971825"/>
                <a:gd name="connsiteY381" fmla="*/ 190028 h 247682"/>
                <a:gd name="connsiteX382" fmla="*/ 34485 w 971825"/>
                <a:gd name="connsiteY382" fmla="*/ 197077 h 247682"/>
                <a:gd name="connsiteX383" fmla="*/ 55050 w 971825"/>
                <a:gd name="connsiteY383" fmla="*/ 201343 h 247682"/>
                <a:gd name="connsiteX384" fmla="*/ 68252 w 971825"/>
                <a:gd name="connsiteY384" fmla="*/ 203543 h 247682"/>
                <a:gd name="connsiteX385" fmla="*/ 76334 w 971825"/>
                <a:gd name="connsiteY385" fmla="*/ 205609 h 247682"/>
                <a:gd name="connsiteX386" fmla="*/ 80420 w 971825"/>
                <a:gd name="connsiteY386" fmla="*/ 207944 h 247682"/>
                <a:gd name="connsiteX387" fmla="*/ 81453 w 971825"/>
                <a:gd name="connsiteY387" fmla="*/ 211087 h 247682"/>
                <a:gd name="connsiteX388" fmla="*/ 76918 w 971825"/>
                <a:gd name="connsiteY388" fmla="*/ 216295 h 247682"/>
                <a:gd name="connsiteX389" fmla="*/ 65019 w 971825"/>
                <a:gd name="connsiteY389" fmla="*/ 217822 h 247682"/>
                <a:gd name="connsiteX390" fmla="*/ 44184 w 971825"/>
                <a:gd name="connsiteY390" fmla="*/ 215712 h 247682"/>
                <a:gd name="connsiteX391" fmla="*/ 29366 w 971825"/>
                <a:gd name="connsiteY391" fmla="*/ 209919 h 247682"/>
                <a:gd name="connsiteX392" fmla="*/ 24876 w 971825"/>
                <a:gd name="connsiteY392" fmla="*/ 207629 h 247682"/>
                <a:gd name="connsiteX393" fmla="*/ 21508 w 971825"/>
                <a:gd name="connsiteY393" fmla="*/ 207180 h 247682"/>
                <a:gd name="connsiteX394" fmla="*/ 12707 w 971825"/>
                <a:gd name="connsiteY394" fmla="*/ 211805 h 247682"/>
                <a:gd name="connsiteX395" fmla="*/ 674 w 971825"/>
                <a:gd name="connsiteY395" fmla="*/ 224288 h 247682"/>
                <a:gd name="connsiteX396" fmla="*/ 0 w 971825"/>
                <a:gd name="connsiteY396" fmla="*/ 225905 h 247682"/>
                <a:gd name="connsiteX397" fmla="*/ 1392 w 971825"/>
                <a:gd name="connsiteY397" fmla="*/ 228464 h 247682"/>
                <a:gd name="connsiteX398" fmla="*/ 12618 w 971825"/>
                <a:gd name="connsiteY398" fmla="*/ 236457 h 247682"/>
                <a:gd name="connsiteX399" fmla="*/ 28109 w 971825"/>
                <a:gd name="connsiteY399" fmla="*/ 242474 h 247682"/>
                <a:gd name="connsiteX400" fmla="*/ 46968 w 971825"/>
                <a:gd name="connsiteY400" fmla="*/ 246290 h 247682"/>
                <a:gd name="connsiteX401" fmla="*/ 68252 w 971825"/>
                <a:gd name="connsiteY401" fmla="*/ 247682 h 247682"/>
                <a:gd name="connsiteX402" fmla="*/ 117106 w 971825"/>
                <a:gd name="connsiteY402" fmla="*/ 247682 h 247682"/>
                <a:gd name="connsiteX403" fmla="*/ 118722 w 971825"/>
                <a:gd name="connsiteY403" fmla="*/ 246739 h 247682"/>
                <a:gd name="connsiteX404" fmla="*/ 118947 w 971825"/>
                <a:gd name="connsiteY404" fmla="*/ 245572 h 247682"/>
                <a:gd name="connsiteX405" fmla="*/ 118947 w 971825"/>
                <a:gd name="connsiteY405" fmla="*/ 218496 h 247682"/>
                <a:gd name="connsiteX406" fmla="*/ 116163 w 971825"/>
                <a:gd name="connsiteY406" fmla="*/ 198918 h 247682"/>
                <a:gd name="connsiteX407" fmla="*/ 108305 w 971825"/>
                <a:gd name="connsiteY407" fmla="*/ 186345 h 247682"/>
                <a:gd name="connsiteX408" fmla="*/ 95957 w 971825"/>
                <a:gd name="connsiteY408" fmla="*/ 178937 h 247682"/>
                <a:gd name="connsiteX409" fmla="*/ 79612 w 971825"/>
                <a:gd name="connsiteY409" fmla="*/ 175030 h 247682"/>
                <a:gd name="connsiteX410" fmla="*/ 49977 w 971825"/>
                <a:gd name="connsiteY410" fmla="*/ 169911 h 247682"/>
                <a:gd name="connsiteX411" fmla="*/ 39110 w 971825"/>
                <a:gd name="connsiteY411" fmla="*/ 163221 h 247682"/>
                <a:gd name="connsiteX412" fmla="*/ 56712 w 971825"/>
                <a:gd name="connsiteY412" fmla="*/ 156979 h 247682"/>
                <a:gd name="connsiteX413" fmla="*/ 75346 w 971825"/>
                <a:gd name="connsiteY413" fmla="*/ 159179 h 24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</a:cxnLst>
              <a:rect l="l" t="t" r="r" b="b"/>
              <a:pathLst>
                <a:path w="971825" h="247682">
                  <a:moveTo>
                    <a:pt x="162188" y="244853"/>
                  </a:moveTo>
                  <a:lnTo>
                    <a:pt x="162188" y="189489"/>
                  </a:lnTo>
                  <a:lnTo>
                    <a:pt x="162188" y="189489"/>
                  </a:lnTo>
                  <a:cubicBezTo>
                    <a:pt x="162143" y="183876"/>
                    <a:pt x="160527" y="179520"/>
                    <a:pt x="157338" y="176287"/>
                  </a:cubicBezTo>
                  <a:cubicBezTo>
                    <a:pt x="154106" y="173054"/>
                    <a:pt x="149615" y="171438"/>
                    <a:pt x="143913" y="171438"/>
                  </a:cubicBezTo>
                  <a:lnTo>
                    <a:pt x="133046" y="171438"/>
                  </a:lnTo>
                  <a:cubicBezTo>
                    <a:pt x="130891" y="171438"/>
                    <a:pt x="129813" y="172336"/>
                    <a:pt x="129813" y="174222"/>
                  </a:cubicBezTo>
                  <a:lnTo>
                    <a:pt x="129813" y="189489"/>
                  </a:lnTo>
                  <a:lnTo>
                    <a:pt x="129813" y="229362"/>
                  </a:lnTo>
                  <a:cubicBezTo>
                    <a:pt x="129813" y="235065"/>
                    <a:pt x="131430" y="239555"/>
                    <a:pt x="134663" y="242788"/>
                  </a:cubicBezTo>
                  <a:cubicBezTo>
                    <a:pt x="137896" y="246021"/>
                    <a:pt x="142386" y="247637"/>
                    <a:pt x="148088" y="247637"/>
                  </a:cubicBezTo>
                  <a:lnTo>
                    <a:pt x="158955" y="247637"/>
                  </a:lnTo>
                  <a:cubicBezTo>
                    <a:pt x="161110" y="247637"/>
                    <a:pt x="162188" y="246739"/>
                    <a:pt x="162188" y="244853"/>
                  </a:cubicBezTo>
                  <a:moveTo>
                    <a:pt x="162188" y="156934"/>
                  </a:moveTo>
                  <a:lnTo>
                    <a:pt x="162188" y="147909"/>
                  </a:lnTo>
                  <a:cubicBezTo>
                    <a:pt x="162188" y="142206"/>
                    <a:pt x="160571" y="137716"/>
                    <a:pt x="157338" y="134483"/>
                  </a:cubicBezTo>
                  <a:cubicBezTo>
                    <a:pt x="154106" y="131250"/>
                    <a:pt x="149615" y="129634"/>
                    <a:pt x="143913" y="129634"/>
                  </a:cubicBezTo>
                  <a:lnTo>
                    <a:pt x="132552" y="129634"/>
                  </a:lnTo>
                  <a:cubicBezTo>
                    <a:pt x="130711" y="129634"/>
                    <a:pt x="129768" y="130711"/>
                    <a:pt x="129768" y="132867"/>
                  </a:cubicBezTo>
                  <a:lnTo>
                    <a:pt x="129768" y="156934"/>
                  </a:lnTo>
                  <a:cubicBezTo>
                    <a:pt x="129768" y="159090"/>
                    <a:pt x="130711" y="160167"/>
                    <a:pt x="132552" y="160167"/>
                  </a:cubicBezTo>
                  <a:lnTo>
                    <a:pt x="159404" y="160167"/>
                  </a:lnTo>
                  <a:cubicBezTo>
                    <a:pt x="161290" y="160122"/>
                    <a:pt x="162188" y="159045"/>
                    <a:pt x="162188" y="156934"/>
                  </a:cubicBezTo>
                  <a:moveTo>
                    <a:pt x="455671" y="115310"/>
                  </a:moveTo>
                  <a:lnTo>
                    <a:pt x="455671" y="59900"/>
                  </a:lnTo>
                  <a:lnTo>
                    <a:pt x="455671" y="59900"/>
                  </a:lnTo>
                  <a:cubicBezTo>
                    <a:pt x="455626" y="54287"/>
                    <a:pt x="454009" y="49932"/>
                    <a:pt x="450821" y="46744"/>
                  </a:cubicBezTo>
                  <a:cubicBezTo>
                    <a:pt x="447588" y="43511"/>
                    <a:pt x="443098" y="41894"/>
                    <a:pt x="437396" y="41894"/>
                  </a:cubicBezTo>
                  <a:lnTo>
                    <a:pt x="426529" y="41894"/>
                  </a:lnTo>
                  <a:cubicBezTo>
                    <a:pt x="424374" y="41894"/>
                    <a:pt x="423296" y="42837"/>
                    <a:pt x="423296" y="44678"/>
                  </a:cubicBezTo>
                  <a:lnTo>
                    <a:pt x="423296" y="59945"/>
                  </a:lnTo>
                  <a:lnTo>
                    <a:pt x="423296" y="99818"/>
                  </a:lnTo>
                  <a:cubicBezTo>
                    <a:pt x="423296" y="105521"/>
                    <a:pt x="424913" y="110011"/>
                    <a:pt x="428146" y="113244"/>
                  </a:cubicBezTo>
                  <a:cubicBezTo>
                    <a:pt x="431379" y="116477"/>
                    <a:pt x="435869" y="118094"/>
                    <a:pt x="441571" y="118094"/>
                  </a:cubicBezTo>
                  <a:lnTo>
                    <a:pt x="452438" y="118094"/>
                  </a:lnTo>
                  <a:cubicBezTo>
                    <a:pt x="454548" y="118094"/>
                    <a:pt x="455671" y="117151"/>
                    <a:pt x="455671" y="115310"/>
                  </a:cubicBezTo>
                  <a:moveTo>
                    <a:pt x="455671" y="27346"/>
                  </a:moveTo>
                  <a:lnTo>
                    <a:pt x="455671" y="18320"/>
                  </a:lnTo>
                  <a:cubicBezTo>
                    <a:pt x="455671" y="12618"/>
                    <a:pt x="454054" y="8127"/>
                    <a:pt x="450821" y="4894"/>
                  </a:cubicBezTo>
                  <a:cubicBezTo>
                    <a:pt x="447588" y="1661"/>
                    <a:pt x="443098" y="45"/>
                    <a:pt x="437396" y="45"/>
                  </a:cubicBezTo>
                  <a:lnTo>
                    <a:pt x="426035" y="45"/>
                  </a:lnTo>
                  <a:cubicBezTo>
                    <a:pt x="424194" y="45"/>
                    <a:pt x="423251" y="1123"/>
                    <a:pt x="423251" y="3278"/>
                  </a:cubicBezTo>
                  <a:lnTo>
                    <a:pt x="423251" y="27346"/>
                  </a:lnTo>
                  <a:cubicBezTo>
                    <a:pt x="423251" y="29501"/>
                    <a:pt x="424194" y="30579"/>
                    <a:pt x="426035" y="30579"/>
                  </a:cubicBezTo>
                  <a:lnTo>
                    <a:pt x="452887" y="30579"/>
                  </a:lnTo>
                  <a:cubicBezTo>
                    <a:pt x="454728" y="30579"/>
                    <a:pt x="455671" y="29501"/>
                    <a:pt x="455671" y="27346"/>
                  </a:cubicBezTo>
                  <a:moveTo>
                    <a:pt x="413418" y="116208"/>
                  </a:moveTo>
                  <a:lnTo>
                    <a:pt x="413418" y="91242"/>
                  </a:lnTo>
                  <a:cubicBezTo>
                    <a:pt x="413418" y="90164"/>
                    <a:pt x="413193" y="89446"/>
                    <a:pt x="412699" y="89176"/>
                  </a:cubicBezTo>
                  <a:cubicBezTo>
                    <a:pt x="412250" y="88862"/>
                    <a:pt x="411397" y="88548"/>
                    <a:pt x="410140" y="88233"/>
                  </a:cubicBezTo>
                  <a:cubicBezTo>
                    <a:pt x="407850" y="87784"/>
                    <a:pt x="405604" y="86886"/>
                    <a:pt x="403539" y="85450"/>
                  </a:cubicBezTo>
                  <a:cubicBezTo>
                    <a:pt x="401474" y="84102"/>
                    <a:pt x="399588" y="82441"/>
                    <a:pt x="397971" y="80600"/>
                  </a:cubicBezTo>
                  <a:cubicBezTo>
                    <a:pt x="396355" y="78759"/>
                    <a:pt x="395052" y="76694"/>
                    <a:pt x="394064" y="74448"/>
                  </a:cubicBezTo>
                  <a:cubicBezTo>
                    <a:pt x="393077" y="72203"/>
                    <a:pt x="392538" y="69913"/>
                    <a:pt x="392538" y="67623"/>
                  </a:cubicBezTo>
                  <a:lnTo>
                    <a:pt x="392538" y="18365"/>
                  </a:lnTo>
                  <a:cubicBezTo>
                    <a:pt x="392538" y="12663"/>
                    <a:pt x="390921" y="8172"/>
                    <a:pt x="387688" y="4939"/>
                  </a:cubicBezTo>
                  <a:cubicBezTo>
                    <a:pt x="384455" y="1706"/>
                    <a:pt x="379965" y="90"/>
                    <a:pt x="374263" y="90"/>
                  </a:cubicBezTo>
                  <a:lnTo>
                    <a:pt x="363396" y="90"/>
                  </a:lnTo>
                  <a:cubicBezTo>
                    <a:pt x="361241" y="90"/>
                    <a:pt x="360163" y="1033"/>
                    <a:pt x="360163" y="2874"/>
                  </a:cubicBezTo>
                  <a:lnTo>
                    <a:pt x="360163" y="68566"/>
                  </a:lnTo>
                  <a:cubicBezTo>
                    <a:pt x="360163" y="75346"/>
                    <a:pt x="361510" y="81678"/>
                    <a:pt x="364204" y="87515"/>
                  </a:cubicBezTo>
                  <a:cubicBezTo>
                    <a:pt x="366899" y="93397"/>
                    <a:pt x="370536" y="98561"/>
                    <a:pt x="375116" y="103141"/>
                  </a:cubicBezTo>
                  <a:cubicBezTo>
                    <a:pt x="379651" y="107676"/>
                    <a:pt x="384949" y="111358"/>
                    <a:pt x="390966" y="114097"/>
                  </a:cubicBezTo>
                  <a:cubicBezTo>
                    <a:pt x="396983" y="116881"/>
                    <a:pt x="403404" y="118588"/>
                    <a:pt x="410185" y="119171"/>
                  </a:cubicBezTo>
                  <a:cubicBezTo>
                    <a:pt x="412340" y="119351"/>
                    <a:pt x="413418" y="118363"/>
                    <a:pt x="413418" y="116208"/>
                  </a:cubicBezTo>
                  <a:moveTo>
                    <a:pt x="293348" y="244853"/>
                  </a:moveTo>
                  <a:lnTo>
                    <a:pt x="293348" y="195326"/>
                  </a:lnTo>
                  <a:cubicBezTo>
                    <a:pt x="293348" y="189623"/>
                    <a:pt x="291732" y="185133"/>
                    <a:pt x="288499" y="181900"/>
                  </a:cubicBezTo>
                  <a:cubicBezTo>
                    <a:pt x="285266" y="178667"/>
                    <a:pt x="280775" y="177051"/>
                    <a:pt x="275073" y="177051"/>
                  </a:cubicBezTo>
                  <a:lnTo>
                    <a:pt x="221639" y="177051"/>
                  </a:lnTo>
                  <a:cubicBezTo>
                    <a:pt x="219484" y="177051"/>
                    <a:pt x="218406" y="177994"/>
                    <a:pt x="218406" y="179835"/>
                  </a:cubicBezTo>
                  <a:cubicBezTo>
                    <a:pt x="218406" y="183517"/>
                    <a:pt x="219124" y="186884"/>
                    <a:pt x="220606" y="189893"/>
                  </a:cubicBezTo>
                  <a:cubicBezTo>
                    <a:pt x="222043" y="192901"/>
                    <a:pt x="224019" y="195506"/>
                    <a:pt x="226398" y="197661"/>
                  </a:cubicBezTo>
                  <a:cubicBezTo>
                    <a:pt x="228778" y="199861"/>
                    <a:pt x="231472" y="201478"/>
                    <a:pt x="234526" y="202645"/>
                  </a:cubicBezTo>
                  <a:cubicBezTo>
                    <a:pt x="237534" y="203813"/>
                    <a:pt x="240588" y="204396"/>
                    <a:pt x="243641" y="204396"/>
                  </a:cubicBezTo>
                  <a:lnTo>
                    <a:pt x="262141" y="204396"/>
                  </a:lnTo>
                  <a:lnTo>
                    <a:pt x="262141" y="217104"/>
                  </a:lnTo>
                  <a:lnTo>
                    <a:pt x="242698" y="217104"/>
                  </a:lnTo>
                  <a:cubicBezTo>
                    <a:pt x="237759" y="217104"/>
                    <a:pt x="233044" y="215981"/>
                    <a:pt x="228599" y="213736"/>
                  </a:cubicBezTo>
                  <a:cubicBezTo>
                    <a:pt x="224109" y="211491"/>
                    <a:pt x="220157" y="208527"/>
                    <a:pt x="216699" y="204845"/>
                  </a:cubicBezTo>
                  <a:cubicBezTo>
                    <a:pt x="213242" y="201163"/>
                    <a:pt x="210503" y="196987"/>
                    <a:pt x="208482" y="192362"/>
                  </a:cubicBezTo>
                  <a:cubicBezTo>
                    <a:pt x="206462" y="187737"/>
                    <a:pt x="205474" y="183023"/>
                    <a:pt x="205474" y="178263"/>
                  </a:cubicBezTo>
                  <a:cubicBezTo>
                    <a:pt x="205474" y="172381"/>
                    <a:pt x="207315" y="167935"/>
                    <a:pt x="210997" y="164837"/>
                  </a:cubicBezTo>
                  <a:cubicBezTo>
                    <a:pt x="214724" y="161739"/>
                    <a:pt x="219349" y="160212"/>
                    <a:pt x="224872" y="160212"/>
                  </a:cubicBezTo>
                  <a:lnTo>
                    <a:pt x="287825" y="160212"/>
                  </a:lnTo>
                  <a:cubicBezTo>
                    <a:pt x="289980" y="160212"/>
                    <a:pt x="291058" y="159269"/>
                    <a:pt x="291058" y="157428"/>
                  </a:cubicBezTo>
                  <a:lnTo>
                    <a:pt x="291058" y="147954"/>
                  </a:lnTo>
                  <a:cubicBezTo>
                    <a:pt x="291058" y="142251"/>
                    <a:pt x="289442" y="137761"/>
                    <a:pt x="286209" y="134528"/>
                  </a:cubicBezTo>
                  <a:cubicBezTo>
                    <a:pt x="282976" y="131295"/>
                    <a:pt x="278485" y="129679"/>
                    <a:pt x="272783" y="129679"/>
                  </a:cubicBezTo>
                  <a:lnTo>
                    <a:pt x="225096" y="129679"/>
                  </a:lnTo>
                  <a:cubicBezTo>
                    <a:pt x="217553" y="129679"/>
                    <a:pt x="210593" y="130846"/>
                    <a:pt x="204262" y="133271"/>
                  </a:cubicBezTo>
                  <a:cubicBezTo>
                    <a:pt x="197930" y="135695"/>
                    <a:pt x="192452" y="139018"/>
                    <a:pt x="187827" y="143329"/>
                  </a:cubicBezTo>
                  <a:cubicBezTo>
                    <a:pt x="183202" y="147640"/>
                    <a:pt x="179565" y="152848"/>
                    <a:pt x="176961" y="158955"/>
                  </a:cubicBezTo>
                  <a:cubicBezTo>
                    <a:pt x="174312" y="165062"/>
                    <a:pt x="173009" y="171887"/>
                    <a:pt x="173009" y="179431"/>
                  </a:cubicBezTo>
                  <a:cubicBezTo>
                    <a:pt x="173009" y="188815"/>
                    <a:pt x="174850" y="197706"/>
                    <a:pt x="178577" y="206013"/>
                  </a:cubicBezTo>
                  <a:cubicBezTo>
                    <a:pt x="182259" y="214365"/>
                    <a:pt x="187333" y="221594"/>
                    <a:pt x="193754" y="227746"/>
                  </a:cubicBezTo>
                  <a:cubicBezTo>
                    <a:pt x="200131" y="233942"/>
                    <a:pt x="207584" y="238792"/>
                    <a:pt x="215981" y="242339"/>
                  </a:cubicBezTo>
                  <a:cubicBezTo>
                    <a:pt x="224378" y="245886"/>
                    <a:pt x="233224" y="247682"/>
                    <a:pt x="242474" y="247682"/>
                  </a:cubicBezTo>
                  <a:lnTo>
                    <a:pt x="290115" y="247682"/>
                  </a:lnTo>
                  <a:cubicBezTo>
                    <a:pt x="292271" y="247637"/>
                    <a:pt x="293348" y="246695"/>
                    <a:pt x="293348" y="244853"/>
                  </a:cubicBezTo>
                  <a:moveTo>
                    <a:pt x="595497" y="209605"/>
                  </a:moveTo>
                  <a:cubicBezTo>
                    <a:pt x="595497" y="207315"/>
                    <a:pt x="596710" y="205698"/>
                    <a:pt x="599179" y="204756"/>
                  </a:cubicBezTo>
                  <a:cubicBezTo>
                    <a:pt x="601649" y="203813"/>
                    <a:pt x="605511" y="203364"/>
                    <a:pt x="610764" y="203364"/>
                  </a:cubicBezTo>
                  <a:lnTo>
                    <a:pt x="646641" y="203364"/>
                  </a:lnTo>
                  <a:cubicBezTo>
                    <a:pt x="646327" y="209381"/>
                    <a:pt x="643767" y="213736"/>
                    <a:pt x="638873" y="216430"/>
                  </a:cubicBezTo>
                  <a:cubicBezTo>
                    <a:pt x="634024" y="219124"/>
                    <a:pt x="628366" y="220516"/>
                    <a:pt x="621855" y="220516"/>
                  </a:cubicBezTo>
                  <a:cubicBezTo>
                    <a:pt x="613997" y="220516"/>
                    <a:pt x="607621" y="219439"/>
                    <a:pt x="602771" y="217373"/>
                  </a:cubicBezTo>
                  <a:cubicBezTo>
                    <a:pt x="597922" y="215263"/>
                    <a:pt x="595497" y="212703"/>
                    <a:pt x="595497" y="209605"/>
                  </a:cubicBezTo>
                  <a:moveTo>
                    <a:pt x="559890" y="202510"/>
                  </a:moveTo>
                  <a:cubicBezTo>
                    <a:pt x="559890" y="210683"/>
                    <a:pt x="561910" y="217598"/>
                    <a:pt x="565996" y="223300"/>
                  </a:cubicBezTo>
                  <a:cubicBezTo>
                    <a:pt x="570082" y="229003"/>
                    <a:pt x="575381" y="233673"/>
                    <a:pt x="581847" y="237310"/>
                  </a:cubicBezTo>
                  <a:cubicBezTo>
                    <a:pt x="588313" y="240947"/>
                    <a:pt x="595452" y="243551"/>
                    <a:pt x="603265" y="245168"/>
                  </a:cubicBezTo>
                  <a:cubicBezTo>
                    <a:pt x="611034" y="246784"/>
                    <a:pt x="618667" y="247593"/>
                    <a:pt x="626031" y="247593"/>
                  </a:cubicBezTo>
                  <a:lnTo>
                    <a:pt x="676232" y="247593"/>
                  </a:lnTo>
                  <a:cubicBezTo>
                    <a:pt x="678073" y="247593"/>
                    <a:pt x="679016" y="246515"/>
                    <a:pt x="679016" y="244360"/>
                  </a:cubicBezTo>
                  <a:lnTo>
                    <a:pt x="679016" y="197885"/>
                  </a:lnTo>
                  <a:cubicBezTo>
                    <a:pt x="679016" y="188501"/>
                    <a:pt x="677444" y="179610"/>
                    <a:pt x="674391" y="171258"/>
                  </a:cubicBezTo>
                  <a:cubicBezTo>
                    <a:pt x="671293" y="162951"/>
                    <a:pt x="666892" y="155722"/>
                    <a:pt x="661055" y="149525"/>
                  </a:cubicBezTo>
                  <a:cubicBezTo>
                    <a:pt x="655263" y="143374"/>
                    <a:pt x="648258" y="138524"/>
                    <a:pt x="639996" y="134932"/>
                  </a:cubicBezTo>
                  <a:cubicBezTo>
                    <a:pt x="631734" y="131385"/>
                    <a:pt x="622394" y="129634"/>
                    <a:pt x="611887" y="129634"/>
                  </a:cubicBezTo>
                  <a:lnTo>
                    <a:pt x="566535" y="129634"/>
                  </a:lnTo>
                  <a:cubicBezTo>
                    <a:pt x="564380" y="129634"/>
                    <a:pt x="563302" y="130577"/>
                    <a:pt x="563302" y="132418"/>
                  </a:cubicBezTo>
                  <a:lnTo>
                    <a:pt x="563302" y="141937"/>
                  </a:lnTo>
                  <a:cubicBezTo>
                    <a:pt x="563302" y="147640"/>
                    <a:pt x="564919" y="152130"/>
                    <a:pt x="568152" y="155363"/>
                  </a:cubicBezTo>
                  <a:cubicBezTo>
                    <a:pt x="571385" y="158596"/>
                    <a:pt x="575830" y="160212"/>
                    <a:pt x="581533" y="160212"/>
                  </a:cubicBezTo>
                  <a:lnTo>
                    <a:pt x="613009" y="160212"/>
                  </a:lnTo>
                  <a:cubicBezTo>
                    <a:pt x="618398" y="160212"/>
                    <a:pt x="623292" y="161335"/>
                    <a:pt x="627692" y="163670"/>
                  </a:cubicBezTo>
                  <a:cubicBezTo>
                    <a:pt x="632093" y="166005"/>
                    <a:pt x="635595" y="168968"/>
                    <a:pt x="638244" y="172695"/>
                  </a:cubicBezTo>
                  <a:lnTo>
                    <a:pt x="608160" y="172695"/>
                  </a:lnTo>
                  <a:cubicBezTo>
                    <a:pt x="592579" y="172695"/>
                    <a:pt x="580635" y="175255"/>
                    <a:pt x="572283" y="180329"/>
                  </a:cubicBezTo>
                  <a:cubicBezTo>
                    <a:pt x="564021" y="185403"/>
                    <a:pt x="559890" y="192811"/>
                    <a:pt x="559890" y="202510"/>
                  </a:cubicBezTo>
                  <a:moveTo>
                    <a:pt x="583284" y="76334"/>
                  </a:moveTo>
                  <a:cubicBezTo>
                    <a:pt x="585664" y="71036"/>
                    <a:pt x="586876" y="65109"/>
                    <a:pt x="586876" y="58643"/>
                  </a:cubicBezTo>
                  <a:cubicBezTo>
                    <a:pt x="586876" y="50785"/>
                    <a:pt x="584990" y="43376"/>
                    <a:pt x="581218" y="36326"/>
                  </a:cubicBezTo>
                  <a:cubicBezTo>
                    <a:pt x="577447" y="29276"/>
                    <a:pt x="572328" y="23080"/>
                    <a:pt x="565951" y="17692"/>
                  </a:cubicBezTo>
                  <a:cubicBezTo>
                    <a:pt x="559575" y="12303"/>
                    <a:pt x="552256" y="7993"/>
                    <a:pt x="543994" y="4849"/>
                  </a:cubicBezTo>
                  <a:cubicBezTo>
                    <a:pt x="535732" y="1706"/>
                    <a:pt x="527201" y="135"/>
                    <a:pt x="518445" y="135"/>
                  </a:cubicBezTo>
                  <a:lnTo>
                    <a:pt x="470534" y="135"/>
                  </a:lnTo>
                  <a:cubicBezTo>
                    <a:pt x="468693" y="135"/>
                    <a:pt x="467750" y="1033"/>
                    <a:pt x="467750" y="2919"/>
                  </a:cubicBezTo>
                  <a:lnTo>
                    <a:pt x="467750" y="99863"/>
                  </a:lnTo>
                  <a:cubicBezTo>
                    <a:pt x="467750" y="105566"/>
                    <a:pt x="469366" y="110056"/>
                    <a:pt x="472599" y="113289"/>
                  </a:cubicBezTo>
                  <a:cubicBezTo>
                    <a:pt x="475832" y="116522"/>
                    <a:pt x="480322" y="118139"/>
                    <a:pt x="486025" y="118139"/>
                  </a:cubicBezTo>
                  <a:lnTo>
                    <a:pt x="497340" y="118139"/>
                  </a:lnTo>
                  <a:cubicBezTo>
                    <a:pt x="499181" y="118139"/>
                    <a:pt x="500124" y="117061"/>
                    <a:pt x="500124" y="114906"/>
                  </a:cubicBezTo>
                  <a:lnTo>
                    <a:pt x="500124" y="88548"/>
                  </a:lnTo>
                  <a:cubicBezTo>
                    <a:pt x="505513" y="92858"/>
                    <a:pt x="511350" y="96181"/>
                    <a:pt x="517591" y="98516"/>
                  </a:cubicBezTo>
                  <a:cubicBezTo>
                    <a:pt x="523833" y="100851"/>
                    <a:pt x="530434" y="101974"/>
                    <a:pt x="537348" y="101974"/>
                  </a:cubicBezTo>
                  <a:cubicBezTo>
                    <a:pt x="544757" y="101974"/>
                    <a:pt x="551493" y="100941"/>
                    <a:pt x="557600" y="98830"/>
                  </a:cubicBezTo>
                  <a:cubicBezTo>
                    <a:pt x="563706" y="96765"/>
                    <a:pt x="568870" y="93846"/>
                    <a:pt x="573226" y="90030"/>
                  </a:cubicBezTo>
                  <a:cubicBezTo>
                    <a:pt x="577536" y="86168"/>
                    <a:pt x="580904" y="81633"/>
                    <a:pt x="583284" y="76334"/>
                  </a:cubicBezTo>
                  <a:moveTo>
                    <a:pt x="553558" y="58418"/>
                  </a:moveTo>
                  <a:cubicBezTo>
                    <a:pt x="553558" y="62415"/>
                    <a:pt x="551987" y="65603"/>
                    <a:pt x="548799" y="67982"/>
                  </a:cubicBezTo>
                  <a:cubicBezTo>
                    <a:pt x="545655" y="70407"/>
                    <a:pt x="541435" y="71575"/>
                    <a:pt x="536181" y="71575"/>
                  </a:cubicBezTo>
                  <a:cubicBezTo>
                    <a:pt x="531691" y="71575"/>
                    <a:pt x="527335" y="70721"/>
                    <a:pt x="523114" y="69015"/>
                  </a:cubicBezTo>
                  <a:cubicBezTo>
                    <a:pt x="518849" y="67309"/>
                    <a:pt x="515032" y="65154"/>
                    <a:pt x="511529" y="62504"/>
                  </a:cubicBezTo>
                  <a:cubicBezTo>
                    <a:pt x="508072" y="59855"/>
                    <a:pt x="505288" y="56891"/>
                    <a:pt x="503178" y="53479"/>
                  </a:cubicBezTo>
                  <a:cubicBezTo>
                    <a:pt x="501112" y="50066"/>
                    <a:pt x="500079" y="46788"/>
                    <a:pt x="500079" y="43511"/>
                  </a:cubicBezTo>
                  <a:cubicBezTo>
                    <a:pt x="500079" y="39020"/>
                    <a:pt x="501831" y="35742"/>
                    <a:pt x="505378" y="33542"/>
                  </a:cubicBezTo>
                  <a:cubicBezTo>
                    <a:pt x="508925" y="31387"/>
                    <a:pt x="512921" y="30309"/>
                    <a:pt x="517412" y="30309"/>
                  </a:cubicBezTo>
                  <a:cubicBezTo>
                    <a:pt x="521902" y="30309"/>
                    <a:pt x="526302" y="31162"/>
                    <a:pt x="530613" y="32869"/>
                  </a:cubicBezTo>
                  <a:cubicBezTo>
                    <a:pt x="534924" y="34575"/>
                    <a:pt x="538785" y="36775"/>
                    <a:pt x="542198" y="39469"/>
                  </a:cubicBezTo>
                  <a:cubicBezTo>
                    <a:pt x="545566" y="42163"/>
                    <a:pt x="548305" y="45172"/>
                    <a:pt x="550415" y="48495"/>
                  </a:cubicBezTo>
                  <a:cubicBezTo>
                    <a:pt x="552526" y="51862"/>
                    <a:pt x="553558" y="55140"/>
                    <a:pt x="553558" y="58418"/>
                  </a:cubicBezTo>
                  <a:moveTo>
                    <a:pt x="358098" y="116208"/>
                  </a:moveTo>
                  <a:lnTo>
                    <a:pt x="358098" y="91242"/>
                  </a:lnTo>
                  <a:cubicBezTo>
                    <a:pt x="358098" y="90164"/>
                    <a:pt x="357873" y="89446"/>
                    <a:pt x="357424" y="89176"/>
                  </a:cubicBezTo>
                  <a:cubicBezTo>
                    <a:pt x="356975" y="88862"/>
                    <a:pt x="356122" y="88548"/>
                    <a:pt x="354865" y="88233"/>
                  </a:cubicBezTo>
                  <a:cubicBezTo>
                    <a:pt x="352575" y="87784"/>
                    <a:pt x="350374" y="86886"/>
                    <a:pt x="348264" y="85450"/>
                  </a:cubicBezTo>
                  <a:cubicBezTo>
                    <a:pt x="346199" y="84102"/>
                    <a:pt x="344357" y="82441"/>
                    <a:pt x="342741" y="80600"/>
                  </a:cubicBezTo>
                  <a:cubicBezTo>
                    <a:pt x="341124" y="78759"/>
                    <a:pt x="339822" y="76694"/>
                    <a:pt x="338789" y="74448"/>
                  </a:cubicBezTo>
                  <a:cubicBezTo>
                    <a:pt x="337802" y="72203"/>
                    <a:pt x="337263" y="69913"/>
                    <a:pt x="337263" y="67623"/>
                  </a:cubicBezTo>
                  <a:lnTo>
                    <a:pt x="337263" y="18365"/>
                  </a:lnTo>
                  <a:cubicBezTo>
                    <a:pt x="337263" y="12663"/>
                    <a:pt x="335646" y="8172"/>
                    <a:pt x="332413" y="4939"/>
                  </a:cubicBezTo>
                  <a:cubicBezTo>
                    <a:pt x="329180" y="1706"/>
                    <a:pt x="324690" y="90"/>
                    <a:pt x="318988" y="90"/>
                  </a:cubicBezTo>
                  <a:lnTo>
                    <a:pt x="308121" y="90"/>
                  </a:lnTo>
                  <a:cubicBezTo>
                    <a:pt x="305966" y="90"/>
                    <a:pt x="304888" y="1033"/>
                    <a:pt x="304888" y="2874"/>
                  </a:cubicBezTo>
                  <a:lnTo>
                    <a:pt x="304888" y="68566"/>
                  </a:lnTo>
                  <a:cubicBezTo>
                    <a:pt x="304888" y="75346"/>
                    <a:pt x="306235" y="81678"/>
                    <a:pt x="308929" y="87515"/>
                  </a:cubicBezTo>
                  <a:cubicBezTo>
                    <a:pt x="311624" y="93397"/>
                    <a:pt x="315261" y="98561"/>
                    <a:pt x="319796" y="103141"/>
                  </a:cubicBezTo>
                  <a:cubicBezTo>
                    <a:pt x="324331" y="107676"/>
                    <a:pt x="329629" y="111358"/>
                    <a:pt x="335646" y="114097"/>
                  </a:cubicBezTo>
                  <a:cubicBezTo>
                    <a:pt x="341663" y="116881"/>
                    <a:pt x="348084" y="118588"/>
                    <a:pt x="354820" y="119171"/>
                  </a:cubicBezTo>
                  <a:cubicBezTo>
                    <a:pt x="357020" y="119351"/>
                    <a:pt x="358098" y="118363"/>
                    <a:pt x="358098" y="116208"/>
                  </a:cubicBezTo>
                  <a:moveTo>
                    <a:pt x="292854" y="115310"/>
                  </a:moveTo>
                  <a:lnTo>
                    <a:pt x="292854" y="59900"/>
                  </a:lnTo>
                  <a:lnTo>
                    <a:pt x="292854" y="59900"/>
                  </a:lnTo>
                  <a:cubicBezTo>
                    <a:pt x="292809" y="54287"/>
                    <a:pt x="291193" y="49932"/>
                    <a:pt x="288005" y="46744"/>
                  </a:cubicBezTo>
                  <a:cubicBezTo>
                    <a:pt x="284772" y="43511"/>
                    <a:pt x="280281" y="41894"/>
                    <a:pt x="274579" y="41894"/>
                  </a:cubicBezTo>
                  <a:lnTo>
                    <a:pt x="263712" y="41894"/>
                  </a:lnTo>
                  <a:cubicBezTo>
                    <a:pt x="261557" y="41894"/>
                    <a:pt x="260479" y="42837"/>
                    <a:pt x="260479" y="44678"/>
                  </a:cubicBezTo>
                  <a:lnTo>
                    <a:pt x="260479" y="59945"/>
                  </a:lnTo>
                  <a:lnTo>
                    <a:pt x="260479" y="99818"/>
                  </a:lnTo>
                  <a:cubicBezTo>
                    <a:pt x="260479" y="105521"/>
                    <a:pt x="262096" y="110011"/>
                    <a:pt x="265329" y="113244"/>
                  </a:cubicBezTo>
                  <a:cubicBezTo>
                    <a:pt x="268562" y="116477"/>
                    <a:pt x="273052" y="118094"/>
                    <a:pt x="278755" y="118094"/>
                  </a:cubicBezTo>
                  <a:lnTo>
                    <a:pt x="289621" y="118094"/>
                  </a:lnTo>
                  <a:cubicBezTo>
                    <a:pt x="291777" y="118094"/>
                    <a:pt x="292854" y="117151"/>
                    <a:pt x="292854" y="115310"/>
                  </a:cubicBezTo>
                  <a:moveTo>
                    <a:pt x="292854" y="27346"/>
                  </a:moveTo>
                  <a:lnTo>
                    <a:pt x="292854" y="18320"/>
                  </a:lnTo>
                  <a:cubicBezTo>
                    <a:pt x="292854" y="12618"/>
                    <a:pt x="291238" y="8127"/>
                    <a:pt x="288005" y="4894"/>
                  </a:cubicBezTo>
                  <a:cubicBezTo>
                    <a:pt x="284772" y="1661"/>
                    <a:pt x="280281" y="45"/>
                    <a:pt x="274579" y="45"/>
                  </a:cubicBezTo>
                  <a:lnTo>
                    <a:pt x="263219" y="45"/>
                  </a:lnTo>
                  <a:cubicBezTo>
                    <a:pt x="261378" y="45"/>
                    <a:pt x="260435" y="1123"/>
                    <a:pt x="260435" y="3278"/>
                  </a:cubicBezTo>
                  <a:lnTo>
                    <a:pt x="260435" y="27346"/>
                  </a:lnTo>
                  <a:cubicBezTo>
                    <a:pt x="260435" y="29501"/>
                    <a:pt x="261378" y="30579"/>
                    <a:pt x="263219" y="30579"/>
                  </a:cubicBezTo>
                  <a:lnTo>
                    <a:pt x="290070" y="30579"/>
                  </a:lnTo>
                  <a:cubicBezTo>
                    <a:pt x="291956" y="30579"/>
                    <a:pt x="292854" y="29501"/>
                    <a:pt x="292854" y="27346"/>
                  </a:cubicBezTo>
                  <a:moveTo>
                    <a:pt x="551358" y="146966"/>
                  </a:moveTo>
                  <a:cubicBezTo>
                    <a:pt x="551358" y="137357"/>
                    <a:pt x="543590" y="129589"/>
                    <a:pt x="534026" y="129589"/>
                  </a:cubicBezTo>
                  <a:lnTo>
                    <a:pt x="515661" y="129589"/>
                  </a:lnTo>
                  <a:cubicBezTo>
                    <a:pt x="514718" y="129589"/>
                    <a:pt x="513909" y="129948"/>
                    <a:pt x="513281" y="130532"/>
                  </a:cubicBezTo>
                  <a:lnTo>
                    <a:pt x="476416" y="165107"/>
                  </a:lnTo>
                  <a:cubicBezTo>
                    <a:pt x="463798" y="176961"/>
                    <a:pt x="446825" y="183606"/>
                    <a:pt x="428146" y="183606"/>
                  </a:cubicBezTo>
                  <a:cubicBezTo>
                    <a:pt x="408703" y="183606"/>
                    <a:pt x="391101" y="176332"/>
                    <a:pt x="378304" y="163580"/>
                  </a:cubicBezTo>
                  <a:cubicBezTo>
                    <a:pt x="378304" y="163580"/>
                    <a:pt x="351228" y="138120"/>
                    <a:pt x="350958" y="137896"/>
                  </a:cubicBezTo>
                  <a:cubicBezTo>
                    <a:pt x="345749" y="133046"/>
                    <a:pt x="338610" y="129723"/>
                    <a:pt x="330393" y="129544"/>
                  </a:cubicBezTo>
                  <a:lnTo>
                    <a:pt x="308391" y="129544"/>
                  </a:lnTo>
                  <a:cubicBezTo>
                    <a:pt x="306505" y="129544"/>
                    <a:pt x="304933" y="131115"/>
                    <a:pt x="304933" y="133001"/>
                  </a:cubicBezTo>
                  <a:lnTo>
                    <a:pt x="304933" y="230170"/>
                  </a:lnTo>
                  <a:cubicBezTo>
                    <a:pt x="304933" y="239735"/>
                    <a:pt x="312701" y="247503"/>
                    <a:pt x="322265" y="247503"/>
                  </a:cubicBezTo>
                  <a:lnTo>
                    <a:pt x="329001" y="247503"/>
                  </a:lnTo>
                  <a:lnTo>
                    <a:pt x="333536" y="247503"/>
                  </a:lnTo>
                  <a:cubicBezTo>
                    <a:pt x="335422" y="247503"/>
                    <a:pt x="336993" y="245931"/>
                    <a:pt x="336993" y="244000"/>
                  </a:cubicBezTo>
                  <a:lnTo>
                    <a:pt x="336993" y="209425"/>
                  </a:lnTo>
                  <a:cubicBezTo>
                    <a:pt x="336993" y="200400"/>
                    <a:pt x="344357" y="192901"/>
                    <a:pt x="353248" y="192901"/>
                  </a:cubicBezTo>
                  <a:cubicBezTo>
                    <a:pt x="369817" y="192901"/>
                    <a:pt x="381671" y="207090"/>
                    <a:pt x="392403" y="216565"/>
                  </a:cubicBezTo>
                  <a:cubicBezTo>
                    <a:pt x="405560" y="228150"/>
                    <a:pt x="415663" y="239330"/>
                    <a:pt x="428101" y="239330"/>
                  </a:cubicBezTo>
                  <a:cubicBezTo>
                    <a:pt x="440539" y="239330"/>
                    <a:pt x="450642" y="228150"/>
                    <a:pt x="463798" y="216565"/>
                  </a:cubicBezTo>
                  <a:cubicBezTo>
                    <a:pt x="474530" y="207090"/>
                    <a:pt x="486384" y="192901"/>
                    <a:pt x="502953" y="192901"/>
                  </a:cubicBezTo>
                  <a:cubicBezTo>
                    <a:pt x="511799" y="192901"/>
                    <a:pt x="519118" y="200265"/>
                    <a:pt x="519208" y="209246"/>
                  </a:cubicBezTo>
                  <a:lnTo>
                    <a:pt x="519208" y="230125"/>
                  </a:lnTo>
                  <a:cubicBezTo>
                    <a:pt x="519208" y="239690"/>
                    <a:pt x="526976" y="247458"/>
                    <a:pt x="536585" y="247458"/>
                  </a:cubicBezTo>
                  <a:lnTo>
                    <a:pt x="544084" y="247458"/>
                  </a:lnTo>
                  <a:cubicBezTo>
                    <a:pt x="546060" y="247458"/>
                    <a:pt x="547856" y="247458"/>
                    <a:pt x="547856" y="247458"/>
                  </a:cubicBezTo>
                  <a:cubicBezTo>
                    <a:pt x="549787" y="247458"/>
                    <a:pt x="551313" y="245886"/>
                    <a:pt x="551313" y="244000"/>
                  </a:cubicBezTo>
                  <a:cubicBezTo>
                    <a:pt x="551358" y="244090"/>
                    <a:pt x="551358" y="147774"/>
                    <a:pt x="551358" y="146966"/>
                  </a:cubicBezTo>
                  <a:moveTo>
                    <a:pt x="633844" y="36147"/>
                  </a:moveTo>
                  <a:cubicBezTo>
                    <a:pt x="637391" y="32465"/>
                    <a:pt x="641971" y="30579"/>
                    <a:pt x="647494" y="30579"/>
                  </a:cubicBezTo>
                  <a:cubicBezTo>
                    <a:pt x="651805" y="30579"/>
                    <a:pt x="656116" y="31791"/>
                    <a:pt x="660426" y="34171"/>
                  </a:cubicBezTo>
                  <a:cubicBezTo>
                    <a:pt x="664737" y="36551"/>
                    <a:pt x="668644" y="39649"/>
                    <a:pt x="672101" y="43421"/>
                  </a:cubicBezTo>
                  <a:cubicBezTo>
                    <a:pt x="675558" y="47193"/>
                    <a:pt x="678432" y="51413"/>
                    <a:pt x="680677" y="56038"/>
                  </a:cubicBezTo>
                  <a:cubicBezTo>
                    <a:pt x="682923" y="60663"/>
                    <a:pt x="684045" y="65288"/>
                    <a:pt x="684045" y="69913"/>
                  </a:cubicBezTo>
                  <a:cubicBezTo>
                    <a:pt x="684045" y="75751"/>
                    <a:pt x="682294" y="80555"/>
                    <a:pt x="678836" y="84237"/>
                  </a:cubicBezTo>
                  <a:cubicBezTo>
                    <a:pt x="675379" y="87919"/>
                    <a:pt x="670799" y="89805"/>
                    <a:pt x="665051" y="89805"/>
                  </a:cubicBezTo>
                  <a:cubicBezTo>
                    <a:pt x="660741" y="89805"/>
                    <a:pt x="656430" y="88593"/>
                    <a:pt x="652074" y="86213"/>
                  </a:cubicBezTo>
                  <a:cubicBezTo>
                    <a:pt x="647764" y="83833"/>
                    <a:pt x="643857" y="80735"/>
                    <a:pt x="640400" y="76963"/>
                  </a:cubicBezTo>
                  <a:cubicBezTo>
                    <a:pt x="636942" y="73191"/>
                    <a:pt x="634069" y="68970"/>
                    <a:pt x="631823" y="64345"/>
                  </a:cubicBezTo>
                  <a:cubicBezTo>
                    <a:pt x="629578" y="59720"/>
                    <a:pt x="628456" y="55095"/>
                    <a:pt x="628456" y="50470"/>
                  </a:cubicBezTo>
                  <a:cubicBezTo>
                    <a:pt x="628501" y="44633"/>
                    <a:pt x="630252" y="39873"/>
                    <a:pt x="633844" y="36147"/>
                  </a:cubicBezTo>
                  <a:moveTo>
                    <a:pt x="598865" y="45"/>
                  </a:moveTo>
                  <a:cubicBezTo>
                    <a:pt x="597024" y="45"/>
                    <a:pt x="596081" y="1123"/>
                    <a:pt x="596081" y="3278"/>
                  </a:cubicBezTo>
                  <a:lnTo>
                    <a:pt x="596081" y="51189"/>
                  </a:lnTo>
                  <a:cubicBezTo>
                    <a:pt x="596081" y="60439"/>
                    <a:pt x="598012" y="69240"/>
                    <a:pt x="601874" y="77547"/>
                  </a:cubicBezTo>
                  <a:cubicBezTo>
                    <a:pt x="605735" y="85899"/>
                    <a:pt x="610854" y="93263"/>
                    <a:pt x="617230" y="99639"/>
                  </a:cubicBezTo>
                  <a:cubicBezTo>
                    <a:pt x="623651" y="106060"/>
                    <a:pt x="631015" y="111089"/>
                    <a:pt x="639322" y="114816"/>
                  </a:cubicBezTo>
                  <a:cubicBezTo>
                    <a:pt x="647674" y="118543"/>
                    <a:pt x="656295" y="120384"/>
                    <a:pt x="665231" y="120384"/>
                  </a:cubicBezTo>
                  <a:cubicBezTo>
                    <a:pt x="672954" y="120384"/>
                    <a:pt x="679914" y="119126"/>
                    <a:pt x="686155" y="116657"/>
                  </a:cubicBezTo>
                  <a:cubicBezTo>
                    <a:pt x="692442" y="114187"/>
                    <a:pt x="697785" y="110730"/>
                    <a:pt x="702275" y="106239"/>
                  </a:cubicBezTo>
                  <a:cubicBezTo>
                    <a:pt x="706766" y="101749"/>
                    <a:pt x="710223" y="96406"/>
                    <a:pt x="712693" y="90164"/>
                  </a:cubicBezTo>
                  <a:cubicBezTo>
                    <a:pt x="715162" y="83878"/>
                    <a:pt x="716420" y="76918"/>
                    <a:pt x="716420" y="69195"/>
                  </a:cubicBezTo>
                  <a:cubicBezTo>
                    <a:pt x="716420" y="59945"/>
                    <a:pt x="714489" y="51144"/>
                    <a:pt x="710627" y="42837"/>
                  </a:cubicBezTo>
                  <a:cubicBezTo>
                    <a:pt x="706766" y="34485"/>
                    <a:pt x="701647" y="27121"/>
                    <a:pt x="695226" y="20745"/>
                  </a:cubicBezTo>
                  <a:cubicBezTo>
                    <a:pt x="688805" y="14324"/>
                    <a:pt x="681441" y="9295"/>
                    <a:pt x="673134" y="5568"/>
                  </a:cubicBezTo>
                  <a:cubicBezTo>
                    <a:pt x="664782" y="1841"/>
                    <a:pt x="656161" y="0"/>
                    <a:pt x="647225" y="0"/>
                  </a:cubicBezTo>
                  <a:lnTo>
                    <a:pt x="598865" y="0"/>
                  </a:lnTo>
                  <a:close/>
                  <a:moveTo>
                    <a:pt x="953685" y="87425"/>
                  </a:moveTo>
                  <a:lnTo>
                    <a:pt x="919469" y="87425"/>
                  </a:lnTo>
                  <a:cubicBezTo>
                    <a:pt x="914619" y="87425"/>
                    <a:pt x="910174" y="86123"/>
                    <a:pt x="905864" y="84327"/>
                  </a:cubicBezTo>
                  <a:cubicBezTo>
                    <a:pt x="902182" y="82755"/>
                    <a:pt x="896569" y="77861"/>
                    <a:pt x="894862" y="75975"/>
                  </a:cubicBezTo>
                  <a:cubicBezTo>
                    <a:pt x="891719" y="72518"/>
                    <a:pt x="889295" y="68521"/>
                    <a:pt x="887543" y="63941"/>
                  </a:cubicBezTo>
                  <a:cubicBezTo>
                    <a:pt x="885792" y="59406"/>
                    <a:pt x="884894" y="54736"/>
                    <a:pt x="884894" y="49977"/>
                  </a:cubicBezTo>
                  <a:cubicBezTo>
                    <a:pt x="884894" y="43825"/>
                    <a:pt x="886645" y="39020"/>
                    <a:pt x="890148" y="35653"/>
                  </a:cubicBezTo>
                  <a:cubicBezTo>
                    <a:pt x="890552" y="35248"/>
                    <a:pt x="892079" y="33991"/>
                    <a:pt x="893830" y="32958"/>
                  </a:cubicBezTo>
                  <a:cubicBezTo>
                    <a:pt x="895581" y="31926"/>
                    <a:pt x="897512" y="31387"/>
                    <a:pt x="898769" y="31117"/>
                  </a:cubicBezTo>
                  <a:cubicBezTo>
                    <a:pt x="900790" y="30624"/>
                    <a:pt x="903079" y="30354"/>
                    <a:pt x="905414" y="30354"/>
                  </a:cubicBezTo>
                  <a:cubicBezTo>
                    <a:pt x="907749" y="30354"/>
                    <a:pt x="910040" y="30624"/>
                    <a:pt x="912060" y="31117"/>
                  </a:cubicBezTo>
                  <a:cubicBezTo>
                    <a:pt x="915922" y="31881"/>
                    <a:pt x="919693" y="33407"/>
                    <a:pt x="923420" y="35742"/>
                  </a:cubicBezTo>
                  <a:cubicBezTo>
                    <a:pt x="928764" y="39110"/>
                    <a:pt x="934422" y="44274"/>
                    <a:pt x="938238" y="49213"/>
                  </a:cubicBezTo>
                  <a:lnTo>
                    <a:pt x="902631" y="49213"/>
                  </a:lnTo>
                  <a:cubicBezTo>
                    <a:pt x="900475" y="49213"/>
                    <a:pt x="899442" y="50156"/>
                    <a:pt x="899442" y="51997"/>
                  </a:cubicBezTo>
                  <a:cubicBezTo>
                    <a:pt x="899442" y="55679"/>
                    <a:pt x="899981" y="58059"/>
                    <a:pt x="901463" y="61067"/>
                  </a:cubicBezTo>
                  <a:cubicBezTo>
                    <a:pt x="902900" y="64076"/>
                    <a:pt x="909770" y="74538"/>
                    <a:pt x="923780" y="74538"/>
                  </a:cubicBezTo>
                  <a:lnTo>
                    <a:pt x="956918" y="74538"/>
                  </a:lnTo>
                  <a:cubicBezTo>
                    <a:pt x="962710" y="74538"/>
                    <a:pt x="966707" y="73012"/>
                    <a:pt x="968952" y="69913"/>
                  </a:cubicBezTo>
                  <a:cubicBezTo>
                    <a:pt x="971152" y="66860"/>
                    <a:pt x="971825" y="64211"/>
                    <a:pt x="971825" y="60035"/>
                  </a:cubicBezTo>
                  <a:cubicBezTo>
                    <a:pt x="971825" y="53254"/>
                    <a:pt x="970029" y="46609"/>
                    <a:pt x="966437" y="39469"/>
                  </a:cubicBezTo>
                  <a:cubicBezTo>
                    <a:pt x="962845" y="32330"/>
                    <a:pt x="957995" y="25819"/>
                    <a:pt x="951889" y="19937"/>
                  </a:cubicBezTo>
                  <a:cubicBezTo>
                    <a:pt x="945782" y="14055"/>
                    <a:pt x="938687" y="9295"/>
                    <a:pt x="930605" y="5613"/>
                  </a:cubicBezTo>
                  <a:cubicBezTo>
                    <a:pt x="922522" y="1931"/>
                    <a:pt x="914036" y="45"/>
                    <a:pt x="905190" y="45"/>
                  </a:cubicBezTo>
                  <a:lnTo>
                    <a:pt x="856471" y="45"/>
                  </a:lnTo>
                  <a:cubicBezTo>
                    <a:pt x="855034" y="45"/>
                    <a:pt x="853911" y="1167"/>
                    <a:pt x="853911" y="2604"/>
                  </a:cubicBezTo>
                  <a:lnTo>
                    <a:pt x="853911" y="51144"/>
                  </a:lnTo>
                  <a:cubicBezTo>
                    <a:pt x="853911" y="60214"/>
                    <a:pt x="855662" y="68836"/>
                    <a:pt x="859165" y="76918"/>
                  </a:cubicBezTo>
                  <a:cubicBezTo>
                    <a:pt x="862667" y="85001"/>
                    <a:pt x="867427" y="92095"/>
                    <a:pt x="873489" y="98157"/>
                  </a:cubicBezTo>
                  <a:cubicBezTo>
                    <a:pt x="879506" y="104264"/>
                    <a:pt x="886511" y="109068"/>
                    <a:pt x="894548" y="112571"/>
                  </a:cubicBezTo>
                  <a:cubicBezTo>
                    <a:pt x="902541" y="116118"/>
                    <a:pt x="911162" y="118049"/>
                    <a:pt x="920322" y="118049"/>
                  </a:cubicBezTo>
                  <a:lnTo>
                    <a:pt x="969221" y="118049"/>
                  </a:lnTo>
                  <a:cubicBezTo>
                    <a:pt x="970658" y="118049"/>
                    <a:pt x="971781" y="116926"/>
                    <a:pt x="971781" y="115489"/>
                  </a:cubicBezTo>
                  <a:lnTo>
                    <a:pt x="971781" y="105656"/>
                  </a:lnTo>
                  <a:cubicBezTo>
                    <a:pt x="971781" y="99953"/>
                    <a:pt x="970164" y="95508"/>
                    <a:pt x="966976" y="92230"/>
                  </a:cubicBezTo>
                  <a:cubicBezTo>
                    <a:pt x="963743" y="89042"/>
                    <a:pt x="959297" y="87425"/>
                    <a:pt x="953685" y="87425"/>
                  </a:cubicBezTo>
                  <a:moveTo>
                    <a:pt x="853866" y="106554"/>
                  </a:moveTo>
                  <a:lnTo>
                    <a:pt x="853866" y="114726"/>
                  </a:lnTo>
                  <a:cubicBezTo>
                    <a:pt x="853866" y="116881"/>
                    <a:pt x="852968" y="118094"/>
                    <a:pt x="851127" y="118094"/>
                  </a:cubicBezTo>
                  <a:lnTo>
                    <a:pt x="825443" y="118049"/>
                  </a:lnTo>
                  <a:cubicBezTo>
                    <a:pt x="821088" y="118049"/>
                    <a:pt x="817001" y="116522"/>
                    <a:pt x="813185" y="113783"/>
                  </a:cubicBezTo>
                  <a:cubicBezTo>
                    <a:pt x="813185" y="113783"/>
                    <a:pt x="774344" y="83160"/>
                    <a:pt x="774254" y="83070"/>
                  </a:cubicBezTo>
                  <a:cubicBezTo>
                    <a:pt x="771650" y="80735"/>
                    <a:pt x="769899" y="76918"/>
                    <a:pt x="769899" y="72563"/>
                  </a:cubicBezTo>
                  <a:lnTo>
                    <a:pt x="769899" y="59945"/>
                  </a:lnTo>
                  <a:cubicBezTo>
                    <a:pt x="769899" y="57790"/>
                    <a:pt x="770572" y="56712"/>
                    <a:pt x="771919" y="56712"/>
                  </a:cubicBezTo>
                  <a:cubicBezTo>
                    <a:pt x="773311" y="56712"/>
                    <a:pt x="775152" y="57610"/>
                    <a:pt x="776095" y="57879"/>
                  </a:cubicBezTo>
                  <a:cubicBezTo>
                    <a:pt x="778116" y="58598"/>
                    <a:pt x="780630" y="59271"/>
                    <a:pt x="780720" y="59316"/>
                  </a:cubicBezTo>
                  <a:cubicBezTo>
                    <a:pt x="784761" y="60618"/>
                    <a:pt x="788713" y="61292"/>
                    <a:pt x="792529" y="61292"/>
                  </a:cubicBezTo>
                  <a:cubicBezTo>
                    <a:pt x="800567" y="61292"/>
                    <a:pt x="806988" y="57700"/>
                    <a:pt x="809009" y="51997"/>
                  </a:cubicBezTo>
                  <a:cubicBezTo>
                    <a:pt x="810850" y="46699"/>
                    <a:pt x="805641" y="34440"/>
                    <a:pt x="787815" y="29950"/>
                  </a:cubicBezTo>
                  <a:cubicBezTo>
                    <a:pt x="774479" y="26582"/>
                    <a:pt x="762086" y="29187"/>
                    <a:pt x="758449" y="35832"/>
                  </a:cubicBezTo>
                  <a:cubicBezTo>
                    <a:pt x="758449" y="35832"/>
                    <a:pt x="757910" y="36865"/>
                    <a:pt x="757550" y="37943"/>
                  </a:cubicBezTo>
                  <a:cubicBezTo>
                    <a:pt x="757236" y="38975"/>
                    <a:pt x="757146" y="40547"/>
                    <a:pt x="757146" y="41176"/>
                  </a:cubicBezTo>
                  <a:lnTo>
                    <a:pt x="757146" y="89491"/>
                  </a:lnTo>
                  <a:cubicBezTo>
                    <a:pt x="757146" y="96765"/>
                    <a:pt x="756024" y="103455"/>
                    <a:pt x="751489" y="109427"/>
                  </a:cubicBezTo>
                  <a:cubicBezTo>
                    <a:pt x="748929" y="112840"/>
                    <a:pt x="745427" y="115669"/>
                    <a:pt x="741386" y="116971"/>
                  </a:cubicBezTo>
                  <a:cubicBezTo>
                    <a:pt x="738736" y="117824"/>
                    <a:pt x="735863" y="118094"/>
                    <a:pt x="733168" y="118094"/>
                  </a:cubicBezTo>
                  <a:cubicBezTo>
                    <a:pt x="731282" y="118094"/>
                    <a:pt x="728005" y="118004"/>
                    <a:pt x="726478" y="117196"/>
                  </a:cubicBezTo>
                  <a:cubicBezTo>
                    <a:pt x="725355" y="116567"/>
                    <a:pt x="725355" y="115399"/>
                    <a:pt x="725355" y="114277"/>
                  </a:cubicBezTo>
                  <a:lnTo>
                    <a:pt x="725355" y="106329"/>
                  </a:lnTo>
                  <a:lnTo>
                    <a:pt x="725355" y="100222"/>
                  </a:lnTo>
                  <a:lnTo>
                    <a:pt x="725355" y="82531"/>
                  </a:lnTo>
                  <a:lnTo>
                    <a:pt x="725355" y="2649"/>
                  </a:lnTo>
                  <a:cubicBezTo>
                    <a:pt x="725355" y="1212"/>
                    <a:pt x="726478" y="90"/>
                    <a:pt x="727915" y="90"/>
                  </a:cubicBezTo>
                  <a:cubicBezTo>
                    <a:pt x="728005" y="90"/>
                    <a:pt x="775556" y="90"/>
                    <a:pt x="775556" y="90"/>
                  </a:cubicBezTo>
                  <a:cubicBezTo>
                    <a:pt x="783414" y="90"/>
                    <a:pt x="791272" y="1437"/>
                    <a:pt x="799355" y="4131"/>
                  </a:cubicBezTo>
                  <a:cubicBezTo>
                    <a:pt x="807437" y="6825"/>
                    <a:pt x="814756" y="10462"/>
                    <a:pt x="821222" y="15087"/>
                  </a:cubicBezTo>
                  <a:cubicBezTo>
                    <a:pt x="827733" y="19712"/>
                    <a:pt x="833032" y="25145"/>
                    <a:pt x="837118" y="31387"/>
                  </a:cubicBezTo>
                  <a:cubicBezTo>
                    <a:pt x="841204" y="37628"/>
                    <a:pt x="843225" y="44319"/>
                    <a:pt x="843225" y="51369"/>
                  </a:cubicBezTo>
                  <a:cubicBezTo>
                    <a:pt x="843225" y="58912"/>
                    <a:pt x="840979" y="64974"/>
                    <a:pt x="836759" y="69779"/>
                  </a:cubicBezTo>
                  <a:cubicBezTo>
                    <a:pt x="830023" y="77502"/>
                    <a:pt x="822569" y="80465"/>
                    <a:pt x="820324" y="81902"/>
                  </a:cubicBezTo>
                  <a:cubicBezTo>
                    <a:pt x="822345" y="83474"/>
                    <a:pt x="827015" y="87201"/>
                    <a:pt x="833391" y="92230"/>
                  </a:cubicBezTo>
                  <a:cubicBezTo>
                    <a:pt x="845649" y="101929"/>
                    <a:pt x="851846" y="103680"/>
                    <a:pt x="851891" y="103680"/>
                  </a:cubicBezTo>
                  <a:cubicBezTo>
                    <a:pt x="852878" y="103994"/>
                    <a:pt x="853866" y="105296"/>
                    <a:pt x="853866" y="106554"/>
                  </a:cubicBezTo>
                  <a:moveTo>
                    <a:pt x="248491" y="17422"/>
                  </a:moveTo>
                  <a:cubicBezTo>
                    <a:pt x="248491" y="7813"/>
                    <a:pt x="240722" y="45"/>
                    <a:pt x="231158" y="45"/>
                  </a:cubicBezTo>
                  <a:lnTo>
                    <a:pt x="212748" y="45"/>
                  </a:lnTo>
                  <a:cubicBezTo>
                    <a:pt x="211850" y="45"/>
                    <a:pt x="210997" y="404"/>
                    <a:pt x="210368" y="988"/>
                  </a:cubicBezTo>
                  <a:lnTo>
                    <a:pt x="173548" y="35563"/>
                  </a:lnTo>
                  <a:cubicBezTo>
                    <a:pt x="160931" y="47417"/>
                    <a:pt x="143957" y="54063"/>
                    <a:pt x="125278" y="54063"/>
                  </a:cubicBezTo>
                  <a:cubicBezTo>
                    <a:pt x="105790" y="54063"/>
                    <a:pt x="88188" y="46788"/>
                    <a:pt x="75436" y="34036"/>
                  </a:cubicBezTo>
                  <a:cubicBezTo>
                    <a:pt x="75436" y="34036"/>
                    <a:pt x="48360" y="8576"/>
                    <a:pt x="48091" y="8352"/>
                  </a:cubicBezTo>
                  <a:cubicBezTo>
                    <a:pt x="42882" y="3502"/>
                    <a:pt x="35742" y="180"/>
                    <a:pt x="27525" y="0"/>
                  </a:cubicBezTo>
                  <a:lnTo>
                    <a:pt x="5523" y="0"/>
                  </a:lnTo>
                  <a:cubicBezTo>
                    <a:pt x="3592" y="0"/>
                    <a:pt x="2065" y="1572"/>
                    <a:pt x="2065" y="3458"/>
                  </a:cubicBezTo>
                  <a:lnTo>
                    <a:pt x="2065" y="100627"/>
                  </a:lnTo>
                  <a:cubicBezTo>
                    <a:pt x="2065" y="110191"/>
                    <a:pt x="9834" y="117959"/>
                    <a:pt x="19398" y="117959"/>
                  </a:cubicBezTo>
                  <a:lnTo>
                    <a:pt x="26088" y="117959"/>
                  </a:lnTo>
                  <a:lnTo>
                    <a:pt x="30624" y="117959"/>
                  </a:lnTo>
                  <a:cubicBezTo>
                    <a:pt x="32554" y="117959"/>
                    <a:pt x="34081" y="116387"/>
                    <a:pt x="34081" y="114457"/>
                  </a:cubicBezTo>
                  <a:lnTo>
                    <a:pt x="34081" y="79882"/>
                  </a:lnTo>
                  <a:cubicBezTo>
                    <a:pt x="34081" y="70811"/>
                    <a:pt x="41445" y="63357"/>
                    <a:pt x="50336" y="63357"/>
                  </a:cubicBezTo>
                  <a:cubicBezTo>
                    <a:pt x="66905" y="63357"/>
                    <a:pt x="78759" y="77547"/>
                    <a:pt x="89491" y="87021"/>
                  </a:cubicBezTo>
                  <a:cubicBezTo>
                    <a:pt x="102647" y="98606"/>
                    <a:pt x="112750" y="109787"/>
                    <a:pt x="125188" y="109787"/>
                  </a:cubicBezTo>
                  <a:cubicBezTo>
                    <a:pt x="137626" y="109787"/>
                    <a:pt x="147729" y="98606"/>
                    <a:pt x="160886" y="87021"/>
                  </a:cubicBezTo>
                  <a:cubicBezTo>
                    <a:pt x="171617" y="77547"/>
                    <a:pt x="183472" y="63357"/>
                    <a:pt x="200041" y="63357"/>
                  </a:cubicBezTo>
                  <a:cubicBezTo>
                    <a:pt x="208887" y="63357"/>
                    <a:pt x="216206" y="70721"/>
                    <a:pt x="216295" y="79702"/>
                  </a:cubicBezTo>
                  <a:lnTo>
                    <a:pt x="216295" y="100582"/>
                  </a:lnTo>
                  <a:cubicBezTo>
                    <a:pt x="216295" y="110146"/>
                    <a:pt x="224064" y="117914"/>
                    <a:pt x="233673" y="117914"/>
                  </a:cubicBezTo>
                  <a:lnTo>
                    <a:pt x="241171" y="117914"/>
                  </a:lnTo>
                  <a:cubicBezTo>
                    <a:pt x="243147" y="117914"/>
                    <a:pt x="244943" y="117914"/>
                    <a:pt x="244943" y="117914"/>
                  </a:cubicBezTo>
                  <a:cubicBezTo>
                    <a:pt x="246874" y="117914"/>
                    <a:pt x="248446" y="116342"/>
                    <a:pt x="248446" y="114412"/>
                  </a:cubicBezTo>
                  <a:cubicBezTo>
                    <a:pt x="248491" y="114546"/>
                    <a:pt x="248491" y="18230"/>
                    <a:pt x="248491" y="17422"/>
                  </a:cubicBezTo>
                  <a:moveTo>
                    <a:pt x="75346" y="159179"/>
                  </a:moveTo>
                  <a:cubicBezTo>
                    <a:pt x="80825" y="160661"/>
                    <a:pt x="85539" y="162547"/>
                    <a:pt x="89580" y="164837"/>
                  </a:cubicBezTo>
                  <a:cubicBezTo>
                    <a:pt x="91601" y="166050"/>
                    <a:pt x="93128" y="166858"/>
                    <a:pt x="94071" y="167127"/>
                  </a:cubicBezTo>
                  <a:cubicBezTo>
                    <a:pt x="95059" y="167442"/>
                    <a:pt x="96181" y="167576"/>
                    <a:pt x="97438" y="167576"/>
                  </a:cubicBezTo>
                  <a:cubicBezTo>
                    <a:pt x="100222" y="167576"/>
                    <a:pt x="103141" y="166050"/>
                    <a:pt x="106239" y="162951"/>
                  </a:cubicBezTo>
                  <a:lnTo>
                    <a:pt x="118049" y="150693"/>
                  </a:lnTo>
                  <a:cubicBezTo>
                    <a:pt x="118498" y="150244"/>
                    <a:pt x="118722" y="149705"/>
                    <a:pt x="118722" y="149076"/>
                  </a:cubicBezTo>
                  <a:cubicBezTo>
                    <a:pt x="118722" y="148313"/>
                    <a:pt x="118273" y="147460"/>
                    <a:pt x="117330" y="146517"/>
                  </a:cubicBezTo>
                  <a:cubicBezTo>
                    <a:pt x="110685" y="140500"/>
                    <a:pt x="102108" y="135785"/>
                    <a:pt x="91556" y="132418"/>
                  </a:cubicBezTo>
                  <a:cubicBezTo>
                    <a:pt x="81004" y="129050"/>
                    <a:pt x="69868" y="127344"/>
                    <a:pt x="58104" y="127344"/>
                  </a:cubicBezTo>
                  <a:cubicBezTo>
                    <a:pt x="50830" y="127344"/>
                    <a:pt x="43960" y="128017"/>
                    <a:pt x="37404" y="129409"/>
                  </a:cubicBezTo>
                  <a:cubicBezTo>
                    <a:pt x="30848" y="130801"/>
                    <a:pt x="25056" y="132956"/>
                    <a:pt x="19937" y="135875"/>
                  </a:cubicBezTo>
                  <a:cubicBezTo>
                    <a:pt x="14863" y="138839"/>
                    <a:pt x="10777" y="142655"/>
                    <a:pt x="7813" y="147325"/>
                  </a:cubicBezTo>
                  <a:cubicBezTo>
                    <a:pt x="4805" y="152040"/>
                    <a:pt x="3278" y="157698"/>
                    <a:pt x="3278" y="164343"/>
                  </a:cubicBezTo>
                  <a:cubicBezTo>
                    <a:pt x="3278" y="170226"/>
                    <a:pt x="4580" y="175210"/>
                    <a:pt x="7184" y="179386"/>
                  </a:cubicBezTo>
                  <a:cubicBezTo>
                    <a:pt x="9834" y="183562"/>
                    <a:pt x="13426" y="187109"/>
                    <a:pt x="18051" y="190028"/>
                  </a:cubicBezTo>
                  <a:cubicBezTo>
                    <a:pt x="22676" y="192946"/>
                    <a:pt x="28199" y="195326"/>
                    <a:pt x="34485" y="197077"/>
                  </a:cubicBezTo>
                  <a:cubicBezTo>
                    <a:pt x="40816" y="198873"/>
                    <a:pt x="47686" y="200265"/>
                    <a:pt x="55050" y="201343"/>
                  </a:cubicBezTo>
                  <a:cubicBezTo>
                    <a:pt x="60439" y="202106"/>
                    <a:pt x="64839" y="202870"/>
                    <a:pt x="68252" y="203543"/>
                  </a:cubicBezTo>
                  <a:cubicBezTo>
                    <a:pt x="71664" y="204262"/>
                    <a:pt x="74359" y="204935"/>
                    <a:pt x="76334" y="205609"/>
                  </a:cubicBezTo>
                  <a:cubicBezTo>
                    <a:pt x="78355" y="206327"/>
                    <a:pt x="79702" y="207046"/>
                    <a:pt x="80420" y="207944"/>
                  </a:cubicBezTo>
                  <a:cubicBezTo>
                    <a:pt x="81094" y="208797"/>
                    <a:pt x="81453" y="209830"/>
                    <a:pt x="81453" y="211087"/>
                  </a:cubicBezTo>
                  <a:cubicBezTo>
                    <a:pt x="81453" y="213556"/>
                    <a:pt x="79926" y="215263"/>
                    <a:pt x="76918" y="216295"/>
                  </a:cubicBezTo>
                  <a:cubicBezTo>
                    <a:pt x="73910" y="217283"/>
                    <a:pt x="69913" y="217822"/>
                    <a:pt x="65019" y="217822"/>
                  </a:cubicBezTo>
                  <a:cubicBezTo>
                    <a:pt x="56847" y="217822"/>
                    <a:pt x="49887" y="217104"/>
                    <a:pt x="44184" y="215712"/>
                  </a:cubicBezTo>
                  <a:cubicBezTo>
                    <a:pt x="38481" y="214320"/>
                    <a:pt x="33542" y="212389"/>
                    <a:pt x="29366" y="209919"/>
                  </a:cubicBezTo>
                  <a:cubicBezTo>
                    <a:pt x="27391" y="208707"/>
                    <a:pt x="25864" y="207944"/>
                    <a:pt x="24876" y="207629"/>
                  </a:cubicBezTo>
                  <a:cubicBezTo>
                    <a:pt x="23888" y="207315"/>
                    <a:pt x="22766" y="207180"/>
                    <a:pt x="21508" y="207180"/>
                  </a:cubicBezTo>
                  <a:cubicBezTo>
                    <a:pt x="18724" y="207180"/>
                    <a:pt x="15806" y="208752"/>
                    <a:pt x="12707" y="211805"/>
                  </a:cubicBezTo>
                  <a:lnTo>
                    <a:pt x="674" y="224288"/>
                  </a:lnTo>
                  <a:cubicBezTo>
                    <a:pt x="224" y="224737"/>
                    <a:pt x="0" y="225276"/>
                    <a:pt x="0" y="225905"/>
                  </a:cubicBezTo>
                  <a:cubicBezTo>
                    <a:pt x="0" y="226668"/>
                    <a:pt x="449" y="227521"/>
                    <a:pt x="1392" y="228464"/>
                  </a:cubicBezTo>
                  <a:cubicBezTo>
                    <a:pt x="4311" y="231383"/>
                    <a:pt x="8082" y="234077"/>
                    <a:pt x="12618" y="236457"/>
                  </a:cubicBezTo>
                  <a:cubicBezTo>
                    <a:pt x="17153" y="238837"/>
                    <a:pt x="22317" y="240857"/>
                    <a:pt x="28109" y="242474"/>
                  </a:cubicBezTo>
                  <a:cubicBezTo>
                    <a:pt x="33901" y="244090"/>
                    <a:pt x="40188" y="245347"/>
                    <a:pt x="46968" y="246290"/>
                  </a:cubicBezTo>
                  <a:cubicBezTo>
                    <a:pt x="53748" y="247233"/>
                    <a:pt x="60843" y="247682"/>
                    <a:pt x="68252" y="247682"/>
                  </a:cubicBezTo>
                  <a:lnTo>
                    <a:pt x="117106" y="247682"/>
                  </a:lnTo>
                  <a:cubicBezTo>
                    <a:pt x="117869" y="247682"/>
                    <a:pt x="118408" y="247368"/>
                    <a:pt x="118722" y="246739"/>
                  </a:cubicBezTo>
                  <a:cubicBezTo>
                    <a:pt x="118902" y="246425"/>
                    <a:pt x="118947" y="246021"/>
                    <a:pt x="118947" y="245572"/>
                  </a:cubicBezTo>
                  <a:lnTo>
                    <a:pt x="118947" y="218496"/>
                  </a:lnTo>
                  <a:cubicBezTo>
                    <a:pt x="118947" y="210638"/>
                    <a:pt x="118049" y="204127"/>
                    <a:pt x="116163" y="198918"/>
                  </a:cubicBezTo>
                  <a:cubicBezTo>
                    <a:pt x="114322" y="193754"/>
                    <a:pt x="111673" y="189578"/>
                    <a:pt x="108305" y="186345"/>
                  </a:cubicBezTo>
                  <a:cubicBezTo>
                    <a:pt x="104892" y="183113"/>
                    <a:pt x="100806" y="180643"/>
                    <a:pt x="95957" y="178937"/>
                  </a:cubicBezTo>
                  <a:cubicBezTo>
                    <a:pt x="91107" y="177230"/>
                    <a:pt x="85674" y="175928"/>
                    <a:pt x="79612" y="175030"/>
                  </a:cubicBezTo>
                  <a:cubicBezTo>
                    <a:pt x="67129" y="173144"/>
                    <a:pt x="57251" y="171483"/>
                    <a:pt x="49977" y="169911"/>
                  </a:cubicBezTo>
                  <a:cubicBezTo>
                    <a:pt x="42747" y="168384"/>
                    <a:pt x="39110" y="166139"/>
                    <a:pt x="39110" y="163221"/>
                  </a:cubicBezTo>
                  <a:cubicBezTo>
                    <a:pt x="39110" y="159045"/>
                    <a:pt x="44947" y="156979"/>
                    <a:pt x="56712" y="156979"/>
                  </a:cubicBezTo>
                  <a:cubicBezTo>
                    <a:pt x="63627" y="156979"/>
                    <a:pt x="69868" y="157698"/>
                    <a:pt x="75346" y="159179"/>
                  </a:cubicBezTo>
                </a:path>
              </a:pathLst>
            </a:custGeom>
            <a:solidFill>
              <a:srgbClr val="2DBECD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E96CA288-6B21-437F-A5D2-F65BC3A231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215688" y="6166994"/>
              <a:ext cx="1237859" cy="248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150936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2A464F6F-4597-480B-B9C2-1012D960E1F9}"/>
              </a:ext>
            </a:extLst>
          </p:cNvPr>
          <p:cNvSpPr/>
          <p:nvPr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03041AA-E85F-4369-91A9-BA8362CAD9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951538" y="1989138"/>
            <a:ext cx="5617069" cy="1251710"/>
          </a:xfrm>
          <a:prstGeom prst="rect">
            <a:avLst/>
          </a:prstGeom>
        </p:spPr>
        <p:txBody>
          <a:bodyPr wrap="none" tIns="0" bIns="216000" anchor="ctr"/>
          <a:lstStyle>
            <a:lvl1pPr marL="0" indent="0" algn="l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0EBAF27-0FC6-4049-ACB6-EE367C82A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1538" y="3356992"/>
            <a:ext cx="5617070" cy="2232000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1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 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13884B5-123F-4232-8A38-30858718A577}"/>
              </a:ext>
            </a:extLst>
          </p:cNvPr>
          <p:cNvGrpSpPr/>
          <p:nvPr/>
        </p:nvGrpSpPr>
        <p:grpSpPr>
          <a:xfrm>
            <a:off x="0" y="1952625"/>
            <a:ext cx="5495925" cy="3652504"/>
            <a:chOff x="0" y="1952625"/>
            <a:chExt cx="5495925" cy="3652504"/>
          </a:xfrm>
        </p:grpSpPr>
        <p:grpSp>
          <p:nvGrpSpPr>
            <p:cNvPr id="38" name="Grafik 5">
              <a:extLst>
                <a:ext uri="{FF2B5EF4-FFF2-40B4-BE49-F238E27FC236}">
                  <a16:creationId xmlns:a16="http://schemas.microsoft.com/office/drawing/2014/main" id="{41986DD0-0B8F-40C6-8201-9D8BA4E73634}"/>
                </a:ext>
              </a:extLst>
            </p:cNvPr>
            <p:cNvGrpSpPr/>
            <p:nvPr/>
          </p:nvGrpSpPr>
          <p:grpSpPr>
            <a:xfrm>
              <a:off x="917604" y="1952625"/>
              <a:ext cx="4577779" cy="3395126"/>
              <a:chOff x="914978" y="1934020"/>
              <a:chExt cx="4577521" cy="3399439"/>
            </a:xfrm>
            <a:solidFill>
              <a:srgbClr val="96D7D2"/>
            </a:solidFill>
          </p:grpSpPr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ED8CC964-620D-47F0-B9BA-A35532FE85D6}"/>
                  </a:ext>
                </a:extLst>
              </p:cNvPr>
              <p:cNvSpPr/>
              <p:nvPr/>
            </p:nvSpPr>
            <p:spPr>
              <a:xfrm>
                <a:off x="914978" y="3498119"/>
                <a:ext cx="2753551" cy="1835340"/>
              </a:xfrm>
              <a:custGeom>
                <a:avLst/>
                <a:gdLst>
                  <a:gd name="connsiteX0" fmla="*/ 1593335 w 2753551"/>
                  <a:gd name="connsiteY0" fmla="*/ 53057 h 1835340"/>
                  <a:gd name="connsiteX1" fmla="*/ 1496966 w 2753551"/>
                  <a:gd name="connsiteY1" fmla="*/ 0 h 1835340"/>
                  <a:gd name="connsiteX2" fmla="*/ 976141 w 2753551"/>
                  <a:gd name="connsiteY2" fmla="*/ 118025 h 1835340"/>
                  <a:gd name="connsiteX3" fmla="*/ 927415 w 2753551"/>
                  <a:gd name="connsiteY3" fmla="*/ 282610 h 1835340"/>
                  <a:gd name="connsiteX4" fmla="*/ 433660 w 2753551"/>
                  <a:gd name="connsiteY4" fmla="*/ 1126108 h 1835340"/>
                  <a:gd name="connsiteX5" fmla="*/ 0 w 2753551"/>
                  <a:gd name="connsiteY5" fmla="*/ 1475310 h 1835340"/>
                  <a:gd name="connsiteX6" fmla="*/ 153216 w 2753551"/>
                  <a:gd name="connsiteY6" fmla="*/ 1601456 h 1835340"/>
                  <a:gd name="connsiteX7" fmla="*/ 182451 w 2753551"/>
                  <a:gd name="connsiteY7" fmla="*/ 1624195 h 1835340"/>
                  <a:gd name="connsiteX8" fmla="*/ 454775 w 2753551"/>
                  <a:gd name="connsiteY8" fmla="*/ 1789321 h 1835340"/>
                  <a:gd name="connsiteX9" fmla="*/ 596080 w 2753551"/>
                  <a:gd name="connsiteY9" fmla="*/ 1835340 h 1835340"/>
                  <a:gd name="connsiteX10" fmla="*/ 547354 w 2753551"/>
                  <a:gd name="connsiteY10" fmla="*/ 1758462 h 1835340"/>
                  <a:gd name="connsiteX11" fmla="*/ 537067 w 2753551"/>
                  <a:gd name="connsiteY11" fmla="*/ 1174834 h 1835340"/>
                  <a:gd name="connsiteX12" fmla="*/ 1028657 w 2753551"/>
                  <a:gd name="connsiteY12" fmla="*/ 335667 h 1835340"/>
                  <a:gd name="connsiteX13" fmla="*/ 1525119 w 2753551"/>
                  <a:gd name="connsiteY13" fmla="*/ 149967 h 1835340"/>
                  <a:gd name="connsiteX14" fmla="*/ 2607915 w 2753551"/>
                  <a:gd name="connsiteY14" fmla="*/ 515952 h 1835340"/>
                  <a:gd name="connsiteX15" fmla="*/ 2698329 w 2753551"/>
                  <a:gd name="connsiteY15" fmla="*/ 469392 h 1835340"/>
                  <a:gd name="connsiteX16" fmla="*/ 2713488 w 2753551"/>
                  <a:gd name="connsiteY16" fmla="*/ 461813 h 1835340"/>
                  <a:gd name="connsiteX17" fmla="*/ 2720526 w 2753551"/>
                  <a:gd name="connsiteY17" fmla="*/ 459106 h 1835340"/>
                  <a:gd name="connsiteX18" fmla="*/ 2753552 w 2753551"/>
                  <a:gd name="connsiteY18" fmla="*/ 445029 h 1835340"/>
                  <a:gd name="connsiteX19" fmla="*/ 1593335 w 2753551"/>
                  <a:gd name="connsiteY19" fmla="*/ 53057 h 1835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753551" h="1835340">
                    <a:moveTo>
                      <a:pt x="1593335" y="53057"/>
                    </a:moveTo>
                    <a:cubicBezTo>
                      <a:pt x="1554896" y="40063"/>
                      <a:pt x="1522953" y="21656"/>
                      <a:pt x="1496966" y="0"/>
                    </a:cubicBezTo>
                    <a:cubicBezTo>
                      <a:pt x="1338337" y="60637"/>
                      <a:pt x="1165089" y="100159"/>
                      <a:pt x="976141" y="118025"/>
                    </a:cubicBezTo>
                    <a:cubicBezTo>
                      <a:pt x="972893" y="174872"/>
                      <a:pt x="957192" y="231718"/>
                      <a:pt x="927415" y="282610"/>
                    </a:cubicBezTo>
                    <a:lnTo>
                      <a:pt x="433660" y="1126108"/>
                    </a:lnTo>
                    <a:cubicBezTo>
                      <a:pt x="350285" y="1268496"/>
                      <a:pt x="167292" y="1413050"/>
                      <a:pt x="0" y="1475310"/>
                    </a:cubicBezTo>
                    <a:cubicBezTo>
                      <a:pt x="50891" y="1519705"/>
                      <a:pt x="102324" y="1561934"/>
                      <a:pt x="153216" y="1601456"/>
                    </a:cubicBezTo>
                    <a:cubicBezTo>
                      <a:pt x="162961" y="1609036"/>
                      <a:pt x="172706" y="1616615"/>
                      <a:pt x="182451" y="1624195"/>
                    </a:cubicBezTo>
                    <a:cubicBezTo>
                      <a:pt x="273406" y="1693494"/>
                      <a:pt x="363820" y="1748716"/>
                      <a:pt x="454775" y="1789321"/>
                    </a:cubicBezTo>
                    <a:cubicBezTo>
                      <a:pt x="500793" y="1809894"/>
                      <a:pt x="547895" y="1825053"/>
                      <a:pt x="596080" y="1835340"/>
                    </a:cubicBezTo>
                    <a:lnTo>
                      <a:pt x="547354" y="1758462"/>
                    </a:lnTo>
                    <a:cubicBezTo>
                      <a:pt x="446112" y="1599290"/>
                      <a:pt x="441781" y="1337795"/>
                      <a:pt x="537067" y="1174834"/>
                    </a:cubicBezTo>
                    <a:lnTo>
                      <a:pt x="1028657" y="335667"/>
                    </a:lnTo>
                    <a:cubicBezTo>
                      <a:pt x="1123943" y="172706"/>
                      <a:pt x="1346458" y="89872"/>
                      <a:pt x="1525119" y="149967"/>
                    </a:cubicBezTo>
                    <a:lnTo>
                      <a:pt x="2607915" y="515952"/>
                    </a:lnTo>
                    <a:cubicBezTo>
                      <a:pt x="2637692" y="499711"/>
                      <a:pt x="2668011" y="484010"/>
                      <a:pt x="2698329" y="469392"/>
                    </a:cubicBezTo>
                    <a:cubicBezTo>
                      <a:pt x="2703743" y="467227"/>
                      <a:pt x="2708615" y="463978"/>
                      <a:pt x="2713488" y="461813"/>
                    </a:cubicBezTo>
                    <a:cubicBezTo>
                      <a:pt x="2715653" y="460730"/>
                      <a:pt x="2717819" y="459647"/>
                      <a:pt x="2720526" y="459106"/>
                    </a:cubicBezTo>
                    <a:cubicBezTo>
                      <a:pt x="2731354" y="454233"/>
                      <a:pt x="2742723" y="449361"/>
                      <a:pt x="2753552" y="445029"/>
                    </a:cubicBezTo>
                    <a:lnTo>
                      <a:pt x="1593335" y="53057"/>
                    </a:lnTo>
                    <a:close/>
                  </a:path>
                </a:pathLst>
              </a:custGeom>
              <a:solidFill>
                <a:srgbClr val="96D7D2"/>
              </a:solidFill>
              <a:ln w="541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D20E66EE-228D-467B-98E3-18CFD9DC538C}"/>
                  </a:ext>
                </a:extLst>
              </p:cNvPr>
              <p:cNvSpPr/>
              <p:nvPr/>
            </p:nvSpPr>
            <p:spPr>
              <a:xfrm>
                <a:off x="4212093" y="1934020"/>
                <a:ext cx="1280406" cy="2218649"/>
              </a:xfrm>
              <a:custGeom>
                <a:avLst/>
                <a:gdLst>
                  <a:gd name="connsiteX0" fmla="*/ 25446 w 1280406"/>
                  <a:gd name="connsiteY0" fmla="*/ 93121 h 2218649"/>
                  <a:gd name="connsiteX1" fmla="*/ 0 w 1280406"/>
                  <a:gd name="connsiteY1" fmla="*/ 116942 h 2218649"/>
                  <a:gd name="connsiteX2" fmla="*/ 15159 w 1280406"/>
                  <a:gd name="connsiteY2" fmla="*/ 116942 h 2218649"/>
                  <a:gd name="connsiteX3" fmla="*/ 507831 w 1280406"/>
                  <a:gd name="connsiteY3" fmla="*/ 423373 h 2218649"/>
                  <a:gd name="connsiteX4" fmla="*/ 1057892 w 1280406"/>
                  <a:gd name="connsiteY4" fmla="*/ 1538112 h 2218649"/>
                  <a:gd name="connsiteX5" fmla="*/ 877606 w 1280406"/>
                  <a:gd name="connsiteY5" fmla="*/ 1926836 h 2218649"/>
                  <a:gd name="connsiteX6" fmla="*/ 249043 w 1280406"/>
                  <a:gd name="connsiteY6" fmla="*/ 2082759 h 2218649"/>
                  <a:gd name="connsiteX7" fmla="*/ 131018 w 1280406"/>
                  <a:gd name="connsiteY7" fmla="*/ 2102791 h 2218649"/>
                  <a:gd name="connsiteX8" fmla="*/ 214935 w 1280406"/>
                  <a:gd name="connsiteY8" fmla="*/ 2218650 h 2218649"/>
                  <a:gd name="connsiteX9" fmla="*/ 297769 w 1280406"/>
                  <a:gd name="connsiteY9" fmla="*/ 2187790 h 2218649"/>
                  <a:gd name="connsiteX10" fmla="*/ 920377 w 1280406"/>
                  <a:gd name="connsiteY10" fmla="*/ 2033492 h 2218649"/>
                  <a:gd name="connsiteX11" fmla="*/ 1280407 w 1280406"/>
                  <a:gd name="connsiteY11" fmla="*/ 2155848 h 2218649"/>
                  <a:gd name="connsiteX12" fmla="*/ 1280407 w 1280406"/>
                  <a:gd name="connsiteY12" fmla="*/ 1619864 h 2218649"/>
                  <a:gd name="connsiteX13" fmla="*/ 1161299 w 1280406"/>
                  <a:gd name="connsiteY13" fmla="*/ 1490469 h 2218649"/>
                  <a:gd name="connsiteX14" fmla="*/ 614487 w 1280406"/>
                  <a:gd name="connsiteY14" fmla="*/ 381144 h 2218649"/>
                  <a:gd name="connsiteX15" fmla="*/ 616653 w 1280406"/>
                  <a:gd name="connsiteY15" fmla="*/ 0 h 2218649"/>
                  <a:gd name="connsiteX16" fmla="*/ 197610 w 1280406"/>
                  <a:gd name="connsiteY16" fmla="*/ 0 h 2218649"/>
                  <a:gd name="connsiteX17" fmla="*/ 156464 w 1280406"/>
                  <a:gd name="connsiteY17" fmla="*/ 4331 h 2218649"/>
                  <a:gd name="connsiteX18" fmla="*/ 153216 w 1280406"/>
                  <a:gd name="connsiteY18" fmla="*/ 5414 h 2218649"/>
                  <a:gd name="connsiteX19" fmla="*/ 131560 w 1280406"/>
                  <a:gd name="connsiteY19" fmla="*/ 12452 h 2218649"/>
                  <a:gd name="connsiteX20" fmla="*/ 118566 w 1280406"/>
                  <a:gd name="connsiteY20" fmla="*/ 17866 h 2218649"/>
                  <a:gd name="connsiteX21" fmla="*/ 25446 w 1280406"/>
                  <a:gd name="connsiteY21" fmla="*/ 93121 h 2218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80406" h="2218649">
                    <a:moveTo>
                      <a:pt x="25446" y="93121"/>
                    </a:moveTo>
                    <a:lnTo>
                      <a:pt x="0" y="116942"/>
                    </a:lnTo>
                    <a:lnTo>
                      <a:pt x="15159" y="116942"/>
                    </a:lnTo>
                    <a:cubicBezTo>
                      <a:pt x="204107" y="116942"/>
                      <a:pt x="424456" y="253916"/>
                      <a:pt x="507831" y="423373"/>
                    </a:cubicBezTo>
                    <a:lnTo>
                      <a:pt x="1057892" y="1538112"/>
                    </a:lnTo>
                    <a:cubicBezTo>
                      <a:pt x="1141268" y="1707570"/>
                      <a:pt x="1060599" y="1881359"/>
                      <a:pt x="877606" y="1926836"/>
                    </a:cubicBezTo>
                    <a:lnTo>
                      <a:pt x="249043" y="2082759"/>
                    </a:lnTo>
                    <a:cubicBezTo>
                      <a:pt x="213311" y="2091422"/>
                      <a:pt x="173247" y="2098460"/>
                      <a:pt x="131018" y="2102791"/>
                    </a:cubicBezTo>
                    <a:cubicBezTo>
                      <a:pt x="165126" y="2137982"/>
                      <a:pt x="192738" y="2176962"/>
                      <a:pt x="214935" y="2218650"/>
                    </a:cubicBezTo>
                    <a:cubicBezTo>
                      <a:pt x="242005" y="2205657"/>
                      <a:pt x="269616" y="2194829"/>
                      <a:pt x="297769" y="2187790"/>
                    </a:cubicBezTo>
                    <a:lnTo>
                      <a:pt x="920377" y="2033492"/>
                    </a:lnTo>
                    <a:cubicBezTo>
                      <a:pt x="1056268" y="1999925"/>
                      <a:pt x="1196490" y="2051899"/>
                      <a:pt x="1280407" y="2155848"/>
                    </a:cubicBezTo>
                    <a:lnTo>
                      <a:pt x="1280407" y="1619864"/>
                    </a:lnTo>
                    <a:cubicBezTo>
                      <a:pt x="1231681" y="1592252"/>
                      <a:pt x="1189993" y="1548940"/>
                      <a:pt x="1161299" y="1490469"/>
                    </a:cubicBezTo>
                    <a:lnTo>
                      <a:pt x="614487" y="381144"/>
                    </a:lnTo>
                    <a:cubicBezTo>
                      <a:pt x="557640" y="265827"/>
                      <a:pt x="562513" y="119649"/>
                      <a:pt x="616653" y="0"/>
                    </a:cubicBezTo>
                    <a:lnTo>
                      <a:pt x="197610" y="0"/>
                    </a:lnTo>
                    <a:cubicBezTo>
                      <a:pt x="183534" y="0"/>
                      <a:pt x="169458" y="1624"/>
                      <a:pt x="156464" y="4331"/>
                    </a:cubicBezTo>
                    <a:cubicBezTo>
                      <a:pt x="155381" y="4331"/>
                      <a:pt x="154298" y="4873"/>
                      <a:pt x="153216" y="5414"/>
                    </a:cubicBezTo>
                    <a:cubicBezTo>
                      <a:pt x="145636" y="7038"/>
                      <a:pt x="138598" y="9745"/>
                      <a:pt x="131560" y="12452"/>
                    </a:cubicBezTo>
                    <a:cubicBezTo>
                      <a:pt x="127229" y="14076"/>
                      <a:pt x="122897" y="15701"/>
                      <a:pt x="118566" y="17866"/>
                    </a:cubicBezTo>
                    <a:cubicBezTo>
                      <a:pt x="94745" y="29777"/>
                      <a:pt x="63885" y="55223"/>
                      <a:pt x="25446" y="93121"/>
                    </a:cubicBezTo>
                    <a:close/>
                  </a:path>
                </a:pathLst>
              </a:custGeom>
              <a:solidFill>
                <a:srgbClr val="96D7D2"/>
              </a:solidFill>
              <a:ln w="541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43" name="Freihandform: Form 42">
              <a:extLst>
                <a:ext uri="{FF2B5EF4-FFF2-40B4-BE49-F238E27FC236}">
                  <a16:creationId xmlns:a16="http://schemas.microsoft.com/office/drawing/2014/main" id="{C682CD05-7209-4218-943A-C998247AA5CA}"/>
                </a:ext>
              </a:extLst>
            </p:cNvPr>
            <p:cNvSpPr/>
            <p:nvPr/>
          </p:nvSpPr>
          <p:spPr>
            <a:xfrm>
              <a:off x="2414655" y="2069419"/>
              <a:ext cx="2890537" cy="1983328"/>
            </a:xfrm>
            <a:custGeom>
              <a:avLst/>
              <a:gdLst>
                <a:gd name="connsiteX0" fmla="*/ 0 w 2890374"/>
                <a:gd name="connsiteY0" fmla="*/ 1447158 h 1985848"/>
                <a:gd name="connsiteX1" fmla="*/ 96369 w 2890374"/>
                <a:gd name="connsiteY1" fmla="*/ 1500215 h 1985848"/>
                <a:gd name="connsiteX2" fmla="*/ 1256044 w 2890374"/>
                <a:gd name="connsiteY2" fmla="*/ 1892187 h 1985848"/>
                <a:gd name="connsiteX3" fmla="*/ 1553271 w 2890374"/>
                <a:gd name="connsiteY3" fmla="*/ 1833716 h 1985848"/>
                <a:gd name="connsiteX4" fmla="*/ 1929543 w 2890374"/>
                <a:gd name="connsiteY4" fmla="*/ 1984225 h 1985848"/>
                <a:gd name="connsiteX5" fmla="*/ 1930626 w 2890374"/>
                <a:gd name="connsiteY5" fmla="*/ 1985849 h 1985848"/>
                <a:gd name="connsiteX6" fmla="*/ 2048651 w 2890374"/>
                <a:gd name="connsiteY6" fmla="*/ 1965817 h 1985848"/>
                <a:gd name="connsiteX7" fmla="*/ 2677214 w 2890374"/>
                <a:gd name="connsiteY7" fmla="*/ 1809894 h 1985848"/>
                <a:gd name="connsiteX8" fmla="*/ 2857500 w 2890374"/>
                <a:gd name="connsiteY8" fmla="*/ 1421170 h 1985848"/>
                <a:gd name="connsiteX9" fmla="*/ 2308522 w 2890374"/>
                <a:gd name="connsiteY9" fmla="*/ 306431 h 1985848"/>
                <a:gd name="connsiteX10" fmla="*/ 1815850 w 2890374"/>
                <a:gd name="connsiteY10" fmla="*/ 0 h 1985848"/>
                <a:gd name="connsiteX11" fmla="*/ 1800690 w 2890374"/>
                <a:gd name="connsiteY11" fmla="*/ 0 h 1985848"/>
                <a:gd name="connsiteX12" fmla="*/ 800187 w 2890374"/>
                <a:gd name="connsiteY12" fmla="*/ 930122 h 1985848"/>
                <a:gd name="connsiteX13" fmla="*/ 636684 w 2890374"/>
                <a:gd name="connsiteY13" fmla="*/ 1071427 h 1985848"/>
                <a:gd name="connsiteX14" fmla="*/ 112069 w 2890374"/>
                <a:gd name="connsiteY14" fmla="*/ 1399515 h 1985848"/>
                <a:gd name="connsiteX15" fmla="*/ 0 w 2890374"/>
                <a:gd name="connsiteY15" fmla="*/ 1447158 h 1985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90374" h="1985848">
                  <a:moveTo>
                    <a:pt x="0" y="1447158"/>
                  </a:moveTo>
                  <a:cubicBezTo>
                    <a:pt x="25987" y="1468814"/>
                    <a:pt x="58471" y="1487221"/>
                    <a:pt x="96369" y="1500215"/>
                  </a:cubicBezTo>
                  <a:lnTo>
                    <a:pt x="1256044" y="1892187"/>
                  </a:lnTo>
                  <a:cubicBezTo>
                    <a:pt x="1353496" y="1853206"/>
                    <a:pt x="1452572" y="1833716"/>
                    <a:pt x="1553271" y="1833716"/>
                  </a:cubicBezTo>
                  <a:cubicBezTo>
                    <a:pt x="1706487" y="1833716"/>
                    <a:pt x="1831550" y="1884066"/>
                    <a:pt x="1929543" y="1984225"/>
                  </a:cubicBezTo>
                  <a:cubicBezTo>
                    <a:pt x="1930085" y="1984766"/>
                    <a:pt x="1930085" y="1985307"/>
                    <a:pt x="1930626" y="1985849"/>
                  </a:cubicBezTo>
                  <a:cubicBezTo>
                    <a:pt x="1972855" y="1981518"/>
                    <a:pt x="2012919" y="1974479"/>
                    <a:pt x="2048651" y="1965817"/>
                  </a:cubicBezTo>
                  <a:lnTo>
                    <a:pt x="2677214" y="1809894"/>
                  </a:lnTo>
                  <a:cubicBezTo>
                    <a:pt x="2860207" y="1764417"/>
                    <a:pt x="2940875" y="1590628"/>
                    <a:pt x="2857500" y="1421170"/>
                  </a:cubicBezTo>
                  <a:lnTo>
                    <a:pt x="2308522" y="306431"/>
                  </a:lnTo>
                  <a:cubicBezTo>
                    <a:pt x="2225147" y="136974"/>
                    <a:pt x="2004256" y="0"/>
                    <a:pt x="1815850" y="0"/>
                  </a:cubicBezTo>
                  <a:lnTo>
                    <a:pt x="1800690" y="0"/>
                  </a:lnTo>
                  <a:lnTo>
                    <a:pt x="800187" y="930122"/>
                  </a:lnTo>
                  <a:cubicBezTo>
                    <a:pt x="746588" y="979931"/>
                    <a:pt x="692448" y="1027032"/>
                    <a:pt x="636684" y="1071427"/>
                  </a:cubicBezTo>
                  <a:cubicBezTo>
                    <a:pt x="472640" y="1202987"/>
                    <a:pt x="297228" y="1312349"/>
                    <a:pt x="112069" y="1399515"/>
                  </a:cubicBezTo>
                  <a:cubicBezTo>
                    <a:pt x="75254" y="1416839"/>
                    <a:pt x="37898" y="1432540"/>
                    <a:pt x="0" y="1447158"/>
                  </a:cubicBezTo>
                  <a:close/>
                </a:path>
              </a:pathLst>
            </a:custGeom>
            <a:solidFill>
              <a:srgbClr val="503291"/>
            </a:solidFill>
            <a:ln w="54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B3B2475D-C07B-44AE-B4F6-7DFE6B95AC5A}"/>
                </a:ext>
              </a:extLst>
            </p:cNvPr>
            <p:cNvSpPr/>
            <p:nvPr/>
          </p:nvSpPr>
          <p:spPr>
            <a:xfrm>
              <a:off x="1385500" y="3644745"/>
              <a:ext cx="2140165" cy="1718145"/>
            </a:xfrm>
            <a:custGeom>
              <a:avLst/>
              <a:gdLst>
                <a:gd name="connsiteX0" fmla="*/ 1056708 w 2140045"/>
                <a:gd name="connsiteY0" fmla="*/ 19796 h 1720328"/>
                <a:gd name="connsiteX1" fmla="*/ 560246 w 2140045"/>
                <a:gd name="connsiteY1" fmla="*/ 205496 h 1720328"/>
                <a:gd name="connsiteX2" fmla="*/ 68656 w 2140045"/>
                <a:gd name="connsiteY2" fmla="*/ 1044663 h 1720328"/>
                <a:gd name="connsiteX3" fmla="*/ 78943 w 2140045"/>
                <a:gd name="connsiteY3" fmla="*/ 1628291 h 1720328"/>
                <a:gd name="connsiteX4" fmla="*/ 127669 w 2140045"/>
                <a:gd name="connsiteY4" fmla="*/ 1705169 h 1720328"/>
                <a:gd name="connsiteX5" fmla="*/ 273305 w 2140045"/>
                <a:gd name="connsiteY5" fmla="*/ 1720328 h 1720328"/>
                <a:gd name="connsiteX6" fmla="*/ 560246 w 2140045"/>
                <a:gd name="connsiteY6" fmla="*/ 1659150 h 1720328"/>
                <a:gd name="connsiteX7" fmla="*/ 803334 w 2140045"/>
                <a:gd name="connsiteY7" fmla="*/ 1515680 h 1720328"/>
                <a:gd name="connsiteX8" fmla="*/ 833111 w 2140045"/>
                <a:gd name="connsiteY8" fmla="*/ 1494024 h 1720328"/>
                <a:gd name="connsiteX9" fmla="*/ 1019352 w 2140045"/>
                <a:gd name="connsiteY9" fmla="*/ 1341891 h 1720328"/>
                <a:gd name="connsiteX10" fmla="*/ 1105434 w 2140045"/>
                <a:gd name="connsiteY10" fmla="*/ 1265012 h 1720328"/>
                <a:gd name="connsiteX11" fmla="*/ 1358267 w 2140045"/>
                <a:gd name="connsiteY11" fmla="*/ 1034918 h 1720328"/>
                <a:gd name="connsiteX12" fmla="*/ 1385337 w 2140045"/>
                <a:gd name="connsiteY12" fmla="*/ 1010555 h 1720328"/>
                <a:gd name="connsiteX13" fmla="*/ 1437311 w 2140045"/>
                <a:gd name="connsiteY13" fmla="*/ 963995 h 1720328"/>
                <a:gd name="connsiteX14" fmla="*/ 1643584 w 2140045"/>
                <a:gd name="connsiteY14" fmla="*/ 770174 h 1720328"/>
                <a:gd name="connsiteX15" fmla="*/ 1844443 w 2140045"/>
                <a:gd name="connsiteY15" fmla="*/ 590972 h 1720328"/>
                <a:gd name="connsiteX16" fmla="*/ 1930525 w 2140045"/>
                <a:gd name="connsiteY16" fmla="*/ 522756 h 1720328"/>
                <a:gd name="connsiteX17" fmla="*/ 1959219 w 2140045"/>
                <a:gd name="connsiteY17" fmla="*/ 502182 h 1720328"/>
                <a:gd name="connsiteX18" fmla="*/ 2140046 w 2140045"/>
                <a:gd name="connsiteY18" fmla="*/ 386864 h 1720328"/>
                <a:gd name="connsiteX19" fmla="*/ 1056708 w 2140045"/>
                <a:gd name="connsiteY19" fmla="*/ 19796 h 1720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40045" h="1720328">
                  <a:moveTo>
                    <a:pt x="1056708" y="19796"/>
                  </a:moveTo>
                  <a:cubicBezTo>
                    <a:pt x="878047" y="-40840"/>
                    <a:pt x="655532" y="42535"/>
                    <a:pt x="560246" y="205496"/>
                  </a:cubicBezTo>
                  <a:lnTo>
                    <a:pt x="68656" y="1044663"/>
                  </a:lnTo>
                  <a:cubicBezTo>
                    <a:pt x="-26630" y="1207624"/>
                    <a:pt x="-22298" y="1468578"/>
                    <a:pt x="78943" y="1628291"/>
                  </a:cubicBezTo>
                  <a:lnTo>
                    <a:pt x="127669" y="1705169"/>
                  </a:lnTo>
                  <a:cubicBezTo>
                    <a:pt x="174771" y="1714914"/>
                    <a:pt x="223496" y="1720328"/>
                    <a:pt x="273305" y="1720328"/>
                  </a:cubicBezTo>
                  <a:cubicBezTo>
                    <a:pt x="373464" y="1720328"/>
                    <a:pt x="469291" y="1700297"/>
                    <a:pt x="560246" y="1659150"/>
                  </a:cubicBezTo>
                  <a:cubicBezTo>
                    <a:pt x="640915" y="1622877"/>
                    <a:pt x="722124" y="1574692"/>
                    <a:pt x="803334" y="1515680"/>
                  </a:cubicBezTo>
                  <a:cubicBezTo>
                    <a:pt x="813079" y="1508642"/>
                    <a:pt x="823366" y="1501603"/>
                    <a:pt x="833111" y="1494024"/>
                  </a:cubicBezTo>
                  <a:cubicBezTo>
                    <a:pt x="894830" y="1446922"/>
                    <a:pt x="957091" y="1395489"/>
                    <a:pt x="1019352" y="1341891"/>
                  </a:cubicBezTo>
                  <a:cubicBezTo>
                    <a:pt x="1048046" y="1316987"/>
                    <a:pt x="1076740" y="1291541"/>
                    <a:pt x="1105434" y="1265012"/>
                  </a:cubicBezTo>
                  <a:cubicBezTo>
                    <a:pt x="1187727" y="1189217"/>
                    <a:pt x="1272185" y="1112338"/>
                    <a:pt x="1358267" y="1034918"/>
                  </a:cubicBezTo>
                  <a:cubicBezTo>
                    <a:pt x="1367471" y="1026797"/>
                    <a:pt x="1376133" y="1018676"/>
                    <a:pt x="1385337" y="1010555"/>
                  </a:cubicBezTo>
                  <a:cubicBezTo>
                    <a:pt x="1402662" y="995396"/>
                    <a:pt x="1419987" y="979696"/>
                    <a:pt x="1437311" y="963995"/>
                  </a:cubicBezTo>
                  <a:cubicBezTo>
                    <a:pt x="1502820" y="904441"/>
                    <a:pt x="1571578" y="840015"/>
                    <a:pt x="1643584" y="770174"/>
                  </a:cubicBezTo>
                  <a:cubicBezTo>
                    <a:pt x="1708010" y="707372"/>
                    <a:pt x="1775144" y="647818"/>
                    <a:pt x="1844443" y="590972"/>
                  </a:cubicBezTo>
                  <a:cubicBezTo>
                    <a:pt x="1872596" y="567691"/>
                    <a:pt x="1901290" y="544953"/>
                    <a:pt x="1930525" y="522756"/>
                  </a:cubicBezTo>
                  <a:cubicBezTo>
                    <a:pt x="1939729" y="515717"/>
                    <a:pt x="1949474" y="509221"/>
                    <a:pt x="1959219" y="502182"/>
                  </a:cubicBezTo>
                  <a:cubicBezTo>
                    <a:pt x="2017690" y="459412"/>
                    <a:pt x="2078327" y="420973"/>
                    <a:pt x="2140046" y="386864"/>
                  </a:cubicBezTo>
                  <a:lnTo>
                    <a:pt x="1056708" y="19796"/>
                  </a:lnTo>
                  <a:close/>
                </a:path>
              </a:pathLst>
            </a:custGeom>
            <a:solidFill>
              <a:srgbClr val="2DBECD"/>
            </a:solidFill>
            <a:ln w="54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83B45507-7F1A-4974-A500-3E58E8A1BA8B}"/>
                </a:ext>
              </a:extLst>
            </p:cNvPr>
            <p:cNvSpPr/>
            <p:nvPr/>
          </p:nvSpPr>
          <p:spPr>
            <a:xfrm>
              <a:off x="0" y="2903514"/>
              <a:ext cx="1893259" cy="2084123"/>
            </a:xfrm>
            <a:custGeom>
              <a:avLst/>
              <a:gdLst>
                <a:gd name="connsiteX0" fmla="*/ 0 w 1893259"/>
                <a:gd name="connsiteY0" fmla="*/ 0 h 2084123"/>
                <a:gd name="connsiteX1" fmla="*/ 101673 w 1893259"/>
                <a:gd name="connsiteY1" fmla="*/ 94845 h 2084123"/>
                <a:gd name="connsiteX2" fmla="*/ 222411 w 1893259"/>
                <a:gd name="connsiteY2" fmla="*/ 200285 h 2084123"/>
                <a:gd name="connsiteX3" fmla="*/ 790369 w 1893259"/>
                <a:gd name="connsiteY3" fmla="*/ 563643 h 2084123"/>
                <a:gd name="connsiteX4" fmla="*/ 1658280 w 1893259"/>
                <a:gd name="connsiteY4" fmla="*/ 739374 h 2084123"/>
                <a:gd name="connsiteX5" fmla="*/ 1893259 w 1893259"/>
                <a:gd name="connsiteY5" fmla="*/ 728559 h 2084123"/>
                <a:gd name="connsiteX6" fmla="*/ 1844531 w 1893259"/>
                <a:gd name="connsiteY6" fmla="*/ 892936 h 2084123"/>
                <a:gd name="connsiteX7" fmla="*/ 1350207 w 1893259"/>
                <a:gd name="connsiteY7" fmla="*/ 1735364 h 2084123"/>
                <a:gd name="connsiteX8" fmla="*/ 916522 w 1893259"/>
                <a:gd name="connsiteY8" fmla="*/ 2084123 h 2084123"/>
                <a:gd name="connsiteX9" fmla="*/ 826645 w 1893259"/>
                <a:gd name="connsiteY9" fmla="*/ 2004098 h 2084123"/>
                <a:gd name="connsiteX10" fmla="*/ 740558 w 1893259"/>
                <a:gd name="connsiteY10" fmla="*/ 1925153 h 2084123"/>
                <a:gd name="connsiteX11" fmla="*/ 547268 w 1893259"/>
                <a:gd name="connsiteY11" fmla="*/ 1749964 h 2084123"/>
                <a:gd name="connsiteX12" fmla="*/ 327448 w 1893259"/>
                <a:gd name="connsiteY12" fmla="*/ 1546656 h 2084123"/>
                <a:gd name="connsiteX13" fmla="*/ 289006 w 1893259"/>
                <a:gd name="connsiteY13" fmla="*/ 1509888 h 2084123"/>
                <a:gd name="connsiteX14" fmla="*/ 90844 w 1893259"/>
                <a:gd name="connsiteY14" fmla="*/ 1333074 h 2084123"/>
                <a:gd name="connsiteX15" fmla="*/ 2049 w 1893259"/>
                <a:gd name="connsiteY15" fmla="*/ 1262783 h 2084123"/>
                <a:gd name="connsiteX16" fmla="*/ 0 w 1893259"/>
                <a:gd name="connsiteY16" fmla="*/ 1261394 h 208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93259" h="2084123">
                  <a:moveTo>
                    <a:pt x="0" y="0"/>
                  </a:moveTo>
                  <a:lnTo>
                    <a:pt x="101673" y="94845"/>
                  </a:lnTo>
                  <a:cubicBezTo>
                    <a:pt x="141197" y="131614"/>
                    <a:pt x="181804" y="166220"/>
                    <a:pt x="222411" y="200285"/>
                  </a:cubicBezTo>
                  <a:cubicBezTo>
                    <a:pt x="398916" y="347358"/>
                    <a:pt x="588417" y="468478"/>
                    <a:pt x="790369" y="563643"/>
                  </a:cubicBezTo>
                  <a:cubicBezTo>
                    <a:pt x="1038885" y="680977"/>
                    <a:pt x="1328549" y="739374"/>
                    <a:pt x="1658280" y="739374"/>
                  </a:cubicBezTo>
                  <a:cubicBezTo>
                    <a:pt x="1738952" y="739374"/>
                    <a:pt x="1817460" y="735588"/>
                    <a:pt x="1893259" y="728559"/>
                  </a:cubicBezTo>
                  <a:cubicBezTo>
                    <a:pt x="1890011" y="785875"/>
                    <a:pt x="1874310" y="842109"/>
                    <a:pt x="1844531" y="892936"/>
                  </a:cubicBezTo>
                  <a:lnTo>
                    <a:pt x="1350207" y="1735364"/>
                  </a:lnTo>
                  <a:cubicBezTo>
                    <a:pt x="1267368" y="1877572"/>
                    <a:pt x="1083824" y="2021941"/>
                    <a:pt x="916522" y="2084123"/>
                  </a:cubicBezTo>
                  <a:cubicBezTo>
                    <a:pt x="886744" y="2058169"/>
                    <a:pt x="856424" y="2031674"/>
                    <a:pt x="826645" y="2004098"/>
                  </a:cubicBezTo>
                  <a:cubicBezTo>
                    <a:pt x="798491" y="1978143"/>
                    <a:pt x="769254" y="1951648"/>
                    <a:pt x="740558" y="1925153"/>
                  </a:cubicBezTo>
                  <a:cubicBezTo>
                    <a:pt x="677211" y="1867298"/>
                    <a:pt x="612781" y="1808901"/>
                    <a:pt x="547268" y="1749964"/>
                  </a:cubicBezTo>
                  <a:cubicBezTo>
                    <a:pt x="477424" y="1688322"/>
                    <a:pt x="404330" y="1620193"/>
                    <a:pt x="327448" y="1546656"/>
                  </a:cubicBezTo>
                  <a:cubicBezTo>
                    <a:pt x="314453" y="1534219"/>
                    <a:pt x="302001" y="1522324"/>
                    <a:pt x="289006" y="1509888"/>
                  </a:cubicBezTo>
                  <a:cubicBezTo>
                    <a:pt x="225659" y="1448246"/>
                    <a:pt x="159064" y="1389309"/>
                    <a:pt x="90844" y="1333074"/>
                  </a:cubicBezTo>
                  <a:cubicBezTo>
                    <a:pt x="61606" y="1309284"/>
                    <a:pt x="31828" y="1285492"/>
                    <a:pt x="2049" y="1262783"/>
                  </a:cubicBezTo>
                  <a:lnTo>
                    <a:pt x="0" y="1261394"/>
                  </a:lnTo>
                  <a:close/>
                </a:path>
              </a:pathLst>
            </a:custGeom>
            <a:solidFill>
              <a:srgbClr val="2DBECD"/>
            </a:solidFill>
            <a:ln w="54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9" name="Freihandform: Form 48">
              <a:extLst>
                <a:ext uri="{FF2B5EF4-FFF2-40B4-BE49-F238E27FC236}">
                  <a16:creationId xmlns:a16="http://schemas.microsoft.com/office/drawing/2014/main" id="{0A3586E3-B85B-4357-A5C3-316754F2D9D6}"/>
                </a:ext>
              </a:extLst>
            </p:cNvPr>
            <p:cNvSpPr/>
            <p:nvPr/>
          </p:nvSpPr>
          <p:spPr>
            <a:xfrm>
              <a:off x="4429852" y="3973455"/>
              <a:ext cx="1065531" cy="1631674"/>
            </a:xfrm>
            <a:custGeom>
              <a:avLst/>
              <a:gdLst>
                <a:gd name="connsiteX0" fmla="*/ 1065471 w 1065471"/>
                <a:gd name="connsiteY0" fmla="*/ 1533589 h 1633747"/>
                <a:gd name="connsiteX1" fmla="*/ 1065471 w 1065471"/>
                <a:gd name="connsiteY1" fmla="*/ 132450 h 1633747"/>
                <a:gd name="connsiteX2" fmla="*/ 705442 w 1065471"/>
                <a:gd name="connsiteY2" fmla="*/ 10095 h 1633747"/>
                <a:gd name="connsiteX3" fmla="*/ 82834 w 1065471"/>
                <a:gd name="connsiteY3" fmla="*/ 164393 h 1633747"/>
                <a:gd name="connsiteX4" fmla="*/ 0 w 1065471"/>
                <a:gd name="connsiteY4" fmla="*/ 195253 h 1633747"/>
                <a:gd name="connsiteX5" fmla="*/ 61719 w 1065471"/>
                <a:gd name="connsiteY5" fmla="*/ 464869 h 1633747"/>
                <a:gd name="connsiteX6" fmla="*/ 61719 w 1065471"/>
                <a:gd name="connsiteY6" fmla="*/ 1067445 h 1633747"/>
                <a:gd name="connsiteX7" fmla="*/ 95286 w 1065471"/>
                <a:gd name="connsiteY7" fmla="*/ 1289960 h 1633747"/>
                <a:gd name="connsiteX8" fmla="*/ 212770 w 1065471"/>
                <a:gd name="connsiteY8" fmla="*/ 1483239 h 1633747"/>
                <a:gd name="connsiteX9" fmla="*/ 449361 w 1065471"/>
                <a:gd name="connsiteY9" fmla="*/ 1613175 h 1633747"/>
                <a:gd name="connsiteX10" fmla="*/ 628563 w 1065471"/>
                <a:gd name="connsiteY10" fmla="*/ 1633748 h 1633747"/>
                <a:gd name="connsiteX11" fmla="*/ 979930 w 1065471"/>
                <a:gd name="connsiteY11" fmla="*/ 1633748 h 1633747"/>
                <a:gd name="connsiteX12" fmla="*/ 999963 w 1065471"/>
                <a:gd name="connsiteY12" fmla="*/ 1632123 h 1633747"/>
                <a:gd name="connsiteX13" fmla="*/ 1065471 w 1065471"/>
                <a:gd name="connsiteY13" fmla="*/ 1533589 h 163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65471" h="1633747">
                  <a:moveTo>
                    <a:pt x="1065471" y="1533589"/>
                  </a:moveTo>
                  <a:lnTo>
                    <a:pt x="1065471" y="132450"/>
                  </a:lnTo>
                  <a:cubicBezTo>
                    <a:pt x="981554" y="29043"/>
                    <a:pt x="841333" y="-23472"/>
                    <a:pt x="705442" y="10095"/>
                  </a:cubicBezTo>
                  <a:lnTo>
                    <a:pt x="82834" y="164393"/>
                  </a:lnTo>
                  <a:cubicBezTo>
                    <a:pt x="54681" y="171431"/>
                    <a:pt x="27070" y="182259"/>
                    <a:pt x="0" y="195253"/>
                  </a:cubicBezTo>
                  <a:cubicBezTo>
                    <a:pt x="41146" y="273214"/>
                    <a:pt x="61719" y="363086"/>
                    <a:pt x="61719" y="464869"/>
                  </a:cubicBezTo>
                  <a:lnTo>
                    <a:pt x="61719" y="1067445"/>
                  </a:lnTo>
                  <a:cubicBezTo>
                    <a:pt x="61719" y="1150279"/>
                    <a:pt x="73089" y="1224451"/>
                    <a:pt x="95286" y="1289960"/>
                  </a:cubicBezTo>
                  <a:cubicBezTo>
                    <a:pt x="120190" y="1365214"/>
                    <a:pt x="159171" y="1429641"/>
                    <a:pt x="212770" y="1483239"/>
                  </a:cubicBezTo>
                  <a:cubicBezTo>
                    <a:pt x="276113" y="1546583"/>
                    <a:pt x="355157" y="1589894"/>
                    <a:pt x="449361" y="1613175"/>
                  </a:cubicBezTo>
                  <a:cubicBezTo>
                    <a:pt x="504042" y="1626710"/>
                    <a:pt x="563596" y="1633748"/>
                    <a:pt x="628563" y="1633748"/>
                  </a:cubicBezTo>
                  <a:lnTo>
                    <a:pt x="979930" y="1633748"/>
                  </a:lnTo>
                  <a:cubicBezTo>
                    <a:pt x="986969" y="1633748"/>
                    <a:pt x="994007" y="1633206"/>
                    <a:pt x="999963" y="1632123"/>
                  </a:cubicBezTo>
                  <a:cubicBezTo>
                    <a:pt x="1043816" y="1625085"/>
                    <a:pt x="1065471" y="1592602"/>
                    <a:pt x="1065471" y="1533589"/>
                  </a:cubicBezTo>
                  <a:close/>
                </a:path>
              </a:pathLst>
            </a:custGeom>
            <a:solidFill>
              <a:srgbClr val="2DBECD"/>
            </a:solidFill>
            <a:ln w="54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0" name="Freihandform: Form 49">
              <a:extLst>
                <a:ext uri="{FF2B5EF4-FFF2-40B4-BE49-F238E27FC236}">
                  <a16:creationId xmlns:a16="http://schemas.microsoft.com/office/drawing/2014/main" id="{CE9AEFBA-50B3-45C5-A30D-CC6E588BE337}"/>
                </a:ext>
              </a:extLst>
            </p:cNvPr>
            <p:cNvSpPr/>
            <p:nvPr/>
          </p:nvSpPr>
          <p:spPr>
            <a:xfrm>
              <a:off x="4788845" y="1952625"/>
              <a:ext cx="707080" cy="1617267"/>
            </a:xfrm>
            <a:custGeom>
              <a:avLst/>
              <a:gdLst>
                <a:gd name="connsiteX0" fmla="*/ 40579 w 707040"/>
                <a:gd name="connsiteY0" fmla="*/ 381144 h 1619322"/>
                <a:gd name="connsiteX1" fmla="*/ 587932 w 707040"/>
                <a:gd name="connsiteY1" fmla="*/ 1489928 h 1619322"/>
                <a:gd name="connsiteX2" fmla="*/ 707040 w 707040"/>
                <a:gd name="connsiteY2" fmla="*/ 1619322 h 1619322"/>
                <a:gd name="connsiteX3" fmla="*/ 707040 w 707040"/>
                <a:gd name="connsiteY3" fmla="*/ 566844 h 1619322"/>
                <a:gd name="connsiteX4" fmla="*/ 685926 w 707040"/>
                <a:gd name="connsiteY4" fmla="*/ 383851 h 1619322"/>
                <a:gd name="connsiteX5" fmla="*/ 606881 w 707040"/>
                <a:gd name="connsiteY5" fmla="*/ 211687 h 1619322"/>
                <a:gd name="connsiteX6" fmla="*/ 556532 w 707040"/>
                <a:gd name="connsiteY6" fmla="*/ 150509 h 1619322"/>
                <a:gd name="connsiteX7" fmla="*/ 140196 w 707040"/>
                <a:gd name="connsiteY7" fmla="*/ 0 h 1619322"/>
                <a:gd name="connsiteX8" fmla="*/ 42745 w 707040"/>
                <a:gd name="connsiteY8" fmla="*/ 0 h 1619322"/>
                <a:gd name="connsiteX9" fmla="*/ 40579 w 707040"/>
                <a:gd name="connsiteY9" fmla="*/ 381144 h 161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7040" h="1619322">
                  <a:moveTo>
                    <a:pt x="40579" y="381144"/>
                  </a:moveTo>
                  <a:lnTo>
                    <a:pt x="587932" y="1489928"/>
                  </a:lnTo>
                  <a:cubicBezTo>
                    <a:pt x="616627" y="1547858"/>
                    <a:pt x="658314" y="1591169"/>
                    <a:pt x="707040" y="1619322"/>
                  </a:cubicBezTo>
                  <a:lnTo>
                    <a:pt x="707040" y="566844"/>
                  </a:lnTo>
                  <a:cubicBezTo>
                    <a:pt x="707040" y="500793"/>
                    <a:pt x="700002" y="439615"/>
                    <a:pt x="685926" y="383851"/>
                  </a:cubicBezTo>
                  <a:cubicBezTo>
                    <a:pt x="669684" y="318884"/>
                    <a:pt x="642614" y="262037"/>
                    <a:pt x="606881" y="211687"/>
                  </a:cubicBezTo>
                  <a:cubicBezTo>
                    <a:pt x="591722" y="190031"/>
                    <a:pt x="574939" y="169458"/>
                    <a:pt x="556532" y="150509"/>
                  </a:cubicBezTo>
                  <a:cubicBezTo>
                    <a:pt x="455832" y="50350"/>
                    <a:pt x="316692" y="0"/>
                    <a:pt x="140196" y="0"/>
                  </a:cubicBezTo>
                  <a:lnTo>
                    <a:pt x="42745" y="0"/>
                  </a:lnTo>
                  <a:cubicBezTo>
                    <a:pt x="-11395" y="119649"/>
                    <a:pt x="-16268" y="265827"/>
                    <a:pt x="40579" y="381144"/>
                  </a:cubicBezTo>
                  <a:close/>
                </a:path>
              </a:pathLst>
            </a:custGeom>
            <a:solidFill>
              <a:srgbClr val="2DBECD"/>
            </a:solidFill>
            <a:ln w="54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pic>
        <p:nvPicPr>
          <p:cNvPr id="9" name="Grafik 8" hidden="1">
            <a:extLst>
              <a:ext uri="{FF2B5EF4-FFF2-40B4-BE49-F238E27FC236}">
                <a16:creationId xmlns:a16="http://schemas.microsoft.com/office/drawing/2014/main" id="{3FD31C80-D7F0-412F-9DB6-F4138CB52F9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961"/>
          <a:stretch/>
        </p:blipFill>
        <p:spPr>
          <a:xfrm>
            <a:off x="-1" y="1889124"/>
            <a:ext cx="5537599" cy="3842661"/>
          </a:xfrm>
          <a:prstGeom prst="rect">
            <a:avLst/>
          </a:prstGeom>
        </p:spPr>
      </p:pic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0E3ABA41-2A47-46B8-BBE2-808354FD803A}"/>
              </a:ext>
            </a:extLst>
          </p:cNvPr>
          <p:cNvGrpSpPr>
            <a:grpSpLocks noChangeAspect="1"/>
          </p:cNvGrpSpPr>
          <p:nvPr/>
        </p:nvGrpSpPr>
        <p:grpSpPr>
          <a:xfrm>
            <a:off x="7751396" y="6244167"/>
            <a:ext cx="4036573" cy="288000"/>
            <a:chOff x="7966969" y="6166994"/>
            <a:chExt cx="3486578" cy="248759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7DC6BBCA-8A9A-4CF8-9FDA-4C4EAF16C0A2}"/>
                </a:ext>
              </a:extLst>
            </p:cNvPr>
            <p:cNvSpPr/>
            <p:nvPr/>
          </p:nvSpPr>
          <p:spPr>
            <a:xfrm>
              <a:off x="7966969" y="6166994"/>
              <a:ext cx="769000" cy="248759"/>
            </a:xfrm>
            <a:custGeom>
              <a:avLst/>
              <a:gdLst>
                <a:gd name="connsiteX0" fmla="*/ 385623 w 769000"/>
                <a:gd name="connsiteY0" fmla="*/ 234975 h 248759"/>
                <a:gd name="connsiteX1" fmla="*/ 385623 w 769000"/>
                <a:gd name="connsiteY1" fmla="*/ 243147 h 248759"/>
                <a:gd name="connsiteX2" fmla="*/ 382929 w 769000"/>
                <a:gd name="connsiteY2" fmla="*/ 246470 h 248759"/>
                <a:gd name="connsiteX3" fmla="*/ 357379 w 769000"/>
                <a:gd name="connsiteY3" fmla="*/ 246425 h 248759"/>
                <a:gd name="connsiteX4" fmla="*/ 345211 w 769000"/>
                <a:gd name="connsiteY4" fmla="*/ 242159 h 248759"/>
                <a:gd name="connsiteX5" fmla="*/ 306460 w 769000"/>
                <a:gd name="connsiteY5" fmla="*/ 211581 h 248759"/>
                <a:gd name="connsiteX6" fmla="*/ 302104 w 769000"/>
                <a:gd name="connsiteY6" fmla="*/ 201118 h 248759"/>
                <a:gd name="connsiteX7" fmla="*/ 302104 w 769000"/>
                <a:gd name="connsiteY7" fmla="*/ 188546 h 248759"/>
                <a:gd name="connsiteX8" fmla="*/ 304125 w 769000"/>
                <a:gd name="connsiteY8" fmla="*/ 185313 h 248759"/>
                <a:gd name="connsiteX9" fmla="*/ 308256 w 769000"/>
                <a:gd name="connsiteY9" fmla="*/ 186480 h 248759"/>
                <a:gd name="connsiteX10" fmla="*/ 312881 w 769000"/>
                <a:gd name="connsiteY10" fmla="*/ 187917 h 248759"/>
                <a:gd name="connsiteX11" fmla="*/ 324645 w 769000"/>
                <a:gd name="connsiteY11" fmla="*/ 189893 h 248759"/>
                <a:gd name="connsiteX12" fmla="*/ 341035 w 769000"/>
                <a:gd name="connsiteY12" fmla="*/ 180643 h 248759"/>
                <a:gd name="connsiteX13" fmla="*/ 319931 w 769000"/>
                <a:gd name="connsiteY13" fmla="*/ 158686 h 248759"/>
                <a:gd name="connsiteX14" fmla="*/ 290699 w 769000"/>
                <a:gd name="connsiteY14" fmla="*/ 164568 h 248759"/>
                <a:gd name="connsiteX15" fmla="*/ 289801 w 769000"/>
                <a:gd name="connsiteY15" fmla="*/ 166678 h 248759"/>
                <a:gd name="connsiteX16" fmla="*/ 289397 w 769000"/>
                <a:gd name="connsiteY16" fmla="*/ 169866 h 248759"/>
                <a:gd name="connsiteX17" fmla="*/ 289397 w 769000"/>
                <a:gd name="connsiteY17" fmla="*/ 217957 h 248759"/>
                <a:gd name="connsiteX18" fmla="*/ 283784 w 769000"/>
                <a:gd name="connsiteY18" fmla="*/ 237759 h 248759"/>
                <a:gd name="connsiteX19" fmla="*/ 273726 w 769000"/>
                <a:gd name="connsiteY19" fmla="*/ 245303 h 248759"/>
                <a:gd name="connsiteX20" fmla="*/ 265554 w 769000"/>
                <a:gd name="connsiteY20" fmla="*/ 246425 h 248759"/>
                <a:gd name="connsiteX21" fmla="*/ 258908 w 769000"/>
                <a:gd name="connsiteY21" fmla="*/ 245527 h 248759"/>
                <a:gd name="connsiteX22" fmla="*/ 257785 w 769000"/>
                <a:gd name="connsiteY22" fmla="*/ 242608 h 248759"/>
                <a:gd name="connsiteX23" fmla="*/ 257785 w 769000"/>
                <a:gd name="connsiteY23" fmla="*/ 234706 h 248759"/>
                <a:gd name="connsiteX24" fmla="*/ 257785 w 769000"/>
                <a:gd name="connsiteY24" fmla="*/ 228644 h 248759"/>
                <a:gd name="connsiteX25" fmla="*/ 257785 w 769000"/>
                <a:gd name="connsiteY25" fmla="*/ 211042 h 248759"/>
                <a:gd name="connsiteX26" fmla="*/ 257785 w 769000"/>
                <a:gd name="connsiteY26" fmla="*/ 131564 h 248759"/>
                <a:gd name="connsiteX27" fmla="*/ 260345 w 769000"/>
                <a:gd name="connsiteY27" fmla="*/ 129005 h 248759"/>
                <a:gd name="connsiteX28" fmla="*/ 307762 w 769000"/>
                <a:gd name="connsiteY28" fmla="*/ 129005 h 248759"/>
                <a:gd name="connsiteX29" fmla="*/ 331426 w 769000"/>
                <a:gd name="connsiteY29" fmla="*/ 133001 h 248759"/>
                <a:gd name="connsiteX30" fmla="*/ 353203 w 769000"/>
                <a:gd name="connsiteY30" fmla="*/ 143913 h 248759"/>
                <a:gd name="connsiteX31" fmla="*/ 369009 w 769000"/>
                <a:gd name="connsiteY31" fmla="*/ 160122 h 248759"/>
                <a:gd name="connsiteX32" fmla="*/ 375116 w 769000"/>
                <a:gd name="connsiteY32" fmla="*/ 180014 h 248759"/>
                <a:gd name="connsiteX33" fmla="*/ 368695 w 769000"/>
                <a:gd name="connsiteY33" fmla="*/ 198290 h 248759"/>
                <a:gd name="connsiteX34" fmla="*/ 352305 w 769000"/>
                <a:gd name="connsiteY34" fmla="*/ 210368 h 248759"/>
                <a:gd name="connsiteX35" fmla="*/ 365327 w 769000"/>
                <a:gd name="connsiteY35" fmla="*/ 220606 h 248759"/>
                <a:gd name="connsiteX36" fmla="*/ 383737 w 769000"/>
                <a:gd name="connsiteY36" fmla="*/ 232011 h 248759"/>
                <a:gd name="connsiteX37" fmla="*/ 385623 w 769000"/>
                <a:gd name="connsiteY37" fmla="*/ 234975 h 248759"/>
                <a:gd name="connsiteX38" fmla="*/ 229227 w 769000"/>
                <a:gd name="connsiteY38" fmla="*/ 215981 h 248759"/>
                <a:gd name="connsiteX39" fmla="*/ 195191 w 769000"/>
                <a:gd name="connsiteY39" fmla="*/ 215981 h 248759"/>
                <a:gd name="connsiteX40" fmla="*/ 181631 w 769000"/>
                <a:gd name="connsiteY40" fmla="*/ 212883 h 248759"/>
                <a:gd name="connsiteX41" fmla="*/ 170719 w 769000"/>
                <a:gd name="connsiteY41" fmla="*/ 204576 h 248759"/>
                <a:gd name="connsiteX42" fmla="*/ 163445 w 769000"/>
                <a:gd name="connsiteY42" fmla="*/ 192632 h 248759"/>
                <a:gd name="connsiteX43" fmla="*/ 160796 w 769000"/>
                <a:gd name="connsiteY43" fmla="*/ 178712 h 248759"/>
                <a:gd name="connsiteX44" fmla="*/ 166050 w 769000"/>
                <a:gd name="connsiteY44" fmla="*/ 164433 h 248759"/>
                <a:gd name="connsiteX45" fmla="*/ 169732 w 769000"/>
                <a:gd name="connsiteY45" fmla="*/ 161739 h 248759"/>
                <a:gd name="connsiteX46" fmla="*/ 174626 w 769000"/>
                <a:gd name="connsiteY46" fmla="*/ 159943 h 248759"/>
                <a:gd name="connsiteX47" fmla="*/ 181271 w 769000"/>
                <a:gd name="connsiteY47" fmla="*/ 159179 h 248759"/>
                <a:gd name="connsiteX48" fmla="*/ 187872 w 769000"/>
                <a:gd name="connsiteY48" fmla="*/ 159943 h 248759"/>
                <a:gd name="connsiteX49" fmla="*/ 199143 w 769000"/>
                <a:gd name="connsiteY49" fmla="*/ 164568 h 248759"/>
                <a:gd name="connsiteX50" fmla="*/ 213871 w 769000"/>
                <a:gd name="connsiteY50" fmla="*/ 177949 h 248759"/>
                <a:gd name="connsiteX51" fmla="*/ 178443 w 769000"/>
                <a:gd name="connsiteY51" fmla="*/ 177949 h 248759"/>
                <a:gd name="connsiteX52" fmla="*/ 175255 w 769000"/>
                <a:gd name="connsiteY52" fmla="*/ 180733 h 248759"/>
                <a:gd name="connsiteX53" fmla="*/ 177275 w 769000"/>
                <a:gd name="connsiteY53" fmla="*/ 189758 h 248759"/>
                <a:gd name="connsiteX54" fmla="*/ 199502 w 769000"/>
                <a:gd name="connsiteY54" fmla="*/ 203139 h 248759"/>
                <a:gd name="connsiteX55" fmla="*/ 232505 w 769000"/>
                <a:gd name="connsiteY55" fmla="*/ 203139 h 248759"/>
                <a:gd name="connsiteX56" fmla="*/ 244494 w 769000"/>
                <a:gd name="connsiteY56" fmla="*/ 198559 h 248759"/>
                <a:gd name="connsiteX57" fmla="*/ 247323 w 769000"/>
                <a:gd name="connsiteY57" fmla="*/ 188725 h 248759"/>
                <a:gd name="connsiteX58" fmla="*/ 241980 w 769000"/>
                <a:gd name="connsiteY58" fmla="*/ 168250 h 248759"/>
                <a:gd name="connsiteX59" fmla="*/ 227521 w 769000"/>
                <a:gd name="connsiteY59" fmla="*/ 148807 h 248759"/>
                <a:gd name="connsiteX60" fmla="*/ 206327 w 769000"/>
                <a:gd name="connsiteY60" fmla="*/ 134573 h 248759"/>
                <a:gd name="connsiteX61" fmla="*/ 181047 w 769000"/>
                <a:gd name="connsiteY61" fmla="*/ 129050 h 248759"/>
                <a:gd name="connsiteX62" fmla="*/ 132462 w 769000"/>
                <a:gd name="connsiteY62" fmla="*/ 129050 h 248759"/>
                <a:gd name="connsiteX63" fmla="*/ 129903 w 769000"/>
                <a:gd name="connsiteY63" fmla="*/ 131609 h 248759"/>
                <a:gd name="connsiteX64" fmla="*/ 129903 w 769000"/>
                <a:gd name="connsiteY64" fmla="*/ 179880 h 248759"/>
                <a:gd name="connsiteX65" fmla="*/ 135157 w 769000"/>
                <a:gd name="connsiteY65" fmla="*/ 205519 h 248759"/>
                <a:gd name="connsiteX66" fmla="*/ 149391 w 769000"/>
                <a:gd name="connsiteY66" fmla="*/ 226668 h 248759"/>
                <a:gd name="connsiteX67" fmla="*/ 170315 w 769000"/>
                <a:gd name="connsiteY67" fmla="*/ 241037 h 248759"/>
                <a:gd name="connsiteX68" fmla="*/ 195999 w 769000"/>
                <a:gd name="connsiteY68" fmla="*/ 246470 h 248759"/>
                <a:gd name="connsiteX69" fmla="*/ 244674 w 769000"/>
                <a:gd name="connsiteY69" fmla="*/ 246470 h 248759"/>
                <a:gd name="connsiteX70" fmla="*/ 247233 w 769000"/>
                <a:gd name="connsiteY70" fmla="*/ 243911 h 248759"/>
                <a:gd name="connsiteX71" fmla="*/ 247233 w 769000"/>
                <a:gd name="connsiteY71" fmla="*/ 234122 h 248759"/>
                <a:gd name="connsiteX72" fmla="*/ 242429 w 769000"/>
                <a:gd name="connsiteY72" fmla="*/ 220786 h 248759"/>
                <a:gd name="connsiteX73" fmla="*/ 229227 w 769000"/>
                <a:gd name="connsiteY73" fmla="*/ 215981 h 248759"/>
                <a:gd name="connsiteX74" fmla="*/ 108170 w 769000"/>
                <a:gd name="connsiteY74" fmla="*/ 73505 h 248759"/>
                <a:gd name="connsiteX75" fmla="*/ 111403 w 769000"/>
                <a:gd name="connsiteY75" fmla="*/ 70721 h 248759"/>
                <a:gd name="connsiteX76" fmla="*/ 111403 w 769000"/>
                <a:gd name="connsiteY76" fmla="*/ 61292 h 248759"/>
                <a:gd name="connsiteX77" fmla="*/ 106554 w 769000"/>
                <a:gd name="connsiteY77" fmla="*/ 47911 h 248759"/>
                <a:gd name="connsiteX78" fmla="*/ 93173 w 769000"/>
                <a:gd name="connsiteY78" fmla="*/ 43106 h 248759"/>
                <a:gd name="connsiteX79" fmla="*/ 35832 w 769000"/>
                <a:gd name="connsiteY79" fmla="*/ 43106 h 248759"/>
                <a:gd name="connsiteX80" fmla="*/ 41714 w 769000"/>
                <a:gd name="connsiteY80" fmla="*/ 33901 h 248759"/>
                <a:gd name="connsiteX81" fmla="*/ 53569 w 769000"/>
                <a:gd name="connsiteY81" fmla="*/ 30444 h 248759"/>
                <a:gd name="connsiteX82" fmla="*/ 115040 w 769000"/>
                <a:gd name="connsiteY82" fmla="*/ 30444 h 248759"/>
                <a:gd name="connsiteX83" fmla="*/ 118273 w 769000"/>
                <a:gd name="connsiteY83" fmla="*/ 27660 h 248759"/>
                <a:gd name="connsiteX84" fmla="*/ 118273 w 769000"/>
                <a:gd name="connsiteY84" fmla="*/ 18230 h 248759"/>
                <a:gd name="connsiteX85" fmla="*/ 113424 w 769000"/>
                <a:gd name="connsiteY85" fmla="*/ 4894 h 248759"/>
                <a:gd name="connsiteX86" fmla="*/ 100043 w 769000"/>
                <a:gd name="connsiteY86" fmla="*/ 45 h 248759"/>
                <a:gd name="connsiteX87" fmla="*/ 5882 w 769000"/>
                <a:gd name="connsiteY87" fmla="*/ 45 h 248759"/>
                <a:gd name="connsiteX88" fmla="*/ 3098 w 769000"/>
                <a:gd name="connsiteY88" fmla="*/ 3278 h 248759"/>
                <a:gd name="connsiteX89" fmla="*/ 3098 w 769000"/>
                <a:gd name="connsiteY89" fmla="*/ 67039 h 248759"/>
                <a:gd name="connsiteX90" fmla="*/ 7005 w 769000"/>
                <a:gd name="connsiteY90" fmla="*/ 87201 h 248759"/>
                <a:gd name="connsiteX91" fmla="*/ 17961 w 769000"/>
                <a:gd name="connsiteY91" fmla="*/ 103231 h 248759"/>
                <a:gd name="connsiteX92" fmla="*/ 34755 w 769000"/>
                <a:gd name="connsiteY92" fmla="*/ 113693 h 248759"/>
                <a:gd name="connsiteX93" fmla="*/ 56038 w 769000"/>
                <a:gd name="connsiteY93" fmla="*/ 117510 h 248759"/>
                <a:gd name="connsiteX94" fmla="*/ 117285 w 769000"/>
                <a:gd name="connsiteY94" fmla="*/ 117510 h 248759"/>
                <a:gd name="connsiteX95" fmla="*/ 120473 w 769000"/>
                <a:gd name="connsiteY95" fmla="*/ 114771 h 248759"/>
                <a:gd name="connsiteX96" fmla="*/ 120473 w 769000"/>
                <a:gd name="connsiteY96" fmla="*/ 105341 h 248759"/>
                <a:gd name="connsiteX97" fmla="*/ 115669 w 769000"/>
                <a:gd name="connsiteY97" fmla="*/ 91960 h 248759"/>
                <a:gd name="connsiteX98" fmla="*/ 102288 w 769000"/>
                <a:gd name="connsiteY98" fmla="*/ 87111 h 248759"/>
                <a:gd name="connsiteX99" fmla="*/ 53928 w 769000"/>
                <a:gd name="connsiteY99" fmla="*/ 87111 h 248759"/>
                <a:gd name="connsiteX100" fmla="*/ 42163 w 769000"/>
                <a:gd name="connsiteY100" fmla="*/ 83294 h 248759"/>
                <a:gd name="connsiteX101" fmla="*/ 35742 w 769000"/>
                <a:gd name="connsiteY101" fmla="*/ 73505 h 248759"/>
                <a:gd name="connsiteX102" fmla="*/ 108170 w 769000"/>
                <a:gd name="connsiteY102" fmla="*/ 73505 h 248759"/>
                <a:gd name="connsiteX103" fmla="*/ 461059 w 769000"/>
                <a:gd name="connsiteY103" fmla="*/ 117465 h 248759"/>
                <a:gd name="connsiteX104" fmla="*/ 499136 w 769000"/>
                <a:gd name="connsiteY104" fmla="*/ 104937 h 248759"/>
                <a:gd name="connsiteX105" fmla="*/ 512877 w 769000"/>
                <a:gd name="connsiteY105" fmla="*/ 67982 h 248759"/>
                <a:gd name="connsiteX106" fmla="*/ 506994 w 769000"/>
                <a:gd name="connsiteY106" fmla="*/ 41490 h 248759"/>
                <a:gd name="connsiteX107" fmla="*/ 491323 w 769000"/>
                <a:gd name="connsiteY107" fmla="*/ 19847 h 248759"/>
                <a:gd name="connsiteX108" fmla="*/ 468872 w 769000"/>
                <a:gd name="connsiteY108" fmla="*/ 5343 h 248759"/>
                <a:gd name="connsiteX109" fmla="*/ 442649 w 769000"/>
                <a:gd name="connsiteY109" fmla="*/ 45 h 248759"/>
                <a:gd name="connsiteX110" fmla="*/ 395906 w 769000"/>
                <a:gd name="connsiteY110" fmla="*/ 45 h 248759"/>
                <a:gd name="connsiteX111" fmla="*/ 393122 w 769000"/>
                <a:gd name="connsiteY111" fmla="*/ 3233 h 248759"/>
                <a:gd name="connsiteX112" fmla="*/ 393122 w 769000"/>
                <a:gd name="connsiteY112" fmla="*/ 99279 h 248759"/>
                <a:gd name="connsiteX113" fmla="*/ 397971 w 769000"/>
                <a:gd name="connsiteY113" fmla="*/ 112616 h 248759"/>
                <a:gd name="connsiteX114" fmla="*/ 411352 w 769000"/>
                <a:gd name="connsiteY114" fmla="*/ 117465 h 248759"/>
                <a:gd name="connsiteX115" fmla="*/ 461059 w 769000"/>
                <a:gd name="connsiteY115" fmla="*/ 117465 h 248759"/>
                <a:gd name="connsiteX116" fmla="*/ 456120 w 769000"/>
                <a:gd name="connsiteY116" fmla="*/ 33767 h 248759"/>
                <a:gd name="connsiteX117" fmla="*/ 468333 w 769000"/>
                <a:gd name="connsiteY117" fmla="*/ 42612 h 248759"/>
                <a:gd name="connsiteX118" fmla="*/ 477179 w 769000"/>
                <a:gd name="connsiteY118" fmla="*/ 55051 h 248759"/>
                <a:gd name="connsiteX119" fmla="*/ 480637 w 769000"/>
                <a:gd name="connsiteY119" fmla="*/ 69105 h 248759"/>
                <a:gd name="connsiteX120" fmla="*/ 474979 w 769000"/>
                <a:gd name="connsiteY120" fmla="*/ 82351 h 248759"/>
                <a:gd name="connsiteX121" fmla="*/ 461284 w 769000"/>
                <a:gd name="connsiteY121" fmla="*/ 87066 h 248759"/>
                <a:gd name="connsiteX122" fmla="*/ 425362 w 769000"/>
                <a:gd name="connsiteY122" fmla="*/ 87066 h 248759"/>
                <a:gd name="connsiteX123" fmla="*/ 425362 w 769000"/>
                <a:gd name="connsiteY123" fmla="*/ 49752 h 248759"/>
                <a:gd name="connsiteX124" fmla="*/ 429852 w 769000"/>
                <a:gd name="connsiteY124" fmla="*/ 35832 h 248759"/>
                <a:gd name="connsiteX125" fmla="*/ 442380 w 769000"/>
                <a:gd name="connsiteY125" fmla="*/ 30399 h 248759"/>
                <a:gd name="connsiteX126" fmla="*/ 456120 w 769000"/>
                <a:gd name="connsiteY126" fmla="*/ 33767 h 248759"/>
                <a:gd name="connsiteX127" fmla="*/ 74942 w 769000"/>
                <a:gd name="connsiteY127" fmla="*/ 158371 h 248759"/>
                <a:gd name="connsiteX128" fmla="*/ 89132 w 769000"/>
                <a:gd name="connsiteY128" fmla="*/ 164029 h 248759"/>
                <a:gd name="connsiteX129" fmla="*/ 93622 w 769000"/>
                <a:gd name="connsiteY129" fmla="*/ 166319 h 248759"/>
                <a:gd name="connsiteX130" fmla="*/ 96989 w 769000"/>
                <a:gd name="connsiteY130" fmla="*/ 166768 h 248759"/>
                <a:gd name="connsiteX131" fmla="*/ 105745 w 769000"/>
                <a:gd name="connsiteY131" fmla="*/ 162143 h 248759"/>
                <a:gd name="connsiteX132" fmla="*/ 117510 w 769000"/>
                <a:gd name="connsiteY132" fmla="*/ 149930 h 248759"/>
                <a:gd name="connsiteX133" fmla="*/ 118183 w 769000"/>
                <a:gd name="connsiteY133" fmla="*/ 148313 h 248759"/>
                <a:gd name="connsiteX134" fmla="*/ 116791 w 769000"/>
                <a:gd name="connsiteY134" fmla="*/ 145799 h 248759"/>
                <a:gd name="connsiteX135" fmla="*/ 91107 w 769000"/>
                <a:gd name="connsiteY135" fmla="*/ 131744 h 248759"/>
                <a:gd name="connsiteX136" fmla="*/ 57834 w 769000"/>
                <a:gd name="connsiteY136" fmla="*/ 126670 h 248759"/>
                <a:gd name="connsiteX137" fmla="*/ 37224 w 769000"/>
                <a:gd name="connsiteY137" fmla="*/ 128736 h 248759"/>
                <a:gd name="connsiteX138" fmla="*/ 19847 w 769000"/>
                <a:gd name="connsiteY138" fmla="*/ 135202 h 248759"/>
                <a:gd name="connsiteX139" fmla="*/ 7768 w 769000"/>
                <a:gd name="connsiteY139" fmla="*/ 146607 h 248759"/>
                <a:gd name="connsiteX140" fmla="*/ 3278 w 769000"/>
                <a:gd name="connsiteY140" fmla="*/ 163535 h 248759"/>
                <a:gd name="connsiteX141" fmla="*/ 7184 w 769000"/>
                <a:gd name="connsiteY141" fmla="*/ 178488 h 248759"/>
                <a:gd name="connsiteX142" fmla="*/ 17961 w 769000"/>
                <a:gd name="connsiteY142" fmla="*/ 189085 h 248759"/>
                <a:gd name="connsiteX143" fmla="*/ 34306 w 769000"/>
                <a:gd name="connsiteY143" fmla="*/ 196089 h 248759"/>
                <a:gd name="connsiteX144" fmla="*/ 54826 w 769000"/>
                <a:gd name="connsiteY144" fmla="*/ 200355 h 248759"/>
                <a:gd name="connsiteX145" fmla="*/ 67938 w 769000"/>
                <a:gd name="connsiteY145" fmla="*/ 202555 h 248759"/>
                <a:gd name="connsiteX146" fmla="*/ 75975 w 769000"/>
                <a:gd name="connsiteY146" fmla="*/ 204621 h 248759"/>
                <a:gd name="connsiteX147" fmla="*/ 80016 w 769000"/>
                <a:gd name="connsiteY147" fmla="*/ 206911 h 248759"/>
                <a:gd name="connsiteX148" fmla="*/ 81049 w 769000"/>
                <a:gd name="connsiteY148" fmla="*/ 210009 h 248759"/>
                <a:gd name="connsiteX149" fmla="*/ 76559 w 769000"/>
                <a:gd name="connsiteY149" fmla="*/ 215173 h 248759"/>
                <a:gd name="connsiteX150" fmla="*/ 64705 w 769000"/>
                <a:gd name="connsiteY150" fmla="*/ 216700 h 248759"/>
                <a:gd name="connsiteX151" fmla="*/ 43960 w 769000"/>
                <a:gd name="connsiteY151" fmla="*/ 214634 h 248759"/>
                <a:gd name="connsiteX152" fmla="*/ 29232 w 769000"/>
                <a:gd name="connsiteY152" fmla="*/ 208887 h 248759"/>
                <a:gd name="connsiteX153" fmla="*/ 24741 w 769000"/>
                <a:gd name="connsiteY153" fmla="*/ 206597 h 248759"/>
                <a:gd name="connsiteX154" fmla="*/ 21374 w 769000"/>
                <a:gd name="connsiteY154" fmla="*/ 206148 h 248759"/>
                <a:gd name="connsiteX155" fmla="*/ 12663 w 769000"/>
                <a:gd name="connsiteY155" fmla="*/ 210772 h 248759"/>
                <a:gd name="connsiteX156" fmla="*/ 674 w 769000"/>
                <a:gd name="connsiteY156" fmla="*/ 223211 h 248759"/>
                <a:gd name="connsiteX157" fmla="*/ 0 w 769000"/>
                <a:gd name="connsiteY157" fmla="*/ 224827 h 248759"/>
                <a:gd name="connsiteX158" fmla="*/ 1392 w 769000"/>
                <a:gd name="connsiteY158" fmla="*/ 227386 h 248759"/>
                <a:gd name="connsiteX159" fmla="*/ 12573 w 769000"/>
                <a:gd name="connsiteY159" fmla="*/ 235334 h 248759"/>
                <a:gd name="connsiteX160" fmla="*/ 27974 w 769000"/>
                <a:gd name="connsiteY160" fmla="*/ 241306 h 248759"/>
                <a:gd name="connsiteX161" fmla="*/ 46744 w 769000"/>
                <a:gd name="connsiteY161" fmla="*/ 245123 h 248759"/>
                <a:gd name="connsiteX162" fmla="*/ 67938 w 769000"/>
                <a:gd name="connsiteY162" fmla="*/ 246515 h 248759"/>
                <a:gd name="connsiteX163" fmla="*/ 116522 w 769000"/>
                <a:gd name="connsiteY163" fmla="*/ 246515 h 248759"/>
                <a:gd name="connsiteX164" fmla="*/ 118139 w 769000"/>
                <a:gd name="connsiteY164" fmla="*/ 245572 h 248759"/>
                <a:gd name="connsiteX165" fmla="*/ 118363 w 769000"/>
                <a:gd name="connsiteY165" fmla="*/ 244405 h 248759"/>
                <a:gd name="connsiteX166" fmla="*/ 118363 w 769000"/>
                <a:gd name="connsiteY166" fmla="*/ 217463 h 248759"/>
                <a:gd name="connsiteX167" fmla="*/ 115624 w 769000"/>
                <a:gd name="connsiteY167" fmla="*/ 197975 h 248759"/>
                <a:gd name="connsiteX168" fmla="*/ 107811 w 769000"/>
                <a:gd name="connsiteY168" fmla="*/ 185447 h 248759"/>
                <a:gd name="connsiteX169" fmla="*/ 95508 w 769000"/>
                <a:gd name="connsiteY169" fmla="*/ 178083 h 248759"/>
                <a:gd name="connsiteX170" fmla="*/ 79253 w 769000"/>
                <a:gd name="connsiteY170" fmla="*/ 174177 h 248759"/>
                <a:gd name="connsiteX171" fmla="*/ 49752 w 769000"/>
                <a:gd name="connsiteY171" fmla="*/ 169103 h 248759"/>
                <a:gd name="connsiteX172" fmla="*/ 38930 w 769000"/>
                <a:gd name="connsiteY172" fmla="*/ 162412 h 248759"/>
                <a:gd name="connsiteX173" fmla="*/ 56443 w 769000"/>
                <a:gd name="connsiteY173" fmla="*/ 156216 h 248759"/>
                <a:gd name="connsiteX174" fmla="*/ 74942 w 769000"/>
                <a:gd name="connsiteY174" fmla="*/ 158371 h 248759"/>
                <a:gd name="connsiteX175" fmla="*/ 388362 w 769000"/>
                <a:gd name="connsiteY175" fmla="*/ 129005 h 248759"/>
                <a:gd name="connsiteX176" fmla="*/ 385578 w 769000"/>
                <a:gd name="connsiteY176" fmla="*/ 132238 h 248759"/>
                <a:gd name="connsiteX177" fmla="*/ 385578 w 769000"/>
                <a:gd name="connsiteY177" fmla="*/ 179924 h 248759"/>
                <a:gd name="connsiteX178" fmla="*/ 391325 w 769000"/>
                <a:gd name="connsiteY178" fmla="*/ 206148 h 248759"/>
                <a:gd name="connsiteX179" fmla="*/ 406637 w 769000"/>
                <a:gd name="connsiteY179" fmla="*/ 228150 h 248759"/>
                <a:gd name="connsiteX180" fmla="*/ 428640 w 769000"/>
                <a:gd name="connsiteY180" fmla="*/ 243237 h 248759"/>
                <a:gd name="connsiteX181" fmla="*/ 454414 w 769000"/>
                <a:gd name="connsiteY181" fmla="*/ 248760 h 248759"/>
                <a:gd name="connsiteX182" fmla="*/ 475248 w 769000"/>
                <a:gd name="connsiteY182" fmla="*/ 245078 h 248759"/>
                <a:gd name="connsiteX183" fmla="*/ 491234 w 769000"/>
                <a:gd name="connsiteY183" fmla="*/ 234706 h 248759"/>
                <a:gd name="connsiteX184" fmla="*/ 501606 w 769000"/>
                <a:gd name="connsiteY184" fmla="*/ 218720 h 248759"/>
                <a:gd name="connsiteX185" fmla="*/ 505288 w 769000"/>
                <a:gd name="connsiteY185" fmla="*/ 197885 h 248759"/>
                <a:gd name="connsiteX186" fmla="*/ 499496 w 769000"/>
                <a:gd name="connsiteY186" fmla="*/ 171617 h 248759"/>
                <a:gd name="connsiteX187" fmla="*/ 484184 w 769000"/>
                <a:gd name="connsiteY187" fmla="*/ 149615 h 248759"/>
                <a:gd name="connsiteX188" fmla="*/ 462182 w 769000"/>
                <a:gd name="connsiteY188" fmla="*/ 134528 h 248759"/>
                <a:gd name="connsiteX189" fmla="*/ 436408 w 769000"/>
                <a:gd name="connsiteY189" fmla="*/ 129005 h 248759"/>
                <a:gd name="connsiteX190" fmla="*/ 388362 w 769000"/>
                <a:gd name="connsiteY190" fmla="*/ 129005 h 248759"/>
                <a:gd name="connsiteX191" fmla="*/ 423116 w 769000"/>
                <a:gd name="connsiteY191" fmla="*/ 164972 h 248759"/>
                <a:gd name="connsiteX192" fmla="*/ 436722 w 769000"/>
                <a:gd name="connsiteY192" fmla="*/ 159449 h 248759"/>
                <a:gd name="connsiteX193" fmla="*/ 449609 w 769000"/>
                <a:gd name="connsiteY193" fmla="*/ 163041 h 248759"/>
                <a:gd name="connsiteX194" fmla="*/ 461239 w 769000"/>
                <a:gd name="connsiteY194" fmla="*/ 172246 h 248759"/>
                <a:gd name="connsiteX195" fmla="*/ 469725 w 769000"/>
                <a:gd name="connsiteY195" fmla="*/ 184774 h 248759"/>
                <a:gd name="connsiteX196" fmla="*/ 473093 w 769000"/>
                <a:gd name="connsiteY196" fmla="*/ 198604 h 248759"/>
                <a:gd name="connsiteX197" fmla="*/ 467884 w 769000"/>
                <a:gd name="connsiteY197" fmla="*/ 212883 h 248759"/>
                <a:gd name="connsiteX198" fmla="*/ 454189 w 769000"/>
                <a:gd name="connsiteY198" fmla="*/ 218406 h 248759"/>
                <a:gd name="connsiteX199" fmla="*/ 441302 w 769000"/>
                <a:gd name="connsiteY199" fmla="*/ 214814 h 248759"/>
                <a:gd name="connsiteX200" fmla="*/ 429672 w 769000"/>
                <a:gd name="connsiteY200" fmla="*/ 205609 h 248759"/>
                <a:gd name="connsiteX201" fmla="*/ 421186 w 769000"/>
                <a:gd name="connsiteY201" fmla="*/ 193036 h 248759"/>
                <a:gd name="connsiteX202" fmla="*/ 417818 w 769000"/>
                <a:gd name="connsiteY202" fmla="*/ 179206 h 248759"/>
                <a:gd name="connsiteX203" fmla="*/ 423116 w 769000"/>
                <a:gd name="connsiteY203" fmla="*/ 164972 h 248759"/>
                <a:gd name="connsiteX204" fmla="*/ 546868 w 769000"/>
                <a:gd name="connsiteY204" fmla="*/ 134348 h 248759"/>
                <a:gd name="connsiteX205" fmla="*/ 534205 w 769000"/>
                <a:gd name="connsiteY205" fmla="*/ 129050 h 248759"/>
                <a:gd name="connsiteX206" fmla="*/ 519702 w 769000"/>
                <a:gd name="connsiteY206" fmla="*/ 129050 h 248759"/>
                <a:gd name="connsiteX207" fmla="*/ 516963 w 769000"/>
                <a:gd name="connsiteY207" fmla="*/ 132283 h 248759"/>
                <a:gd name="connsiteX208" fmla="*/ 516963 w 769000"/>
                <a:gd name="connsiteY208" fmla="*/ 228284 h 248759"/>
                <a:gd name="connsiteX209" fmla="*/ 521767 w 769000"/>
                <a:gd name="connsiteY209" fmla="*/ 241620 h 248759"/>
                <a:gd name="connsiteX210" fmla="*/ 535148 w 769000"/>
                <a:gd name="connsiteY210" fmla="*/ 246470 h 248759"/>
                <a:gd name="connsiteX211" fmla="*/ 546419 w 769000"/>
                <a:gd name="connsiteY211" fmla="*/ 246470 h 248759"/>
                <a:gd name="connsiteX212" fmla="*/ 549158 w 769000"/>
                <a:gd name="connsiteY212" fmla="*/ 243237 h 248759"/>
                <a:gd name="connsiteX213" fmla="*/ 549158 w 769000"/>
                <a:gd name="connsiteY213" fmla="*/ 180823 h 248759"/>
                <a:gd name="connsiteX214" fmla="*/ 605331 w 769000"/>
                <a:gd name="connsiteY214" fmla="*/ 241172 h 248759"/>
                <a:gd name="connsiteX215" fmla="*/ 617993 w 769000"/>
                <a:gd name="connsiteY215" fmla="*/ 246470 h 248759"/>
                <a:gd name="connsiteX216" fmla="*/ 631599 w 769000"/>
                <a:gd name="connsiteY216" fmla="*/ 246470 h 248759"/>
                <a:gd name="connsiteX217" fmla="*/ 634383 w 769000"/>
                <a:gd name="connsiteY217" fmla="*/ 243237 h 248759"/>
                <a:gd name="connsiteX218" fmla="*/ 634383 w 769000"/>
                <a:gd name="connsiteY218" fmla="*/ 147235 h 248759"/>
                <a:gd name="connsiteX219" fmla="*/ 629533 w 769000"/>
                <a:gd name="connsiteY219" fmla="*/ 133854 h 248759"/>
                <a:gd name="connsiteX220" fmla="*/ 616152 w 769000"/>
                <a:gd name="connsiteY220" fmla="*/ 129005 h 248759"/>
                <a:gd name="connsiteX221" fmla="*/ 604837 w 769000"/>
                <a:gd name="connsiteY221" fmla="*/ 129005 h 248759"/>
                <a:gd name="connsiteX222" fmla="*/ 602098 w 769000"/>
                <a:gd name="connsiteY222" fmla="*/ 132238 h 248759"/>
                <a:gd name="connsiteX223" fmla="*/ 602098 w 769000"/>
                <a:gd name="connsiteY223" fmla="*/ 168384 h 248759"/>
                <a:gd name="connsiteX224" fmla="*/ 599898 w 769000"/>
                <a:gd name="connsiteY224" fmla="*/ 175883 h 248759"/>
                <a:gd name="connsiteX225" fmla="*/ 593342 w 769000"/>
                <a:gd name="connsiteY225" fmla="*/ 178757 h 248759"/>
                <a:gd name="connsiteX226" fmla="*/ 583643 w 769000"/>
                <a:gd name="connsiteY226" fmla="*/ 173907 h 248759"/>
                <a:gd name="connsiteX227" fmla="*/ 546868 w 769000"/>
                <a:gd name="connsiteY227" fmla="*/ 134348 h 248759"/>
                <a:gd name="connsiteX228" fmla="*/ 652074 w 769000"/>
                <a:gd name="connsiteY228" fmla="*/ 129005 h 248759"/>
                <a:gd name="connsiteX229" fmla="*/ 649291 w 769000"/>
                <a:gd name="connsiteY229" fmla="*/ 132238 h 248759"/>
                <a:gd name="connsiteX230" fmla="*/ 649291 w 769000"/>
                <a:gd name="connsiteY230" fmla="*/ 179924 h 248759"/>
                <a:gd name="connsiteX231" fmla="*/ 655038 w 769000"/>
                <a:gd name="connsiteY231" fmla="*/ 206148 h 248759"/>
                <a:gd name="connsiteX232" fmla="*/ 670350 w 769000"/>
                <a:gd name="connsiteY232" fmla="*/ 228150 h 248759"/>
                <a:gd name="connsiteX233" fmla="*/ 692352 w 769000"/>
                <a:gd name="connsiteY233" fmla="*/ 243237 h 248759"/>
                <a:gd name="connsiteX234" fmla="*/ 718126 w 769000"/>
                <a:gd name="connsiteY234" fmla="*/ 248760 h 248759"/>
                <a:gd name="connsiteX235" fmla="*/ 738961 w 769000"/>
                <a:gd name="connsiteY235" fmla="*/ 245078 h 248759"/>
                <a:gd name="connsiteX236" fmla="*/ 754946 w 769000"/>
                <a:gd name="connsiteY236" fmla="*/ 234706 h 248759"/>
                <a:gd name="connsiteX237" fmla="*/ 765319 w 769000"/>
                <a:gd name="connsiteY237" fmla="*/ 218720 h 248759"/>
                <a:gd name="connsiteX238" fmla="*/ 769001 w 769000"/>
                <a:gd name="connsiteY238" fmla="*/ 197885 h 248759"/>
                <a:gd name="connsiteX239" fmla="*/ 763253 w 769000"/>
                <a:gd name="connsiteY239" fmla="*/ 171617 h 248759"/>
                <a:gd name="connsiteX240" fmla="*/ 747941 w 769000"/>
                <a:gd name="connsiteY240" fmla="*/ 149615 h 248759"/>
                <a:gd name="connsiteX241" fmla="*/ 725939 w 769000"/>
                <a:gd name="connsiteY241" fmla="*/ 134528 h 248759"/>
                <a:gd name="connsiteX242" fmla="*/ 700165 w 769000"/>
                <a:gd name="connsiteY242" fmla="*/ 129005 h 248759"/>
                <a:gd name="connsiteX243" fmla="*/ 652074 w 769000"/>
                <a:gd name="connsiteY243" fmla="*/ 129005 h 248759"/>
                <a:gd name="connsiteX244" fmla="*/ 686829 w 769000"/>
                <a:gd name="connsiteY244" fmla="*/ 164972 h 248759"/>
                <a:gd name="connsiteX245" fmla="*/ 700434 w 769000"/>
                <a:gd name="connsiteY245" fmla="*/ 159449 h 248759"/>
                <a:gd name="connsiteX246" fmla="*/ 713321 w 769000"/>
                <a:gd name="connsiteY246" fmla="*/ 163041 h 248759"/>
                <a:gd name="connsiteX247" fmla="*/ 724951 w 769000"/>
                <a:gd name="connsiteY247" fmla="*/ 172246 h 248759"/>
                <a:gd name="connsiteX248" fmla="*/ 733483 w 769000"/>
                <a:gd name="connsiteY248" fmla="*/ 184774 h 248759"/>
                <a:gd name="connsiteX249" fmla="*/ 736806 w 769000"/>
                <a:gd name="connsiteY249" fmla="*/ 198604 h 248759"/>
                <a:gd name="connsiteX250" fmla="*/ 731597 w 769000"/>
                <a:gd name="connsiteY250" fmla="*/ 212883 h 248759"/>
                <a:gd name="connsiteX251" fmla="*/ 717902 w 769000"/>
                <a:gd name="connsiteY251" fmla="*/ 218406 h 248759"/>
                <a:gd name="connsiteX252" fmla="*/ 705015 w 769000"/>
                <a:gd name="connsiteY252" fmla="*/ 214814 h 248759"/>
                <a:gd name="connsiteX253" fmla="*/ 693385 w 769000"/>
                <a:gd name="connsiteY253" fmla="*/ 205609 h 248759"/>
                <a:gd name="connsiteX254" fmla="*/ 684898 w 769000"/>
                <a:gd name="connsiteY254" fmla="*/ 193036 h 248759"/>
                <a:gd name="connsiteX255" fmla="*/ 681531 w 769000"/>
                <a:gd name="connsiteY255" fmla="*/ 179206 h 248759"/>
                <a:gd name="connsiteX256" fmla="*/ 686829 w 769000"/>
                <a:gd name="connsiteY256" fmla="*/ 164972 h 248759"/>
                <a:gd name="connsiteX257" fmla="*/ 378304 w 769000"/>
                <a:gd name="connsiteY257" fmla="*/ 17332 h 248759"/>
                <a:gd name="connsiteX258" fmla="*/ 361016 w 769000"/>
                <a:gd name="connsiteY258" fmla="*/ 45 h 248759"/>
                <a:gd name="connsiteX259" fmla="*/ 342741 w 769000"/>
                <a:gd name="connsiteY259" fmla="*/ 45 h 248759"/>
                <a:gd name="connsiteX260" fmla="*/ 340406 w 769000"/>
                <a:gd name="connsiteY260" fmla="*/ 988 h 248759"/>
                <a:gd name="connsiteX261" fmla="*/ 303721 w 769000"/>
                <a:gd name="connsiteY261" fmla="*/ 35383 h 248759"/>
                <a:gd name="connsiteX262" fmla="*/ 255675 w 769000"/>
                <a:gd name="connsiteY262" fmla="*/ 53793 h 248759"/>
                <a:gd name="connsiteX263" fmla="*/ 206103 w 769000"/>
                <a:gd name="connsiteY263" fmla="*/ 33901 h 248759"/>
                <a:gd name="connsiteX264" fmla="*/ 178892 w 769000"/>
                <a:gd name="connsiteY264" fmla="*/ 8352 h 248759"/>
                <a:gd name="connsiteX265" fmla="*/ 158416 w 769000"/>
                <a:gd name="connsiteY265" fmla="*/ 0 h 248759"/>
                <a:gd name="connsiteX266" fmla="*/ 136549 w 769000"/>
                <a:gd name="connsiteY266" fmla="*/ 0 h 248759"/>
                <a:gd name="connsiteX267" fmla="*/ 133091 w 769000"/>
                <a:gd name="connsiteY267" fmla="*/ 3458 h 248759"/>
                <a:gd name="connsiteX268" fmla="*/ 133091 w 769000"/>
                <a:gd name="connsiteY268" fmla="*/ 100178 h 248759"/>
                <a:gd name="connsiteX269" fmla="*/ 150379 w 769000"/>
                <a:gd name="connsiteY269" fmla="*/ 117465 h 248759"/>
                <a:gd name="connsiteX270" fmla="*/ 157069 w 769000"/>
                <a:gd name="connsiteY270" fmla="*/ 117465 h 248759"/>
                <a:gd name="connsiteX271" fmla="*/ 161604 w 769000"/>
                <a:gd name="connsiteY271" fmla="*/ 117465 h 248759"/>
                <a:gd name="connsiteX272" fmla="*/ 165062 w 769000"/>
                <a:gd name="connsiteY272" fmla="*/ 114008 h 248759"/>
                <a:gd name="connsiteX273" fmla="*/ 165062 w 769000"/>
                <a:gd name="connsiteY273" fmla="*/ 79612 h 248759"/>
                <a:gd name="connsiteX274" fmla="*/ 181271 w 769000"/>
                <a:gd name="connsiteY274" fmla="*/ 63223 h 248759"/>
                <a:gd name="connsiteX275" fmla="*/ 220202 w 769000"/>
                <a:gd name="connsiteY275" fmla="*/ 86752 h 248759"/>
                <a:gd name="connsiteX276" fmla="*/ 255720 w 769000"/>
                <a:gd name="connsiteY276" fmla="*/ 109427 h 248759"/>
                <a:gd name="connsiteX277" fmla="*/ 291238 w 769000"/>
                <a:gd name="connsiteY277" fmla="*/ 86752 h 248759"/>
                <a:gd name="connsiteX278" fmla="*/ 330168 w 769000"/>
                <a:gd name="connsiteY278" fmla="*/ 63223 h 248759"/>
                <a:gd name="connsiteX279" fmla="*/ 346378 w 769000"/>
                <a:gd name="connsiteY279" fmla="*/ 79477 h 248759"/>
                <a:gd name="connsiteX280" fmla="*/ 346378 w 769000"/>
                <a:gd name="connsiteY280" fmla="*/ 100222 h 248759"/>
                <a:gd name="connsiteX281" fmla="*/ 363666 w 769000"/>
                <a:gd name="connsiteY281" fmla="*/ 117465 h 248759"/>
                <a:gd name="connsiteX282" fmla="*/ 371119 w 769000"/>
                <a:gd name="connsiteY282" fmla="*/ 117465 h 248759"/>
                <a:gd name="connsiteX283" fmla="*/ 374846 w 769000"/>
                <a:gd name="connsiteY283" fmla="*/ 117510 h 248759"/>
                <a:gd name="connsiteX284" fmla="*/ 374846 w 769000"/>
                <a:gd name="connsiteY284" fmla="*/ 117510 h 248759"/>
                <a:gd name="connsiteX285" fmla="*/ 378304 w 769000"/>
                <a:gd name="connsiteY285" fmla="*/ 114052 h 248759"/>
                <a:gd name="connsiteX286" fmla="*/ 378304 w 769000"/>
                <a:gd name="connsiteY286" fmla="*/ 17332 h 248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</a:cxnLst>
              <a:rect l="l" t="t" r="r" b="b"/>
              <a:pathLst>
                <a:path w="769000" h="248759">
                  <a:moveTo>
                    <a:pt x="385623" y="234975"/>
                  </a:moveTo>
                  <a:lnTo>
                    <a:pt x="385623" y="243147"/>
                  </a:lnTo>
                  <a:cubicBezTo>
                    <a:pt x="385623" y="245303"/>
                    <a:pt x="384725" y="246470"/>
                    <a:pt x="382929" y="246470"/>
                  </a:cubicBezTo>
                  <a:lnTo>
                    <a:pt x="357379" y="246425"/>
                  </a:lnTo>
                  <a:cubicBezTo>
                    <a:pt x="353024" y="246425"/>
                    <a:pt x="348982" y="244898"/>
                    <a:pt x="345211" y="242159"/>
                  </a:cubicBezTo>
                  <a:cubicBezTo>
                    <a:pt x="345211" y="242159"/>
                    <a:pt x="306550" y="211671"/>
                    <a:pt x="306460" y="211581"/>
                  </a:cubicBezTo>
                  <a:cubicBezTo>
                    <a:pt x="303855" y="209291"/>
                    <a:pt x="302149" y="205474"/>
                    <a:pt x="302104" y="201118"/>
                  </a:cubicBezTo>
                  <a:lnTo>
                    <a:pt x="302104" y="188546"/>
                  </a:lnTo>
                  <a:cubicBezTo>
                    <a:pt x="302104" y="186435"/>
                    <a:pt x="302778" y="185313"/>
                    <a:pt x="304125" y="185313"/>
                  </a:cubicBezTo>
                  <a:cubicBezTo>
                    <a:pt x="305472" y="185313"/>
                    <a:pt x="307313" y="186211"/>
                    <a:pt x="308256" y="186480"/>
                  </a:cubicBezTo>
                  <a:cubicBezTo>
                    <a:pt x="310232" y="187199"/>
                    <a:pt x="312746" y="187872"/>
                    <a:pt x="312881" y="187917"/>
                  </a:cubicBezTo>
                  <a:cubicBezTo>
                    <a:pt x="316922" y="189219"/>
                    <a:pt x="320829" y="189893"/>
                    <a:pt x="324645" y="189893"/>
                  </a:cubicBezTo>
                  <a:cubicBezTo>
                    <a:pt x="332638" y="189893"/>
                    <a:pt x="339014" y="186345"/>
                    <a:pt x="341035" y="180643"/>
                  </a:cubicBezTo>
                  <a:cubicBezTo>
                    <a:pt x="342876" y="175389"/>
                    <a:pt x="337667" y="163176"/>
                    <a:pt x="319931" y="158686"/>
                  </a:cubicBezTo>
                  <a:cubicBezTo>
                    <a:pt x="306639" y="155318"/>
                    <a:pt x="294291" y="157922"/>
                    <a:pt x="290699" y="164568"/>
                  </a:cubicBezTo>
                  <a:cubicBezTo>
                    <a:pt x="290699" y="164568"/>
                    <a:pt x="290160" y="165601"/>
                    <a:pt x="289801" y="166678"/>
                  </a:cubicBezTo>
                  <a:cubicBezTo>
                    <a:pt x="289487" y="167711"/>
                    <a:pt x="289397" y="169238"/>
                    <a:pt x="289397" y="169866"/>
                  </a:cubicBezTo>
                  <a:lnTo>
                    <a:pt x="289397" y="217957"/>
                  </a:lnTo>
                  <a:cubicBezTo>
                    <a:pt x="289397" y="225186"/>
                    <a:pt x="288274" y="231877"/>
                    <a:pt x="283784" y="237759"/>
                  </a:cubicBezTo>
                  <a:cubicBezTo>
                    <a:pt x="281225" y="241172"/>
                    <a:pt x="277767" y="243955"/>
                    <a:pt x="273726" y="245303"/>
                  </a:cubicBezTo>
                  <a:cubicBezTo>
                    <a:pt x="271121" y="246111"/>
                    <a:pt x="268203" y="246425"/>
                    <a:pt x="265554" y="246425"/>
                  </a:cubicBezTo>
                  <a:cubicBezTo>
                    <a:pt x="263668" y="246425"/>
                    <a:pt x="260390" y="246335"/>
                    <a:pt x="258908" y="245527"/>
                  </a:cubicBezTo>
                  <a:cubicBezTo>
                    <a:pt x="257785" y="244898"/>
                    <a:pt x="257785" y="243731"/>
                    <a:pt x="257785" y="242608"/>
                  </a:cubicBezTo>
                  <a:lnTo>
                    <a:pt x="257785" y="234706"/>
                  </a:lnTo>
                  <a:lnTo>
                    <a:pt x="257785" y="228644"/>
                  </a:lnTo>
                  <a:lnTo>
                    <a:pt x="257785" y="211042"/>
                  </a:lnTo>
                  <a:lnTo>
                    <a:pt x="257785" y="131564"/>
                  </a:lnTo>
                  <a:cubicBezTo>
                    <a:pt x="257785" y="130172"/>
                    <a:pt x="258908" y="129005"/>
                    <a:pt x="260345" y="129005"/>
                  </a:cubicBezTo>
                  <a:cubicBezTo>
                    <a:pt x="260435" y="129005"/>
                    <a:pt x="307762" y="129005"/>
                    <a:pt x="307762" y="129005"/>
                  </a:cubicBezTo>
                  <a:cubicBezTo>
                    <a:pt x="315575" y="129005"/>
                    <a:pt x="323388" y="130352"/>
                    <a:pt x="331426" y="133001"/>
                  </a:cubicBezTo>
                  <a:cubicBezTo>
                    <a:pt x="339463" y="135695"/>
                    <a:pt x="346737" y="139333"/>
                    <a:pt x="353203" y="143913"/>
                  </a:cubicBezTo>
                  <a:cubicBezTo>
                    <a:pt x="359669" y="148493"/>
                    <a:pt x="364923" y="153926"/>
                    <a:pt x="369009" y="160122"/>
                  </a:cubicBezTo>
                  <a:cubicBezTo>
                    <a:pt x="373050" y="166319"/>
                    <a:pt x="375116" y="172965"/>
                    <a:pt x="375116" y="180014"/>
                  </a:cubicBezTo>
                  <a:cubicBezTo>
                    <a:pt x="375116" y="187513"/>
                    <a:pt x="372871" y="193530"/>
                    <a:pt x="368695" y="198290"/>
                  </a:cubicBezTo>
                  <a:cubicBezTo>
                    <a:pt x="361959" y="205968"/>
                    <a:pt x="354550" y="208931"/>
                    <a:pt x="352305" y="210368"/>
                  </a:cubicBezTo>
                  <a:cubicBezTo>
                    <a:pt x="354326" y="211940"/>
                    <a:pt x="358996" y="215622"/>
                    <a:pt x="365327" y="220606"/>
                  </a:cubicBezTo>
                  <a:cubicBezTo>
                    <a:pt x="377540" y="230305"/>
                    <a:pt x="383692" y="232011"/>
                    <a:pt x="383737" y="232011"/>
                  </a:cubicBezTo>
                  <a:cubicBezTo>
                    <a:pt x="384635" y="232460"/>
                    <a:pt x="385623" y="233763"/>
                    <a:pt x="385623" y="234975"/>
                  </a:cubicBezTo>
                  <a:moveTo>
                    <a:pt x="229227" y="215981"/>
                  </a:moveTo>
                  <a:lnTo>
                    <a:pt x="195191" y="215981"/>
                  </a:lnTo>
                  <a:cubicBezTo>
                    <a:pt x="190342" y="215981"/>
                    <a:pt x="185941" y="214679"/>
                    <a:pt x="181631" y="212883"/>
                  </a:cubicBezTo>
                  <a:cubicBezTo>
                    <a:pt x="177994" y="211311"/>
                    <a:pt x="172381" y="206462"/>
                    <a:pt x="170719" y="204576"/>
                  </a:cubicBezTo>
                  <a:cubicBezTo>
                    <a:pt x="167576" y="201118"/>
                    <a:pt x="165151" y="197122"/>
                    <a:pt x="163445" y="192632"/>
                  </a:cubicBezTo>
                  <a:cubicBezTo>
                    <a:pt x="161694" y="188097"/>
                    <a:pt x="160796" y="183472"/>
                    <a:pt x="160796" y="178712"/>
                  </a:cubicBezTo>
                  <a:cubicBezTo>
                    <a:pt x="160796" y="172605"/>
                    <a:pt x="162547" y="167846"/>
                    <a:pt x="166050" y="164433"/>
                  </a:cubicBezTo>
                  <a:cubicBezTo>
                    <a:pt x="166454" y="164029"/>
                    <a:pt x="167980" y="162817"/>
                    <a:pt x="169732" y="161739"/>
                  </a:cubicBezTo>
                  <a:cubicBezTo>
                    <a:pt x="171483" y="160706"/>
                    <a:pt x="173369" y="160212"/>
                    <a:pt x="174626" y="159943"/>
                  </a:cubicBezTo>
                  <a:cubicBezTo>
                    <a:pt x="176647" y="159449"/>
                    <a:pt x="178892" y="159179"/>
                    <a:pt x="181271" y="159179"/>
                  </a:cubicBezTo>
                  <a:cubicBezTo>
                    <a:pt x="183606" y="159179"/>
                    <a:pt x="185852" y="159449"/>
                    <a:pt x="187872" y="159943"/>
                  </a:cubicBezTo>
                  <a:cubicBezTo>
                    <a:pt x="191689" y="160706"/>
                    <a:pt x="195461" y="162233"/>
                    <a:pt x="199143" y="164568"/>
                  </a:cubicBezTo>
                  <a:cubicBezTo>
                    <a:pt x="204441" y="167935"/>
                    <a:pt x="210099" y="173054"/>
                    <a:pt x="213871" y="177949"/>
                  </a:cubicBezTo>
                  <a:lnTo>
                    <a:pt x="178443" y="177949"/>
                  </a:lnTo>
                  <a:cubicBezTo>
                    <a:pt x="176332" y="177949"/>
                    <a:pt x="175255" y="178892"/>
                    <a:pt x="175255" y="180733"/>
                  </a:cubicBezTo>
                  <a:cubicBezTo>
                    <a:pt x="175255" y="184415"/>
                    <a:pt x="175793" y="186795"/>
                    <a:pt x="177275" y="189758"/>
                  </a:cubicBezTo>
                  <a:cubicBezTo>
                    <a:pt x="178712" y="192767"/>
                    <a:pt x="185537" y="203139"/>
                    <a:pt x="199502" y="203139"/>
                  </a:cubicBezTo>
                  <a:lnTo>
                    <a:pt x="232505" y="203139"/>
                  </a:lnTo>
                  <a:cubicBezTo>
                    <a:pt x="238253" y="203139"/>
                    <a:pt x="242249" y="201612"/>
                    <a:pt x="244494" y="198559"/>
                  </a:cubicBezTo>
                  <a:cubicBezTo>
                    <a:pt x="246694" y="195506"/>
                    <a:pt x="247323" y="192856"/>
                    <a:pt x="247323" y="188725"/>
                  </a:cubicBezTo>
                  <a:cubicBezTo>
                    <a:pt x="247323" y="181990"/>
                    <a:pt x="245527" y="175344"/>
                    <a:pt x="241980" y="168250"/>
                  </a:cubicBezTo>
                  <a:cubicBezTo>
                    <a:pt x="238432" y="161110"/>
                    <a:pt x="233583" y="154644"/>
                    <a:pt x="227521" y="148807"/>
                  </a:cubicBezTo>
                  <a:cubicBezTo>
                    <a:pt x="221459" y="142970"/>
                    <a:pt x="214365" y="138255"/>
                    <a:pt x="206327" y="134573"/>
                  </a:cubicBezTo>
                  <a:cubicBezTo>
                    <a:pt x="198290" y="130891"/>
                    <a:pt x="189848" y="129050"/>
                    <a:pt x="181047" y="129050"/>
                  </a:cubicBezTo>
                  <a:lnTo>
                    <a:pt x="132462" y="129050"/>
                  </a:lnTo>
                  <a:cubicBezTo>
                    <a:pt x="131070" y="129050"/>
                    <a:pt x="129903" y="130217"/>
                    <a:pt x="129903" y="131609"/>
                  </a:cubicBezTo>
                  <a:lnTo>
                    <a:pt x="129903" y="179880"/>
                  </a:lnTo>
                  <a:cubicBezTo>
                    <a:pt x="129903" y="188905"/>
                    <a:pt x="131654" y="197481"/>
                    <a:pt x="135157" y="205519"/>
                  </a:cubicBezTo>
                  <a:cubicBezTo>
                    <a:pt x="138614" y="213556"/>
                    <a:pt x="143374" y="220606"/>
                    <a:pt x="149391" y="226668"/>
                  </a:cubicBezTo>
                  <a:cubicBezTo>
                    <a:pt x="155363" y="232730"/>
                    <a:pt x="162368" y="237534"/>
                    <a:pt x="170315" y="241037"/>
                  </a:cubicBezTo>
                  <a:cubicBezTo>
                    <a:pt x="178308" y="244584"/>
                    <a:pt x="186884" y="246470"/>
                    <a:pt x="195999" y="246470"/>
                  </a:cubicBezTo>
                  <a:lnTo>
                    <a:pt x="244674" y="246470"/>
                  </a:lnTo>
                  <a:cubicBezTo>
                    <a:pt x="246066" y="246470"/>
                    <a:pt x="247233" y="245347"/>
                    <a:pt x="247233" y="243911"/>
                  </a:cubicBezTo>
                  <a:lnTo>
                    <a:pt x="247233" y="234122"/>
                  </a:lnTo>
                  <a:cubicBezTo>
                    <a:pt x="247233" y="228464"/>
                    <a:pt x="245662" y="224019"/>
                    <a:pt x="242429" y="220786"/>
                  </a:cubicBezTo>
                  <a:cubicBezTo>
                    <a:pt x="239286" y="217598"/>
                    <a:pt x="234840" y="215981"/>
                    <a:pt x="229227" y="215981"/>
                  </a:cubicBezTo>
                  <a:moveTo>
                    <a:pt x="108170" y="73505"/>
                  </a:moveTo>
                  <a:cubicBezTo>
                    <a:pt x="110326" y="73505"/>
                    <a:pt x="111403" y="72563"/>
                    <a:pt x="111403" y="70721"/>
                  </a:cubicBezTo>
                  <a:lnTo>
                    <a:pt x="111403" y="61292"/>
                  </a:lnTo>
                  <a:cubicBezTo>
                    <a:pt x="111403" y="55634"/>
                    <a:pt x="109787" y="51144"/>
                    <a:pt x="106554" y="47911"/>
                  </a:cubicBezTo>
                  <a:cubicBezTo>
                    <a:pt x="103321" y="44678"/>
                    <a:pt x="98875" y="43106"/>
                    <a:pt x="93173" y="43106"/>
                  </a:cubicBezTo>
                  <a:lnTo>
                    <a:pt x="35832" y="43106"/>
                  </a:lnTo>
                  <a:cubicBezTo>
                    <a:pt x="36730" y="39245"/>
                    <a:pt x="38706" y="36191"/>
                    <a:pt x="41714" y="33901"/>
                  </a:cubicBezTo>
                  <a:cubicBezTo>
                    <a:pt x="44678" y="31611"/>
                    <a:pt x="48629" y="30444"/>
                    <a:pt x="53569" y="30444"/>
                  </a:cubicBezTo>
                  <a:lnTo>
                    <a:pt x="115040" y="30444"/>
                  </a:lnTo>
                  <a:cubicBezTo>
                    <a:pt x="117196" y="30444"/>
                    <a:pt x="118273" y="29546"/>
                    <a:pt x="118273" y="27660"/>
                  </a:cubicBezTo>
                  <a:lnTo>
                    <a:pt x="118273" y="18230"/>
                  </a:lnTo>
                  <a:cubicBezTo>
                    <a:pt x="118273" y="12573"/>
                    <a:pt x="116657" y="8082"/>
                    <a:pt x="113424" y="4894"/>
                  </a:cubicBezTo>
                  <a:cubicBezTo>
                    <a:pt x="110191" y="1661"/>
                    <a:pt x="105745" y="45"/>
                    <a:pt x="100043" y="45"/>
                  </a:cubicBezTo>
                  <a:lnTo>
                    <a:pt x="5882" y="45"/>
                  </a:lnTo>
                  <a:cubicBezTo>
                    <a:pt x="4041" y="45"/>
                    <a:pt x="3098" y="1123"/>
                    <a:pt x="3098" y="3278"/>
                  </a:cubicBezTo>
                  <a:lnTo>
                    <a:pt x="3098" y="67039"/>
                  </a:lnTo>
                  <a:cubicBezTo>
                    <a:pt x="3098" y="74269"/>
                    <a:pt x="4400" y="80959"/>
                    <a:pt x="7005" y="87201"/>
                  </a:cubicBezTo>
                  <a:cubicBezTo>
                    <a:pt x="9609" y="93442"/>
                    <a:pt x="13246" y="98741"/>
                    <a:pt x="17961" y="103231"/>
                  </a:cubicBezTo>
                  <a:cubicBezTo>
                    <a:pt x="22631" y="107676"/>
                    <a:pt x="28244" y="111179"/>
                    <a:pt x="34755" y="113693"/>
                  </a:cubicBezTo>
                  <a:cubicBezTo>
                    <a:pt x="41265" y="116253"/>
                    <a:pt x="48360" y="117510"/>
                    <a:pt x="56038" y="117510"/>
                  </a:cubicBezTo>
                  <a:lnTo>
                    <a:pt x="117285" y="117510"/>
                  </a:lnTo>
                  <a:cubicBezTo>
                    <a:pt x="119441" y="117510"/>
                    <a:pt x="120473" y="116612"/>
                    <a:pt x="120473" y="114771"/>
                  </a:cubicBezTo>
                  <a:lnTo>
                    <a:pt x="120473" y="105341"/>
                  </a:lnTo>
                  <a:cubicBezTo>
                    <a:pt x="120473" y="99684"/>
                    <a:pt x="118857" y="95193"/>
                    <a:pt x="115669" y="91960"/>
                  </a:cubicBezTo>
                  <a:cubicBezTo>
                    <a:pt x="112436" y="88727"/>
                    <a:pt x="107991" y="87111"/>
                    <a:pt x="102288" y="87111"/>
                  </a:cubicBezTo>
                  <a:lnTo>
                    <a:pt x="53928" y="87111"/>
                  </a:lnTo>
                  <a:cubicBezTo>
                    <a:pt x="49348" y="87111"/>
                    <a:pt x="45396" y="85854"/>
                    <a:pt x="42163" y="83294"/>
                  </a:cubicBezTo>
                  <a:cubicBezTo>
                    <a:pt x="38930" y="80780"/>
                    <a:pt x="36775" y="77502"/>
                    <a:pt x="35742" y="73505"/>
                  </a:cubicBezTo>
                  <a:lnTo>
                    <a:pt x="108170" y="73505"/>
                  </a:lnTo>
                  <a:close/>
                  <a:moveTo>
                    <a:pt x="461059" y="117465"/>
                  </a:moveTo>
                  <a:cubicBezTo>
                    <a:pt x="477359" y="117465"/>
                    <a:pt x="490021" y="113289"/>
                    <a:pt x="499136" y="104937"/>
                  </a:cubicBezTo>
                  <a:cubicBezTo>
                    <a:pt x="508297" y="96585"/>
                    <a:pt x="512877" y="84237"/>
                    <a:pt x="512877" y="67982"/>
                  </a:cubicBezTo>
                  <a:cubicBezTo>
                    <a:pt x="512877" y="58598"/>
                    <a:pt x="510901" y="49797"/>
                    <a:pt x="506994" y="41490"/>
                  </a:cubicBezTo>
                  <a:cubicBezTo>
                    <a:pt x="503088" y="33183"/>
                    <a:pt x="497879" y="25999"/>
                    <a:pt x="491323" y="19847"/>
                  </a:cubicBezTo>
                  <a:cubicBezTo>
                    <a:pt x="484813" y="13740"/>
                    <a:pt x="477314" y="8891"/>
                    <a:pt x="468872" y="5343"/>
                  </a:cubicBezTo>
                  <a:cubicBezTo>
                    <a:pt x="460430" y="1841"/>
                    <a:pt x="451674" y="45"/>
                    <a:pt x="442649" y="45"/>
                  </a:cubicBezTo>
                  <a:lnTo>
                    <a:pt x="395906" y="45"/>
                  </a:lnTo>
                  <a:cubicBezTo>
                    <a:pt x="394065" y="45"/>
                    <a:pt x="393122" y="1123"/>
                    <a:pt x="393122" y="3233"/>
                  </a:cubicBezTo>
                  <a:lnTo>
                    <a:pt x="393122" y="99279"/>
                  </a:lnTo>
                  <a:cubicBezTo>
                    <a:pt x="393122" y="104982"/>
                    <a:pt x="394738" y="109427"/>
                    <a:pt x="397971" y="112616"/>
                  </a:cubicBezTo>
                  <a:cubicBezTo>
                    <a:pt x="401204" y="115849"/>
                    <a:pt x="405649" y="117465"/>
                    <a:pt x="411352" y="117465"/>
                  </a:cubicBezTo>
                  <a:lnTo>
                    <a:pt x="461059" y="117465"/>
                  </a:lnTo>
                  <a:close/>
                  <a:moveTo>
                    <a:pt x="456120" y="33767"/>
                  </a:moveTo>
                  <a:cubicBezTo>
                    <a:pt x="460655" y="36012"/>
                    <a:pt x="464741" y="38975"/>
                    <a:pt x="468333" y="42612"/>
                  </a:cubicBezTo>
                  <a:cubicBezTo>
                    <a:pt x="471926" y="46294"/>
                    <a:pt x="474889" y="50470"/>
                    <a:pt x="477179" y="55051"/>
                  </a:cubicBezTo>
                  <a:cubicBezTo>
                    <a:pt x="479469" y="59631"/>
                    <a:pt x="480637" y="64345"/>
                    <a:pt x="480637" y="69105"/>
                  </a:cubicBezTo>
                  <a:cubicBezTo>
                    <a:pt x="480637" y="74808"/>
                    <a:pt x="478751" y="79208"/>
                    <a:pt x="474979" y="82351"/>
                  </a:cubicBezTo>
                  <a:cubicBezTo>
                    <a:pt x="471207" y="85494"/>
                    <a:pt x="466627" y="87066"/>
                    <a:pt x="461284" y="87066"/>
                  </a:cubicBezTo>
                  <a:lnTo>
                    <a:pt x="425362" y="87066"/>
                  </a:lnTo>
                  <a:lnTo>
                    <a:pt x="425362" y="49752"/>
                  </a:lnTo>
                  <a:cubicBezTo>
                    <a:pt x="425362" y="44094"/>
                    <a:pt x="426843" y="39424"/>
                    <a:pt x="429852" y="35832"/>
                  </a:cubicBezTo>
                  <a:cubicBezTo>
                    <a:pt x="432860" y="32195"/>
                    <a:pt x="436991" y="30399"/>
                    <a:pt x="442380" y="30399"/>
                  </a:cubicBezTo>
                  <a:cubicBezTo>
                    <a:pt x="447005" y="30444"/>
                    <a:pt x="451585" y="31566"/>
                    <a:pt x="456120" y="33767"/>
                  </a:cubicBezTo>
                  <a:moveTo>
                    <a:pt x="74942" y="158371"/>
                  </a:moveTo>
                  <a:cubicBezTo>
                    <a:pt x="80375" y="159808"/>
                    <a:pt x="85135" y="161694"/>
                    <a:pt x="89132" y="164029"/>
                  </a:cubicBezTo>
                  <a:cubicBezTo>
                    <a:pt x="91107" y="165241"/>
                    <a:pt x="92634" y="166050"/>
                    <a:pt x="93622" y="166319"/>
                  </a:cubicBezTo>
                  <a:cubicBezTo>
                    <a:pt x="94610" y="166633"/>
                    <a:pt x="95732" y="166768"/>
                    <a:pt x="96989" y="166768"/>
                  </a:cubicBezTo>
                  <a:cubicBezTo>
                    <a:pt x="99729" y="166768"/>
                    <a:pt x="102647" y="165241"/>
                    <a:pt x="105745" y="162143"/>
                  </a:cubicBezTo>
                  <a:lnTo>
                    <a:pt x="117510" y="149930"/>
                  </a:lnTo>
                  <a:cubicBezTo>
                    <a:pt x="117959" y="149481"/>
                    <a:pt x="118183" y="148942"/>
                    <a:pt x="118183" y="148313"/>
                  </a:cubicBezTo>
                  <a:cubicBezTo>
                    <a:pt x="118183" y="147550"/>
                    <a:pt x="117734" y="146697"/>
                    <a:pt x="116791" y="145799"/>
                  </a:cubicBezTo>
                  <a:cubicBezTo>
                    <a:pt x="110191" y="139826"/>
                    <a:pt x="101614" y="135112"/>
                    <a:pt x="91107" y="131744"/>
                  </a:cubicBezTo>
                  <a:cubicBezTo>
                    <a:pt x="80600" y="128376"/>
                    <a:pt x="69509" y="126670"/>
                    <a:pt x="57834" y="126670"/>
                  </a:cubicBezTo>
                  <a:cubicBezTo>
                    <a:pt x="50605" y="126670"/>
                    <a:pt x="43735" y="127344"/>
                    <a:pt x="37224" y="128736"/>
                  </a:cubicBezTo>
                  <a:cubicBezTo>
                    <a:pt x="30713" y="130128"/>
                    <a:pt x="24921" y="132283"/>
                    <a:pt x="19847" y="135202"/>
                  </a:cubicBezTo>
                  <a:cubicBezTo>
                    <a:pt x="14773" y="138120"/>
                    <a:pt x="10732" y="141937"/>
                    <a:pt x="7768" y="146607"/>
                  </a:cubicBezTo>
                  <a:cubicBezTo>
                    <a:pt x="4760" y="151322"/>
                    <a:pt x="3278" y="156934"/>
                    <a:pt x="3278" y="163535"/>
                  </a:cubicBezTo>
                  <a:cubicBezTo>
                    <a:pt x="3278" y="169372"/>
                    <a:pt x="4580" y="174312"/>
                    <a:pt x="7184" y="178488"/>
                  </a:cubicBezTo>
                  <a:cubicBezTo>
                    <a:pt x="9789" y="182619"/>
                    <a:pt x="13381" y="186166"/>
                    <a:pt x="17961" y="189085"/>
                  </a:cubicBezTo>
                  <a:cubicBezTo>
                    <a:pt x="22586" y="192003"/>
                    <a:pt x="28019" y="194338"/>
                    <a:pt x="34306" y="196089"/>
                  </a:cubicBezTo>
                  <a:cubicBezTo>
                    <a:pt x="40592" y="197885"/>
                    <a:pt x="47462" y="199277"/>
                    <a:pt x="54826" y="200355"/>
                  </a:cubicBezTo>
                  <a:cubicBezTo>
                    <a:pt x="60214" y="201118"/>
                    <a:pt x="64570" y="201882"/>
                    <a:pt x="67938" y="202555"/>
                  </a:cubicBezTo>
                  <a:cubicBezTo>
                    <a:pt x="71305" y="203274"/>
                    <a:pt x="73999" y="203947"/>
                    <a:pt x="75975" y="204621"/>
                  </a:cubicBezTo>
                  <a:cubicBezTo>
                    <a:pt x="77951" y="205294"/>
                    <a:pt x="79343" y="206058"/>
                    <a:pt x="80016" y="206911"/>
                  </a:cubicBezTo>
                  <a:cubicBezTo>
                    <a:pt x="80735" y="207764"/>
                    <a:pt x="81049" y="208797"/>
                    <a:pt x="81049" y="210009"/>
                  </a:cubicBezTo>
                  <a:cubicBezTo>
                    <a:pt x="81049" y="212479"/>
                    <a:pt x="79567" y="214185"/>
                    <a:pt x="76559" y="215173"/>
                  </a:cubicBezTo>
                  <a:cubicBezTo>
                    <a:pt x="73550" y="216161"/>
                    <a:pt x="69599" y="216700"/>
                    <a:pt x="64705" y="216700"/>
                  </a:cubicBezTo>
                  <a:cubicBezTo>
                    <a:pt x="56577" y="216700"/>
                    <a:pt x="49662" y="215981"/>
                    <a:pt x="43960" y="214634"/>
                  </a:cubicBezTo>
                  <a:cubicBezTo>
                    <a:pt x="38302" y="213242"/>
                    <a:pt x="33363" y="211311"/>
                    <a:pt x="29232" y="208887"/>
                  </a:cubicBezTo>
                  <a:cubicBezTo>
                    <a:pt x="27256" y="207674"/>
                    <a:pt x="25729" y="206911"/>
                    <a:pt x="24741" y="206597"/>
                  </a:cubicBezTo>
                  <a:cubicBezTo>
                    <a:pt x="23753" y="206282"/>
                    <a:pt x="22631" y="206148"/>
                    <a:pt x="21374" y="206148"/>
                  </a:cubicBezTo>
                  <a:cubicBezTo>
                    <a:pt x="18635" y="206148"/>
                    <a:pt x="15716" y="207719"/>
                    <a:pt x="12663" y="210772"/>
                  </a:cubicBezTo>
                  <a:lnTo>
                    <a:pt x="674" y="223211"/>
                  </a:lnTo>
                  <a:cubicBezTo>
                    <a:pt x="225" y="223659"/>
                    <a:pt x="0" y="224198"/>
                    <a:pt x="0" y="224827"/>
                  </a:cubicBezTo>
                  <a:cubicBezTo>
                    <a:pt x="0" y="225590"/>
                    <a:pt x="449" y="226443"/>
                    <a:pt x="1392" y="227386"/>
                  </a:cubicBezTo>
                  <a:cubicBezTo>
                    <a:pt x="4311" y="230305"/>
                    <a:pt x="8038" y="232954"/>
                    <a:pt x="12573" y="235334"/>
                  </a:cubicBezTo>
                  <a:cubicBezTo>
                    <a:pt x="17108" y="237714"/>
                    <a:pt x="22227" y="239735"/>
                    <a:pt x="27974" y="241306"/>
                  </a:cubicBezTo>
                  <a:cubicBezTo>
                    <a:pt x="33722" y="242923"/>
                    <a:pt x="40008" y="244180"/>
                    <a:pt x="46744" y="245123"/>
                  </a:cubicBezTo>
                  <a:cubicBezTo>
                    <a:pt x="53524" y="246066"/>
                    <a:pt x="60574" y="246515"/>
                    <a:pt x="67938" y="246515"/>
                  </a:cubicBezTo>
                  <a:lnTo>
                    <a:pt x="116522" y="246515"/>
                  </a:lnTo>
                  <a:cubicBezTo>
                    <a:pt x="117285" y="246515"/>
                    <a:pt x="117824" y="246201"/>
                    <a:pt x="118139" y="245572"/>
                  </a:cubicBezTo>
                  <a:cubicBezTo>
                    <a:pt x="118318" y="245303"/>
                    <a:pt x="118363" y="244898"/>
                    <a:pt x="118363" y="244405"/>
                  </a:cubicBezTo>
                  <a:lnTo>
                    <a:pt x="118363" y="217463"/>
                  </a:lnTo>
                  <a:cubicBezTo>
                    <a:pt x="118363" y="209650"/>
                    <a:pt x="117465" y="203139"/>
                    <a:pt x="115624" y="197975"/>
                  </a:cubicBezTo>
                  <a:cubicBezTo>
                    <a:pt x="113783" y="192811"/>
                    <a:pt x="111179" y="188636"/>
                    <a:pt x="107811" y="185447"/>
                  </a:cubicBezTo>
                  <a:cubicBezTo>
                    <a:pt x="104443" y="182214"/>
                    <a:pt x="100357" y="179790"/>
                    <a:pt x="95508" y="178083"/>
                  </a:cubicBezTo>
                  <a:cubicBezTo>
                    <a:pt x="90658" y="176422"/>
                    <a:pt x="85270" y="175075"/>
                    <a:pt x="79253" y="174177"/>
                  </a:cubicBezTo>
                  <a:cubicBezTo>
                    <a:pt x="66815" y="172336"/>
                    <a:pt x="56981" y="170674"/>
                    <a:pt x="49752" y="169103"/>
                  </a:cubicBezTo>
                  <a:cubicBezTo>
                    <a:pt x="42523" y="167576"/>
                    <a:pt x="38930" y="165376"/>
                    <a:pt x="38930" y="162412"/>
                  </a:cubicBezTo>
                  <a:cubicBezTo>
                    <a:pt x="38930" y="158281"/>
                    <a:pt x="44768" y="156216"/>
                    <a:pt x="56443" y="156216"/>
                  </a:cubicBezTo>
                  <a:cubicBezTo>
                    <a:pt x="63313" y="156216"/>
                    <a:pt x="69509" y="156934"/>
                    <a:pt x="74942" y="158371"/>
                  </a:cubicBezTo>
                  <a:moveTo>
                    <a:pt x="388362" y="129005"/>
                  </a:moveTo>
                  <a:cubicBezTo>
                    <a:pt x="386521" y="129005"/>
                    <a:pt x="385578" y="130083"/>
                    <a:pt x="385578" y="132238"/>
                  </a:cubicBezTo>
                  <a:lnTo>
                    <a:pt x="385578" y="179924"/>
                  </a:lnTo>
                  <a:cubicBezTo>
                    <a:pt x="385578" y="189129"/>
                    <a:pt x="387509" y="197885"/>
                    <a:pt x="391325" y="206148"/>
                  </a:cubicBezTo>
                  <a:cubicBezTo>
                    <a:pt x="395142" y="214454"/>
                    <a:pt x="400261" y="221774"/>
                    <a:pt x="406637" y="228150"/>
                  </a:cubicBezTo>
                  <a:cubicBezTo>
                    <a:pt x="413013" y="234526"/>
                    <a:pt x="420333" y="239555"/>
                    <a:pt x="428640" y="243237"/>
                  </a:cubicBezTo>
                  <a:cubicBezTo>
                    <a:pt x="436902" y="246919"/>
                    <a:pt x="445523" y="248760"/>
                    <a:pt x="454414" y="248760"/>
                  </a:cubicBezTo>
                  <a:cubicBezTo>
                    <a:pt x="462092" y="248760"/>
                    <a:pt x="469007" y="247548"/>
                    <a:pt x="475248" y="245078"/>
                  </a:cubicBezTo>
                  <a:cubicBezTo>
                    <a:pt x="481445" y="242608"/>
                    <a:pt x="486788" y="239196"/>
                    <a:pt x="491234" y="234706"/>
                  </a:cubicBezTo>
                  <a:cubicBezTo>
                    <a:pt x="495679" y="230260"/>
                    <a:pt x="499136" y="224917"/>
                    <a:pt x="501606" y="218720"/>
                  </a:cubicBezTo>
                  <a:cubicBezTo>
                    <a:pt x="504076" y="212524"/>
                    <a:pt x="505288" y="205564"/>
                    <a:pt x="505288" y="197885"/>
                  </a:cubicBezTo>
                  <a:cubicBezTo>
                    <a:pt x="505288" y="188680"/>
                    <a:pt x="503357" y="179924"/>
                    <a:pt x="499496" y="171617"/>
                  </a:cubicBezTo>
                  <a:cubicBezTo>
                    <a:pt x="495679" y="163355"/>
                    <a:pt x="490560" y="155991"/>
                    <a:pt x="484184" y="149615"/>
                  </a:cubicBezTo>
                  <a:cubicBezTo>
                    <a:pt x="477808" y="143239"/>
                    <a:pt x="470489" y="138210"/>
                    <a:pt x="462182" y="134528"/>
                  </a:cubicBezTo>
                  <a:cubicBezTo>
                    <a:pt x="453875" y="130846"/>
                    <a:pt x="445298" y="129005"/>
                    <a:pt x="436408" y="129005"/>
                  </a:cubicBezTo>
                  <a:lnTo>
                    <a:pt x="388362" y="129005"/>
                  </a:lnTo>
                  <a:close/>
                  <a:moveTo>
                    <a:pt x="423116" y="164972"/>
                  </a:moveTo>
                  <a:cubicBezTo>
                    <a:pt x="426619" y="161290"/>
                    <a:pt x="431199" y="159449"/>
                    <a:pt x="436722" y="159449"/>
                  </a:cubicBezTo>
                  <a:cubicBezTo>
                    <a:pt x="440988" y="159449"/>
                    <a:pt x="445298" y="160616"/>
                    <a:pt x="449609" y="163041"/>
                  </a:cubicBezTo>
                  <a:cubicBezTo>
                    <a:pt x="453920" y="165421"/>
                    <a:pt x="457781" y="168474"/>
                    <a:pt x="461239" y="172246"/>
                  </a:cubicBezTo>
                  <a:cubicBezTo>
                    <a:pt x="464696" y="176018"/>
                    <a:pt x="467525" y="180194"/>
                    <a:pt x="469725" y="184774"/>
                  </a:cubicBezTo>
                  <a:cubicBezTo>
                    <a:pt x="471970" y="189354"/>
                    <a:pt x="473093" y="193979"/>
                    <a:pt x="473093" y="198604"/>
                  </a:cubicBezTo>
                  <a:cubicBezTo>
                    <a:pt x="473093" y="204441"/>
                    <a:pt x="471342" y="209201"/>
                    <a:pt x="467884" y="212883"/>
                  </a:cubicBezTo>
                  <a:cubicBezTo>
                    <a:pt x="464427" y="216565"/>
                    <a:pt x="459892" y="218406"/>
                    <a:pt x="454189" y="218406"/>
                  </a:cubicBezTo>
                  <a:cubicBezTo>
                    <a:pt x="449878" y="218406"/>
                    <a:pt x="445568" y="217194"/>
                    <a:pt x="441302" y="214814"/>
                  </a:cubicBezTo>
                  <a:cubicBezTo>
                    <a:pt x="436991" y="212434"/>
                    <a:pt x="433130" y="209381"/>
                    <a:pt x="429672" y="205609"/>
                  </a:cubicBezTo>
                  <a:cubicBezTo>
                    <a:pt x="426215" y="201837"/>
                    <a:pt x="423386" y="197661"/>
                    <a:pt x="421186" y="193036"/>
                  </a:cubicBezTo>
                  <a:cubicBezTo>
                    <a:pt x="418941" y="188456"/>
                    <a:pt x="417818" y="183831"/>
                    <a:pt x="417818" y="179206"/>
                  </a:cubicBezTo>
                  <a:cubicBezTo>
                    <a:pt x="417818" y="173414"/>
                    <a:pt x="419569" y="168654"/>
                    <a:pt x="423116" y="164972"/>
                  </a:cubicBezTo>
                  <a:moveTo>
                    <a:pt x="546868" y="134348"/>
                  </a:moveTo>
                  <a:cubicBezTo>
                    <a:pt x="543635" y="130846"/>
                    <a:pt x="539414" y="129050"/>
                    <a:pt x="534205" y="129050"/>
                  </a:cubicBezTo>
                  <a:lnTo>
                    <a:pt x="519702" y="129050"/>
                  </a:lnTo>
                  <a:cubicBezTo>
                    <a:pt x="517861" y="129050"/>
                    <a:pt x="516963" y="130128"/>
                    <a:pt x="516963" y="132283"/>
                  </a:cubicBezTo>
                  <a:lnTo>
                    <a:pt x="516963" y="228284"/>
                  </a:lnTo>
                  <a:cubicBezTo>
                    <a:pt x="516963" y="233987"/>
                    <a:pt x="518579" y="238432"/>
                    <a:pt x="521767" y="241620"/>
                  </a:cubicBezTo>
                  <a:cubicBezTo>
                    <a:pt x="525000" y="244853"/>
                    <a:pt x="529446" y="246470"/>
                    <a:pt x="535148" y="246470"/>
                  </a:cubicBezTo>
                  <a:lnTo>
                    <a:pt x="546419" y="246470"/>
                  </a:lnTo>
                  <a:cubicBezTo>
                    <a:pt x="548260" y="246470"/>
                    <a:pt x="549158" y="245392"/>
                    <a:pt x="549158" y="243237"/>
                  </a:cubicBezTo>
                  <a:lnTo>
                    <a:pt x="549158" y="180823"/>
                  </a:lnTo>
                  <a:lnTo>
                    <a:pt x="605331" y="241172"/>
                  </a:lnTo>
                  <a:cubicBezTo>
                    <a:pt x="608564" y="244674"/>
                    <a:pt x="612785" y="246470"/>
                    <a:pt x="617993" y="246470"/>
                  </a:cubicBezTo>
                  <a:lnTo>
                    <a:pt x="631599" y="246470"/>
                  </a:lnTo>
                  <a:cubicBezTo>
                    <a:pt x="633440" y="246470"/>
                    <a:pt x="634383" y="245392"/>
                    <a:pt x="634383" y="243237"/>
                  </a:cubicBezTo>
                  <a:lnTo>
                    <a:pt x="634383" y="147235"/>
                  </a:lnTo>
                  <a:cubicBezTo>
                    <a:pt x="634383" y="141578"/>
                    <a:pt x="632766" y="137087"/>
                    <a:pt x="629533" y="133854"/>
                  </a:cubicBezTo>
                  <a:cubicBezTo>
                    <a:pt x="626300" y="130621"/>
                    <a:pt x="621855" y="129005"/>
                    <a:pt x="616152" y="129005"/>
                  </a:cubicBezTo>
                  <a:lnTo>
                    <a:pt x="604837" y="129005"/>
                  </a:lnTo>
                  <a:cubicBezTo>
                    <a:pt x="602996" y="129005"/>
                    <a:pt x="602098" y="130083"/>
                    <a:pt x="602098" y="132238"/>
                  </a:cubicBezTo>
                  <a:lnTo>
                    <a:pt x="602098" y="168384"/>
                  </a:lnTo>
                  <a:cubicBezTo>
                    <a:pt x="602098" y="171483"/>
                    <a:pt x="601380" y="173952"/>
                    <a:pt x="599898" y="175883"/>
                  </a:cubicBezTo>
                  <a:cubicBezTo>
                    <a:pt x="598461" y="177814"/>
                    <a:pt x="596261" y="178757"/>
                    <a:pt x="593342" y="178757"/>
                  </a:cubicBezTo>
                  <a:cubicBezTo>
                    <a:pt x="589840" y="178757"/>
                    <a:pt x="586562" y="177140"/>
                    <a:pt x="583643" y="173907"/>
                  </a:cubicBezTo>
                  <a:lnTo>
                    <a:pt x="546868" y="134348"/>
                  </a:lnTo>
                  <a:close/>
                  <a:moveTo>
                    <a:pt x="652074" y="129005"/>
                  </a:moveTo>
                  <a:cubicBezTo>
                    <a:pt x="650233" y="129005"/>
                    <a:pt x="649291" y="130083"/>
                    <a:pt x="649291" y="132238"/>
                  </a:cubicBezTo>
                  <a:lnTo>
                    <a:pt x="649291" y="179924"/>
                  </a:lnTo>
                  <a:cubicBezTo>
                    <a:pt x="649291" y="189129"/>
                    <a:pt x="651221" y="197885"/>
                    <a:pt x="655038" y="206148"/>
                  </a:cubicBezTo>
                  <a:cubicBezTo>
                    <a:pt x="658855" y="214454"/>
                    <a:pt x="663974" y="221774"/>
                    <a:pt x="670350" y="228150"/>
                  </a:cubicBezTo>
                  <a:cubicBezTo>
                    <a:pt x="676726" y="234526"/>
                    <a:pt x="684045" y="239555"/>
                    <a:pt x="692352" y="243237"/>
                  </a:cubicBezTo>
                  <a:cubicBezTo>
                    <a:pt x="700614" y="246919"/>
                    <a:pt x="709235" y="248760"/>
                    <a:pt x="718126" y="248760"/>
                  </a:cubicBezTo>
                  <a:cubicBezTo>
                    <a:pt x="725804" y="248760"/>
                    <a:pt x="732764" y="247548"/>
                    <a:pt x="738961" y="245078"/>
                  </a:cubicBezTo>
                  <a:cubicBezTo>
                    <a:pt x="745157" y="242608"/>
                    <a:pt x="750501" y="239196"/>
                    <a:pt x="754946" y="234706"/>
                  </a:cubicBezTo>
                  <a:cubicBezTo>
                    <a:pt x="759391" y="230260"/>
                    <a:pt x="762849" y="224917"/>
                    <a:pt x="765319" y="218720"/>
                  </a:cubicBezTo>
                  <a:cubicBezTo>
                    <a:pt x="767743" y="212524"/>
                    <a:pt x="769001" y="205564"/>
                    <a:pt x="769001" y="197885"/>
                  </a:cubicBezTo>
                  <a:cubicBezTo>
                    <a:pt x="769001" y="188680"/>
                    <a:pt x="767070" y="179924"/>
                    <a:pt x="763253" y="171617"/>
                  </a:cubicBezTo>
                  <a:cubicBezTo>
                    <a:pt x="759391" y="163355"/>
                    <a:pt x="754317" y="155991"/>
                    <a:pt x="747941" y="149615"/>
                  </a:cubicBezTo>
                  <a:cubicBezTo>
                    <a:pt x="741565" y="143239"/>
                    <a:pt x="734246" y="138210"/>
                    <a:pt x="725939" y="134528"/>
                  </a:cubicBezTo>
                  <a:cubicBezTo>
                    <a:pt x="717632" y="130846"/>
                    <a:pt x="709056" y="129005"/>
                    <a:pt x="700165" y="129005"/>
                  </a:cubicBezTo>
                  <a:lnTo>
                    <a:pt x="652074" y="129005"/>
                  </a:lnTo>
                  <a:close/>
                  <a:moveTo>
                    <a:pt x="686829" y="164972"/>
                  </a:moveTo>
                  <a:cubicBezTo>
                    <a:pt x="690376" y="161290"/>
                    <a:pt x="694867" y="159449"/>
                    <a:pt x="700434" y="159449"/>
                  </a:cubicBezTo>
                  <a:cubicBezTo>
                    <a:pt x="704700" y="159449"/>
                    <a:pt x="709011" y="160616"/>
                    <a:pt x="713321" y="163041"/>
                  </a:cubicBezTo>
                  <a:cubicBezTo>
                    <a:pt x="717632" y="165421"/>
                    <a:pt x="721494" y="168474"/>
                    <a:pt x="724951" y="172246"/>
                  </a:cubicBezTo>
                  <a:cubicBezTo>
                    <a:pt x="728409" y="176018"/>
                    <a:pt x="731238" y="180194"/>
                    <a:pt x="733483" y="184774"/>
                  </a:cubicBezTo>
                  <a:cubicBezTo>
                    <a:pt x="735683" y="189354"/>
                    <a:pt x="736806" y="193979"/>
                    <a:pt x="736806" y="198604"/>
                  </a:cubicBezTo>
                  <a:cubicBezTo>
                    <a:pt x="736806" y="204441"/>
                    <a:pt x="735054" y="209201"/>
                    <a:pt x="731597" y="212883"/>
                  </a:cubicBezTo>
                  <a:cubicBezTo>
                    <a:pt x="728139" y="216565"/>
                    <a:pt x="723604" y="218406"/>
                    <a:pt x="717902" y="218406"/>
                  </a:cubicBezTo>
                  <a:cubicBezTo>
                    <a:pt x="713591" y="218406"/>
                    <a:pt x="709280" y="217194"/>
                    <a:pt x="705015" y="214814"/>
                  </a:cubicBezTo>
                  <a:cubicBezTo>
                    <a:pt x="700704" y="212434"/>
                    <a:pt x="696842" y="209381"/>
                    <a:pt x="693385" y="205609"/>
                  </a:cubicBezTo>
                  <a:cubicBezTo>
                    <a:pt x="689927" y="201837"/>
                    <a:pt x="687098" y="197661"/>
                    <a:pt x="684898" y="193036"/>
                  </a:cubicBezTo>
                  <a:cubicBezTo>
                    <a:pt x="682653" y="188456"/>
                    <a:pt x="681531" y="183831"/>
                    <a:pt x="681531" y="179206"/>
                  </a:cubicBezTo>
                  <a:cubicBezTo>
                    <a:pt x="681531" y="173414"/>
                    <a:pt x="683282" y="168654"/>
                    <a:pt x="686829" y="164972"/>
                  </a:cubicBezTo>
                  <a:moveTo>
                    <a:pt x="378304" y="17332"/>
                  </a:moveTo>
                  <a:cubicBezTo>
                    <a:pt x="378304" y="7768"/>
                    <a:pt x="370581" y="45"/>
                    <a:pt x="361016" y="45"/>
                  </a:cubicBezTo>
                  <a:lnTo>
                    <a:pt x="342741" y="45"/>
                  </a:lnTo>
                  <a:cubicBezTo>
                    <a:pt x="341843" y="45"/>
                    <a:pt x="340990" y="404"/>
                    <a:pt x="340406" y="988"/>
                  </a:cubicBezTo>
                  <a:lnTo>
                    <a:pt x="303721" y="35383"/>
                  </a:lnTo>
                  <a:cubicBezTo>
                    <a:pt x="291193" y="47193"/>
                    <a:pt x="274265" y="53793"/>
                    <a:pt x="255675" y="53793"/>
                  </a:cubicBezTo>
                  <a:cubicBezTo>
                    <a:pt x="236322" y="53793"/>
                    <a:pt x="218810" y="46564"/>
                    <a:pt x="206103" y="33901"/>
                  </a:cubicBezTo>
                  <a:cubicBezTo>
                    <a:pt x="206103" y="33901"/>
                    <a:pt x="179161" y="8576"/>
                    <a:pt x="178892" y="8352"/>
                  </a:cubicBezTo>
                  <a:cubicBezTo>
                    <a:pt x="173728" y="3547"/>
                    <a:pt x="166588" y="180"/>
                    <a:pt x="158416" y="0"/>
                  </a:cubicBezTo>
                  <a:lnTo>
                    <a:pt x="136549" y="0"/>
                  </a:lnTo>
                  <a:cubicBezTo>
                    <a:pt x="134663" y="0"/>
                    <a:pt x="133091" y="1572"/>
                    <a:pt x="133091" y="3458"/>
                  </a:cubicBezTo>
                  <a:lnTo>
                    <a:pt x="133091" y="100178"/>
                  </a:lnTo>
                  <a:cubicBezTo>
                    <a:pt x="133091" y="109697"/>
                    <a:pt x="140814" y="117465"/>
                    <a:pt x="150379" y="117465"/>
                  </a:cubicBezTo>
                  <a:lnTo>
                    <a:pt x="157069" y="117465"/>
                  </a:lnTo>
                  <a:lnTo>
                    <a:pt x="161604" y="117465"/>
                  </a:lnTo>
                  <a:cubicBezTo>
                    <a:pt x="163535" y="117465"/>
                    <a:pt x="165062" y="115893"/>
                    <a:pt x="165062" y="114008"/>
                  </a:cubicBezTo>
                  <a:lnTo>
                    <a:pt x="165062" y="79612"/>
                  </a:lnTo>
                  <a:cubicBezTo>
                    <a:pt x="165062" y="70632"/>
                    <a:pt x="172381" y="63223"/>
                    <a:pt x="181271" y="63223"/>
                  </a:cubicBezTo>
                  <a:cubicBezTo>
                    <a:pt x="197751" y="63223"/>
                    <a:pt x="209560" y="77322"/>
                    <a:pt x="220202" y="86752"/>
                  </a:cubicBezTo>
                  <a:cubicBezTo>
                    <a:pt x="233269" y="98292"/>
                    <a:pt x="243327" y="109427"/>
                    <a:pt x="255720" y="109427"/>
                  </a:cubicBezTo>
                  <a:cubicBezTo>
                    <a:pt x="268113" y="109427"/>
                    <a:pt x="278171" y="98292"/>
                    <a:pt x="291238" y="86752"/>
                  </a:cubicBezTo>
                  <a:cubicBezTo>
                    <a:pt x="301925" y="77322"/>
                    <a:pt x="313734" y="63223"/>
                    <a:pt x="330168" y="63223"/>
                  </a:cubicBezTo>
                  <a:cubicBezTo>
                    <a:pt x="338969" y="63223"/>
                    <a:pt x="346288" y="70542"/>
                    <a:pt x="346378" y="79477"/>
                  </a:cubicBezTo>
                  <a:lnTo>
                    <a:pt x="346378" y="100222"/>
                  </a:lnTo>
                  <a:cubicBezTo>
                    <a:pt x="346378" y="109742"/>
                    <a:pt x="354101" y="117465"/>
                    <a:pt x="363666" y="117465"/>
                  </a:cubicBezTo>
                  <a:lnTo>
                    <a:pt x="371119" y="117465"/>
                  </a:lnTo>
                  <a:cubicBezTo>
                    <a:pt x="373095" y="117465"/>
                    <a:pt x="374846" y="117510"/>
                    <a:pt x="374846" y="117510"/>
                  </a:cubicBezTo>
                  <a:lnTo>
                    <a:pt x="374846" y="117510"/>
                  </a:lnTo>
                  <a:cubicBezTo>
                    <a:pt x="376732" y="117510"/>
                    <a:pt x="378304" y="115938"/>
                    <a:pt x="378304" y="114052"/>
                  </a:cubicBezTo>
                  <a:lnTo>
                    <a:pt x="378304" y="17332"/>
                  </a:lnTo>
                </a:path>
              </a:pathLst>
            </a:custGeom>
            <a:solidFill>
              <a:srgbClr val="2DBECD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B2AB5ED-A8B1-4603-916B-E3891984E0F8}"/>
                </a:ext>
              </a:extLst>
            </p:cNvPr>
            <p:cNvSpPr/>
            <p:nvPr/>
          </p:nvSpPr>
          <p:spPr>
            <a:xfrm>
              <a:off x="8984461" y="6166994"/>
              <a:ext cx="971825" cy="247682"/>
            </a:xfrm>
            <a:custGeom>
              <a:avLst/>
              <a:gdLst>
                <a:gd name="connsiteX0" fmla="*/ 162188 w 971825"/>
                <a:gd name="connsiteY0" fmla="*/ 244853 h 247682"/>
                <a:gd name="connsiteX1" fmla="*/ 162188 w 971825"/>
                <a:gd name="connsiteY1" fmla="*/ 189489 h 247682"/>
                <a:gd name="connsiteX2" fmla="*/ 162188 w 971825"/>
                <a:gd name="connsiteY2" fmla="*/ 189489 h 247682"/>
                <a:gd name="connsiteX3" fmla="*/ 157338 w 971825"/>
                <a:gd name="connsiteY3" fmla="*/ 176287 h 247682"/>
                <a:gd name="connsiteX4" fmla="*/ 143913 w 971825"/>
                <a:gd name="connsiteY4" fmla="*/ 171438 h 247682"/>
                <a:gd name="connsiteX5" fmla="*/ 133046 w 971825"/>
                <a:gd name="connsiteY5" fmla="*/ 171438 h 247682"/>
                <a:gd name="connsiteX6" fmla="*/ 129813 w 971825"/>
                <a:gd name="connsiteY6" fmla="*/ 174222 h 247682"/>
                <a:gd name="connsiteX7" fmla="*/ 129813 w 971825"/>
                <a:gd name="connsiteY7" fmla="*/ 189489 h 247682"/>
                <a:gd name="connsiteX8" fmla="*/ 129813 w 971825"/>
                <a:gd name="connsiteY8" fmla="*/ 229362 h 247682"/>
                <a:gd name="connsiteX9" fmla="*/ 134663 w 971825"/>
                <a:gd name="connsiteY9" fmla="*/ 242788 h 247682"/>
                <a:gd name="connsiteX10" fmla="*/ 148088 w 971825"/>
                <a:gd name="connsiteY10" fmla="*/ 247637 h 247682"/>
                <a:gd name="connsiteX11" fmla="*/ 158955 w 971825"/>
                <a:gd name="connsiteY11" fmla="*/ 247637 h 247682"/>
                <a:gd name="connsiteX12" fmla="*/ 162188 w 971825"/>
                <a:gd name="connsiteY12" fmla="*/ 244853 h 247682"/>
                <a:gd name="connsiteX13" fmla="*/ 162188 w 971825"/>
                <a:gd name="connsiteY13" fmla="*/ 156934 h 247682"/>
                <a:gd name="connsiteX14" fmla="*/ 162188 w 971825"/>
                <a:gd name="connsiteY14" fmla="*/ 147909 h 247682"/>
                <a:gd name="connsiteX15" fmla="*/ 157338 w 971825"/>
                <a:gd name="connsiteY15" fmla="*/ 134483 h 247682"/>
                <a:gd name="connsiteX16" fmla="*/ 143913 w 971825"/>
                <a:gd name="connsiteY16" fmla="*/ 129634 h 247682"/>
                <a:gd name="connsiteX17" fmla="*/ 132552 w 971825"/>
                <a:gd name="connsiteY17" fmla="*/ 129634 h 247682"/>
                <a:gd name="connsiteX18" fmla="*/ 129768 w 971825"/>
                <a:gd name="connsiteY18" fmla="*/ 132867 h 247682"/>
                <a:gd name="connsiteX19" fmla="*/ 129768 w 971825"/>
                <a:gd name="connsiteY19" fmla="*/ 156934 h 247682"/>
                <a:gd name="connsiteX20" fmla="*/ 132552 w 971825"/>
                <a:gd name="connsiteY20" fmla="*/ 160167 h 247682"/>
                <a:gd name="connsiteX21" fmla="*/ 159404 w 971825"/>
                <a:gd name="connsiteY21" fmla="*/ 160167 h 247682"/>
                <a:gd name="connsiteX22" fmla="*/ 162188 w 971825"/>
                <a:gd name="connsiteY22" fmla="*/ 156934 h 247682"/>
                <a:gd name="connsiteX23" fmla="*/ 455671 w 971825"/>
                <a:gd name="connsiteY23" fmla="*/ 115310 h 247682"/>
                <a:gd name="connsiteX24" fmla="*/ 455671 w 971825"/>
                <a:gd name="connsiteY24" fmla="*/ 59900 h 247682"/>
                <a:gd name="connsiteX25" fmla="*/ 455671 w 971825"/>
                <a:gd name="connsiteY25" fmla="*/ 59900 h 247682"/>
                <a:gd name="connsiteX26" fmla="*/ 450821 w 971825"/>
                <a:gd name="connsiteY26" fmla="*/ 46744 h 247682"/>
                <a:gd name="connsiteX27" fmla="*/ 437396 w 971825"/>
                <a:gd name="connsiteY27" fmla="*/ 41894 h 247682"/>
                <a:gd name="connsiteX28" fmla="*/ 426529 w 971825"/>
                <a:gd name="connsiteY28" fmla="*/ 41894 h 247682"/>
                <a:gd name="connsiteX29" fmla="*/ 423296 w 971825"/>
                <a:gd name="connsiteY29" fmla="*/ 44678 h 247682"/>
                <a:gd name="connsiteX30" fmla="*/ 423296 w 971825"/>
                <a:gd name="connsiteY30" fmla="*/ 59945 h 247682"/>
                <a:gd name="connsiteX31" fmla="*/ 423296 w 971825"/>
                <a:gd name="connsiteY31" fmla="*/ 99818 h 247682"/>
                <a:gd name="connsiteX32" fmla="*/ 428146 w 971825"/>
                <a:gd name="connsiteY32" fmla="*/ 113244 h 247682"/>
                <a:gd name="connsiteX33" fmla="*/ 441571 w 971825"/>
                <a:gd name="connsiteY33" fmla="*/ 118094 h 247682"/>
                <a:gd name="connsiteX34" fmla="*/ 452438 w 971825"/>
                <a:gd name="connsiteY34" fmla="*/ 118094 h 247682"/>
                <a:gd name="connsiteX35" fmla="*/ 455671 w 971825"/>
                <a:gd name="connsiteY35" fmla="*/ 115310 h 247682"/>
                <a:gd name="connsiteX36" fmla="*/ 455671 w 971825"/>
                <a:gd name="connsiteY36" fmla="*/ 27346 h 247682"/>
                <a:gd name="connsiteX37" fmla="*/ 455671 w 971825"/>
                <a:gd name="connsiteY37" fmla="*/ 18320 h 247682"/>
                <a:gd name="connsiteX38" fmla="*/ 450821 w 971825"/>
                <a:gd name="connsiteY38" fmla="*/ 4894 h 247682"/>
                <a:gd name="connsiteX39" fmla="*/ 437396 w 971825"/>
                <a:gd name="connsiteY39" fmla="*/ 45 h 247682"/>
                <a:gd name="connsiteX40" fmla="*/ 426035 w 971825"/>
                <a:gd name="connsiteY40" fmla="*/ 45 h 247682"/>
                <a:gd name="connsiteX41" fmla="*/ 423251 w 971825"/>
                <a:gd name="connsiteY41" fmla="*/ 3278 h 247682"/>
                <a:gd name="connsiteX42" fmla="*/ 423251 w 971825"/>
                <a:gd name="connsiteY42" fmla="*/ 27346 h 247682"/>
                <a:gd name="connsiteX43" fmla="*/ 426035 w 971825"/>
                <a:gd name="connsiteY43" fmla="*/ 30579 h 247682"/>
                <a:gd name="connsiteX44" fmla="*/ 452887 w 971825"/>
                <a:gd name="connsiteY44" fmla="*/ 30579 h 247682"/>
                <a:gd name="connsiteX45" fmla="*/ 455671 w 971825"/>
                <a:gd name="connsiteY45" fmla="*/ 27346 h 247682"/>
                <a:gd name="connsiteX46" fmla="*/ 413418 w 971825"/>
                <a:gd name="connsiteY46" fmla="*/ 116208 h 247682"/>
                <a:gd name="connsiteX47" fmla="*/ 413418 w 971825"/>
                <a:gd name="connsiteY47" fmla="*/ 91242 h 247682"/>
                <a:gd name="connsiteX48" fmla="*/ 412699 w 971825"/>
                <a:gd name="connsiteY48" fmla="*/ 89176 h 247682"/>
                <a:gd name="connsiteX49" fmla="*/ 410140 w 971825"/>
                <a:gd name="connsiteY49" fmla="*/ 88233 h 247682"/>
                <a:gd name="connsiteX50" fmla="*/ 403539 w 971825"/>
                <a:gd name="connsiteY50" fmla="*/ 85450 h 247682"/>
                <a:gd name="connsiteX51" fmla="*/ 397971 w 971825"/>
                <a:gd name="connsiteY51" fmla="*/ 80600 h 247682"/>
                <a:gd name="connsiteX52" fmla="*/ 394064 w 971825"/>
                <a:gd name="connsiteY52" fmla="*/ 74448 h 247682"/>
                <a:gd name="connsiteX53" fmla="*/ 392538 w 971825"/>
                <a:gd name="connsiteY53" fmla="*/ 67623 h 247682"/>
                <a:gd name="connsiteX54" fmla="*/ 392538 w 971825"/>
                <a:gd name="connsiteY54" fmla="*/ 18365 h 247682"/>
                <a:gd name="connsiteX55" fmla="*/ 387688 w 971825"/>
                <a:gd name="connsiteY55" fmla="*/ 4939 h 247682"/>
                <a:gd name="connsiteX56" fmla="*/ 374263 w 971825"/>
                <a:gd name="connsiteY56" fmla="*/ 90 h 247682"/>
                <a:gd name="connsiteX57" fmla="*/ 363396 w 971825"/>
                <a:gd name="connsiteY57" fmla="*/ 90 h 247682"/>
                <a:gd name="connsiteX58" fmla="*/ 360163 w 971825"/>
                <a:gd name="connsiteY58" fmla="*/ 2874 h 247682"/>
                <a:gd name="connsiteX59" fmla="*/ 360163 w 971825"/>
                <a:gd name="connsiteY59" fmla="*/ 68566 h 247682"/>
                <a:gd name="connsiteX60" fmla="*/ 364204 w 971825"/>
                <a:gd name="connsiteY60" fmla="*/ 87515 h 247682"/>
                <a:gd name="connsiteX61" fmla="*/ 375116 w 971825"/>
                <a:gd name="connsiteY61" fmla="*/ 103141 h 247682"/>
                <a:gd name="connsiteX62" fmla="*/ 390966 w 971825"/>
                <a:gd name="connsiteY62" fmla="*/ 114097 h 247682"/>
                <a:gd name="connsiteX63" fmla="*/ 410185 w 971825"/>
                <a:gd name="connsiteY63" fmla="*/ 119171 h 247682"/>
                <a:gd name="connsiteX64" fmla="*/ 413418 w 971825"/>
                <a:gd name="connsiteY64" fmla="*/ 116208 h 247682"/>
                <a:gd name="connsiteX65" fmla="*/ 293348 w 971825"/>
                <a:gd name="connsiteY65" fmla="*/ 244853 h 247682"/>
                <a:gd name="connsiteX66" fmla="*/ 293348 w 971825"/>
                <a:gd name="connsiteY66" fmla="*/ 195326 h 247682"/>
                <a:gd name="connsiteX67" fmla="*/ 288499 w 971825"/>
                <a:gd name="connsiteY67" fmla="*/ 181900 h 247682"/>
                <a:gd name="connsiteX68" fmla="*/ 275073 w 971825"/>
                <a:gd name="connsiteY68" fmla="*/ 177051 h 247682"/>
                <a:gd name="connsiteX69" fmla="*/ 221639 w 971825"/>
                <a:gd name="connsiteY69" fmla="*/ 177051 h 247682"/>
                <a:gd name="connsiteX70" fmla="*/ 218406 w 971825"/>
                <a:gd name="connsiteY70" fmla="*/ 179835 h 247682"/>
                <a:gd name="connsiteX71" fmla="*/ 220606 w 971825"/>
                <a:gd name="connsiteY71" fmla="*/ 189893 h 247682"/>
                <a:gd name="connsiteX72" fmla="*/ 226398 w 971825"/>
                <a:gd name="connsiteY72" fmla="*/ 197661 h 247682"/>
                <a:gd name="connsiteX73" fmla="*/ 234526 w 971825"/>
                <a:gd name="connsiteY73" fmla="*/ 202645 h 247682"/>
                <a:gd name="connsiteX74" fmla="*/ 243641 w 971825"/>
                <a:gd name="connsiteY74" fmla="*/ 204396 h 247682"/>
                <a:gd name="connsiteX75" fmla="*/ 262141 w 971825"/>
                <a:gd name="connsiteY75" fmla="*/ 204396 h 247682"/>
                <a:gd name="connsiteX76" fmla="*/ 262141 w 971825"/>
                <a:gd name="connsiteY76" fmla="*/ 217104 h 247682"/>
                <a:gd name="connsiteX77" fmla="*/ 242698 w 971825"/>
                <a:gd name="connsiteY77" fmla="*/ 217104 h 247682"/>
                <a:gd name="connsiteX78" fmla="*/ 228599 w 971825"/>
                <a:gd name="connsiteY78" fmla="*/ 213736 h 247682"/>
                <a:gd name="connsiteX79" fmla="*/ 216699 w 971825"/>
                <a:gd name="connsiteY79" fmla="*/ 204845 h 247682"/>
                <a:gd name="connsiteX80" fmla="*/ 208482 w 971825"/>
                <a:gd name="connsiteY80" fmla="*/ 192362 h 247682"/>
                <a:gd name="connsiteX81" fmla="*/ 205474 w 971825"/>
                <a:gd name="connsiteY81" fmla="*/ 178263 h 247682"/>
                <a:gd name="connsiteX82" fmla="*/ 210997 w 971825"/>
                <a:gd name="connsiteY82" fmla="*/ 164837 h 247682"/>
                <a:gd name="connsiteX83" fmla="*/ 224872 w 971825"/>
                <a:gd name="connsiteY83" fmla="*/ 160212 h 247682"/>
                <a:gd name="connsiteX84" fmla="*/ 287825 w 971825"/>
                <a:gd name="connsiteY84" fmla="*/ 160212 h 247682"/>
                <a:gd name="connsiteX85" fmla="*/ 291058 w 971825"/>
                <a:gd name="connsiteY85" fmla="*/ 157428 h 247682"/>
                <a:gd name="connsiteX86" fmla="*/ 291058 w 971825"/>
                <a:gd name="connsiteY86" fmla="*/ 147954 h 247682"/>
                <a:gd name="connsiteX87" fmla="*/ 286209 w 971825"/>
                <a:gd name="connsiteY87" fmla="*/ 134528 h 247682"/>
                <a:gd name="connsiteX88" fmla="*/ 272783 w 971825"/>
                <a:gd name="connsiteY88" fmla="*/ 129679 h 247682"/>
                <a:gd name="connsiteX89" fmla="*/ 225096 w 971825"/>
                <a:gd name="connsiteY89" fmla="*/ 129679 h 247682"/>
                <a:gd name="connsiteX90" fmla="*/ 204262 w 971825"/>
                <a:gd name="connsiteY90" fmla="*/ 133271 h 247682"/>
                <a:gd name="connsiteX91" fmla="*/ 187827 w 971825"/>
                <a:gd name="connsiteY91" fmla="*/ 143329 h 247682"/>
                <a:gd name="connsiteX92" fmla="*/ 176961 w 971825"/>
                <a:gd name="connsiteY92" fmla="*/ 158955 h 247682"/>
                <a:gd name="connsiteX93" fmla="*/ 173009 w 971825"/>
                <a:gd name="connsiteY93" fmla="*/ 179431 h 247682"/>
                <a:gd name="connsiteX94" fmla="*/ 178577 w 971825"/>
                <a:gd name="connsiteY94" fmla="*/ 206013 h 247682"/>
                <a:gd name="connsiteX95" fmla="*/ 193754 w 971825"/>
                <a:gd name="connsiteY95" fmla="*/ 227746 h 247682"/>
                <a:gd name="connsiteX96" fmla="*/ 215981 w 971825"/>
                <a:gd name="connsiteY96" fmla="*/ 242339 h 247682"/>
                <a:gd name="connsiteX97" fmla="*/ 242474 w 971825"/>
                <a:gd name="connsiteY97" fmla="*/ 247682 h 247682"/>
                <a:gd name="connsiteX98" fmla="*/ 290115 w 971825"/>
                <a:gd name="connsiteY98" fmla="*/ 247682 h 247682"/>
                <a:gd name="connsiteX99" fmla="*/ 293348 w 971825"/>
                <a:gd name="connsiteY99" fmla="*/ 244853 h 247682"/>
                <a:gd name="connsiteX100" fmla="*/ 595497 w 971825"/>
                <a:gd name="connsiteY100" fmla="*/ 209605 h 247682"/>
                <a:gd name="connsiteX101" fmla="*/ 599179 w 971825"/>
                <a:gd name="connsiteY101" fmla="*/ 204756 h 247682"/>
                <a:gd name="connsiteX102" fmla="*/ 610764 w 971825"/>
                <a:gd name="connsiteY102" fmla="*/ 203364 h 247682"/>
                <a:gd name="connsiteX103" fmla="*/ 646641 w 971825"/>
                <a:gd name="connsiteY103" fmla="*/ 203364 h 247682"/>
                <a:gd name="connsiteX104" fmla="*/ 638873 w 971825"/>
                <a:gd name="connsiteY104" fmla="*/ 216430 h 247682"/>
                <a:gd name="connsiteX105" fmla="*/ 621855 w 971825"/>
                <a:gd name="connsiteY105" fmla="*/ 220516 h 247682"/>
                <a:gd name="connsiteX106" fmla="*/ 602771 w 971825"/>
                <a:gd name="connsiteY106" fmla="*/ 217373 h 247682"/>
                <a:gd name="connsiteX107" fmla="*/ 595497 w 971825"/>
                <a:gd name="connsiteY107" fmla="*/ 209605 h 247682"/>
                <a:gd name="connsiteX108" fmla="*/ 559890 w 971825"/>
                <a:gd name="connsiteY108" fmla="*/ 202510 h 247682"/>
                <a:gd name="connsiteX109" fmla="*/ 565996 w 971825"/>
                <a:gd name="connsiteY109" fmla="*/ 223300 h 247682"/>
                <a:gd name="connsiteX110" fmla="*/ 581847 w 971825"/>
                <a:gd name="connsiteY110" fmla="*/ 237310 h 247682"/>
                <a:gd name="connsiteX111" fmla="*/ 603265 w 971825"/>
                <a:gd name="connsiteY111" fmla="*/ 245168 h 247682"/>
                <a:gd name="connsiteX112" fmla="*/ 626031 w 971825"/>
                <a:gd name="connsiteY112" fmla="*/ 247593 h 247682"/>
                <a:gd name="connsiteX113" fmla="*/ 676232 w 971825"/>
                <a:gd name="connsiteY113" fmla="*/ 247593 h 247682"/>
                <a:gd name="connsiteX114" fmla="*/ 679016 w 971825"/>
                <a:gd name="connsiteY114" fmla="*/ 244360 h 247682"/>
                <a:gd name="connsiteX115" fmla="*/ 679016 w 971825"/>
                <a:gd name="connsiteY115" fmla="*/ 197885 h 247682"/>
                <a:gd name="connsiteX116" fmla="*/ 674391 w 971825"/>
                <a:gd name="connsiteY116" fmla="*/ 171258 h 247682"/>
                <a:gd name="connsiteX117" fmla="*/ 661055 w 971825"/>
                <a:gd name="connsiteY117" fmla="*/ 149525 h 247682"/>
                <a:gd name="connsiteX118" fmla="*/ 639996 w 971825"/>
                <a:gd name="connsiteY118" fmla="*/ 134932 h 247682"/>
                <a:gd name="connsiteX119" fmla="*/ 611887 w 971825"/>
                <a:gd name="connsiteY119" fmla="*/ 129634 h 247682"/>
                <a:gd name="connsiteX120" fmla="*/ 566535 w 971825"/>
                <a:gd name="connsiteY120" fmla="*/ 129634 h 247682"/>
                <a:gd name="connsiteX121" fmla="*/ 563302 w 971825"/>
                <a:gd name="connsiteY121" fmla="*/ 132418 h 247682"/>
                <a:gd name="connsiteX122" fmla="*/ 563302 w 971825"/>
                <a:gd name="connsiteY122" fmla="*/ 141937 h 247682"/>
                <a:gd name="connsiteX123" fmla="*/ 568152 w 971825"/>
                <a:gd name="connsiteY123" fmla="*/ 155363 h 247682"/>
                <a:gd name="connsiteX124" fmla="*/ 581533 w 971825"/>
                <a:gd name="connsiteY124" fmla="*/ 160212 h 247682"/>
                <a:gd name="connsiteX125" fmla="*/ 613009 w 971825"/>
                <a:gd name="connsiteY125" fmla="*/ 160212 h 247682"/>
                <a:gd name="connsiteX126" fmla="*/ 627692 w 971825"/>
                <a:gd name="connsiteY126" fmla="*/ 163670 h 247682"/>
                <a:gd name="connsiteX127" fmla="*/ 638244 w 971825"/>
                <a:gd name="connsiteY127" fmla="*/ 172695 h 247682"/>
                <a:gd name="connsiteX128" fmla="*/ 608160 w 971825"/>
                <a:gd name="connsiteY128" fmla="*/ 172695 h 247682"/>
                <a:gd name="connsiteX129" fmla="*/ 572283 w 971825"/>
                <a:gd name="connsiteY129" fmla="*/ 180329 h 247682"/>
                <a:gd name="connsiteX130" fmla="*/ 559890 w 971825"/>
                <a:gd name="connsiteY130" fmla="*/ 202510 h 247682"/>
                <a:gd name="connsiteX131" fmla="*/ 583284 w 971825"/>
                <a:gd name="connsiteY131" fmla="*/ 76334 h 247682"/>
                <a:gd name="connsiteX132" fmla="*/ 586876 w 971825"/>
                <a:gd name="connsiteY132" fmla="*/ 58643 h 247682"/>
                <a:gd name="connsiteX133" fmla="*/ 581218 w 971825"/>
                <a:gd name="connsiteY133" fmla="*/ 36326 h 247682"/>
                <a:gd name="connsiteX134" fmla="*/ 565951 w 971825"/>
                <a:gd name="connsiteY134" fmla="*/ 17692 h 247682"/>
                <a:gd name="connsiteX135" fmla="*/ 543994 w 971825"/>
                <a:gd name="connsiteY135" fmla="*/ 4849 h 247682"/>
                <a:gd name="connsiteX136" fmla="*/ 518445 w 971825"/>
                <a:gd name="connsiteY136" fmla="*/ 135 h 247682"/>
                <a:gd name="connsiteX137" fmla="*/ 470534 w 971825"/>
                <a:gd name="connsiteY137" fmla="*/ 135 h 247682"/>
                <a:gd name="connsiteX138" fmla="*/ 467750 w 971825"/>
                <a:gd name="connsiteY138" fmla="*/ 2919 h 247682"/>
                <a:gd name="connsiteX139" fmla="*/ 467750 w 971825"/>
                <a:gd name="connsiteY139" fmla="*/ 99863 h 247682"/>
                <a:gd name="connsiteX140" fmla="*/ 472599 w 971825"/>
                <a:gd name="connsiteY140" fmla="*/ 113289 h 247682"/>
                <a:gd name="connsiteX141" fmla="*/ 486025 w 971825"/>
                <a:gd name="connsiteY141" fmla="*/ 118139 h 247682"/>
                <a:gd name="connsiteX142" fmla="*/ 497340 w 971825"/>
                <a:gd name="connsiteY142" fmla="*/ 118139 h 247682"/>
                <a:gd name="connsiteX143" fmla="*/ 500124 w 971825"/>
                <a:gd name="connsiteY143" fmla="*/ 114906 h 247682"/>
                <a:gd name="connsiteX144" fmla="*/ 500124 w 971825"/>
                <a:gd name="connsiteY144" fmla="*/ 88548 h 247682"/>
                <a:gd name="connsiteX145" fmla="*/ 517591 w 971825"/>
                <a:gd name="connsiteY145" fmla="*/ 98516 h 247682"/>
                <a:gd name="connsiteX146" fmla="*/ 537348 w 971825"/>
                <a:gd name="connsiteY146" fmla="*/ 101974 h 247682"/>
                <a:gd name="connsiteX147" fmla="*/ 557600 w 971825"/>
                <a:gd name="connsiteY147" fmla="*/ 98830 h 247682"/>
                <a:gd name="connsiteX148" fmla="*/ 573226 w 971825"/>
                <a:gd name="connsiteY148" fmla="*/ 90030 h 247682"/>
                <a:gd name="connsiteX149" fmla="*/ 583284 w 971825"/>
                <a:gd name="connsiteY149" fmla="*/ 76334 h 247682"/>
                <a:gd name="connsiteX150" fmla="*/ 553558 w 971825"/>
                <a:gd name="connsiteY150" fmla="*/ 58418 h 247682"/>
                <a:gd name="connsiteX151" fmla="*/ 548799 w 971825"/>
                <a:gd name="connsiteY151" fmla="*/ 67982 h 247682"/>
                <a:gd name="connsiteX152" fmla="*/ 536181 w 971825"/>
                <a:gd name="connsiteY152" fmla="*/ 71575 h 247682"/>
                <a:gd name="connsiteX153" fmla="*/ 523114 w 971825"/>
                <a:gd name="connsiteY153" fmla="*/ 69015 h 247682"/>
                <a:gd name="connsiteX154" fmla="*/ 511529 w 971825"/>
                <a:gd name="connsiteY154" fmla="*/ 62504 h 247682"/>
                <a:gd name="connsiteX155" fmla="*/ 503178 w 971825"/>
                <a:gd name="connsiteY155" fmla="*/ 53479 h 247682"/>
                <a:gd name="connsiteX156" fmla="*/ 500079 w 971825"/>
                <a:gd name="connsiteY156" fmla="*/ 43511 h 247682"/>
                <a:gd name="connsiteX157" fmla="*/ 505378 w 971825"/>
                <a:gd name="connsiteY157" fmla="*/ 33542 h 247682"/>
                <a:gd name="connsiteX158" fmla="*/ 517412 w 971825"/>
                <a:gd name="connsiteY158" fmla="*/ 30309 h 247682"/>
                <a:gd name="connsiteX159" fmla="*/ 530613 w 971825"/>
                <a:gd name="connsiteY159" fmla="*/ 32869 h 247682"/>
                <a:gd name="connsiteX160" fmla="*/ 542198 w 971825"/>
                <a:gd name="connsiteY160" fmla="*/ 39469 h 247682"/>
                <a:gd name="connsiteX161" fmla="*/ 550415 w 971825"/>
                <a:gd name="connsiteY161" fmla="*/ 48495 h 247682"/>
                <a:gd name="connsiteX162" fmla="*/ 553558 w 971825"/>
                <a:gd name="connsiteY162" fmla="*/ 58418 h 247682"/>
                <a:gd name="connsiteX163" fmla="*/ 358098 w 971825"/>
                <a:gd name="connsiteY163" fmla="*/ 116208 h 247682"/>
                <a:gd name="connsiteX164" fmla="*/ 358098 w 971825"/>
                <a:gd name="connsiteY164" fmla="*/ 91242 h 247682"/>
                <a:gd name="connsiteX165" fmla="*/ 357424 w 971825"/>
                <a:gd name="connsiteY165" fmla="*/ 89176 h 247682"/>
                <a:gd name="connsiteX166" fmla="*/ 354865 w 971825"/>
                <a:gd name="connsiteY166" fmla="*/ 88233 h 247682"/>
                <a:gd name="connsiteX167" fmla="*/ 348264 w 971825"/>
                <a:gd name="connsiteY167" fmla="*/ 85450 h 247682"/>
                <a:gd name="connsiteX168" fmla="*/ 342741 w 971825"/>
                <a:gd name="connsiteY168" fmla="*/ 80600 h 247682"/>
                <a:gd name="connsiteX169" fmla="*/ 338789 w 971825"/>
                <a:gd name="connsiteY169" fmla="*/ 74448 h 247682"/>
                <a:gd name="connsiteX170" fmla="*/ 337263 w 971825"/>
                <a:gd name="connsiteY170" fmla="*/ 67623 h 247682"/>
                <a:gd name="connsiteX171" fmla="*/ 337263 w 971825"/>
                <a:gd name="connsiteY171" fmla="*/ 18365 h 247682"/>
                <a:gd name="connsiteX172" fmla="*/ 332413 w 971825"/>
                <a:gd name="connsiteY172" fmla="*/ 4939 h 247682"/>
                <a:gd name="connsiteX173" fmla="*/ 318988 w 971825"/>
                <a:gd name="connsiteY173" fmla="*/ 90 h 247682"/>
                <a:gd name="connsiteX174" fmla="*/ 308121 w 971825"/>
                <a:gd name="connsiteY174" fmla="*/ 90 h 247682"/>
                <a:gd name="connsiteX175" fmla="*/ 304888 w 971825"/>
                <a:gd name="connsiteY175" fmla="*/ 2874 h 247682"/>
                <a:gd name="connsiteX176" fmla="*/ 304888 w 971825"/>
                <a:gd name="connsiteY176" fmla="*/ 68566 h 247682"/>
                <a:gd name="connsiteX177" fmla="*/ 308929 w 971825"/>
                <a:gd name="connsiteY177" fmla="*/ 87515 h 247682"/>
                <a:gd name="connsiteX178" fmla="*/ 319796 w 971825"/>
                <a:gd name="connsiteY178" fmla="*/ 103141 h 247682"/>
                <a:gd name="connsiteX179" fmla="*/ 335646 w 971825"/>
                <a:gd name="connsiteY179" fmla="*/ 114097 h 247682"/>
                <a:gd name="connsiteX180" fmla="*/ 354820 w 971825"/>
                <a:gd name="connsiteY180" fmla="*/ 119171 h 247682"/>
                <a:gd name="connsiteX181" fmla="*/ 358098 w 971825"/>
                <a:gd name="connsiteY181" fmla="*/ 116208 h 247682"/>
                <a:gd name="connsiteX182" fmla="*/ 292854 w 971825"/>
                <a:gd name="connsiteY182" fmla="*/ 115310 h 247682"/>
                <a:gd name="connsiteX183" fmla="*/ 292854 w 971825"/>
                <a:gd name="connsiteY183" fmla="*/ 59900 h 247682"/>
                <a:gd name="connsiteX184" fmla="*/ 292854 w 971825"/>
                <a:gd name="connsiteY184" fmla="*/ 59900 h 247682"/>
                <a:gd name="connsiteX185" fmla="*/ 288005 w 971825"/>
                <a:gd name="connsiteY185" fmla="*/ 46744 h 247682"/>
                <a:gd name="connsiteX186" fmla="*/ 274579 w 971825"/>
                <a:gd name="connsiteY186" fmla="*/ 41894 h 247682"/>
                <a:gd name="connsiteX187" fmla="*/ 263712 w 971825"/>
                <a:gd name="connsiteY187" fmla="*/ 41894 h 247682"/>
                <a:gd name="connsiteX188" fmla="*/ 260479 w 971825"/>
                <a:gd name="connsiteY188" fmla="*/ 44678 h 247682"/>
                <a:gd name="connsiteX189" fmla="*/ 260479 w 971825"/>
                <a:gd name="connsiteY189" fmla="*/ 59945 h 247682"/>
                <a:gd name="connsiteX190" fmla="*/ 260479 w 971825"/>
                <a:gd name="connsiteY190" fmla="*/ 99818 h 247682"/>
                <a:gd name="connsiteX191" fmla="*/ 265329 w 971825"/>
                <a:gd name="connsiteY191" fmla="*/ 113244 h 247682"/>
                <a:gd name="connsiteX192" fmla="*/ 278755 w 971825"/>
                <a:gd name="connsiteY192" fmla="*/ 118094 h 247682"/>
                <a:gd name="connsiteX193" fmla="*/ 289621 w 971825"/>
                <a:gd name="connsiteY193" fmla="*/ 118094 h 247682"/>
                <a:gd name="connsiteX194" fmla="*/ 292854 w 971825"/>
                <a:gd name="connsiteY194" fmla="*/ 115310 h 247682"/>
                <a:gd name="connsiteX195" fmla="*/ 292854 w 971825"/>
                <a:gd name="connsiteY195" fmla="*/ 27346 h 247682"/>
                <a:gd name="connsiteX196" fmla="*/ 292854 w 971825"/>
                <a:gd name="connsiteY196" fmla="*/ 18320 h 247682"/>
                <a:gd name="connsiteX197" fmla="*/ 288005 w 971825"/>
                <a:gd name="connsiteY197" fmla="*/ 4894 h 247682"/>
                <a:gd name="connsiteX198" fmla="*/ 274579 w 971825"/>
                <a:gd name="connsiteY198" fmla="*/ 45 h 247682"/>
                <a:gd name="connsiteX199" fmla="*/ 263219 w 971825"/>
                <a:gd name="connsiteY199" fmla="*/ 45 h 247682"/>
                <a:gd name="connsiteX200" fmla="*/ 260435 w 971825"/>
                <a:gd name="connsiteY200" fmla="*/ 3278 h 247682"/>
                <a:gd name="connsiteX201" fmla="*/ 260435 w 971825"/>
                <a:gd name="connsiteY201" fmla="*/ 27346 h 247682"/>
                <a:gd name="connsiteX202" fmla="*/ 263219 w 971825"/>
                <a:gd name="connsiteY202" fmla="*/ 30579 h 247682"/>
                <a:gd name="connsiteX203" fmla="*/ 290070 w 971825"/>
                <a:gd name="connsiteY203" fmla="*/ 30579 h 247682"/>
                <a:gd name="connsiteX204" fmla="*/ 292854 w 971825"/>
                <a:gd name="connsiteY204" fmla="*/ 27346 h 247682"/>
                <a:gd name="connsiteX205" fmla="*/ 551358 w 971825"/>
                <a:gd name="connsiteY205" fmla="*/ 146966 h 247682"/>
                <a:gd name="connsiteX206" fmla="*/ 534026 w 971825"/>
                <a:gd name="connsiteY206" fmla="*/ 129589 h 247682"/>
                <a:gd name="connsiteX207" fmla="*/ 515661 w 971825"/>
                <a:gd name="connsiteY207" fmla="*/ 129589 h 247682"/>
                <a:gd name="connsiteX208" fmla="*/ 513281 w 971825"/>
                <a:gd name="connsiteY208" fmla="*/ 130532 h 247682"/>
                <a:gd name="connsiteX209" fmla="*/ 476416 w 971825"/>
                <a:gd name="connsiteY209" fmla="*/ 165107 h 247682"/>
                <a:gd name="connsiteX210" fmla="*/ 428146 w 971825"/>
                <a:gd name="connsiteY210" fmla="*/ 183606 h 247682"/>
                <a:gd name="connsiteX211" fmla="*/ 378304 w 971825"/>
                <a:gd name="connsiteY211" fmla="*/ 163580 h 247682"/>
                <a:gd name="connsiteX212" fmla="*/ 350958 w 971825"/>
                <a:gd name="connsiteY212" fmla="*/ 137896 h 247682"/>
                <a:gd name="connsiteX213" fmla="*/ 330393 w 971825"/>
                <a:gd name="connsiteY213" fmla="*/ 129544 h 247682"/>
                <a:gd name="connsiteX214" fmla="*/ 308391 w 971825"/>
                <a:gd name="connsiteY214" fmla="*/ 129544 h 247682"/>
                <a:gd name="connsiteX215" fmla="*/ 304933 w 971825"/>
                <a:gd name="connsiteY215" fmla="*/ 133001 h 247682"/>
                <a:gd name="connsiteX216" fmla="*/ 304933 w 971825"/>
                <a:gd name="connsiteY216" fmla="*/ 230170 h 247682"/>
                <a:gd name="connsiteX217" fmla="*/ 322265 w 971825"/>
                <a:gd name="connsiteY217" fmla="*/ 247503 h 247682"/>
                <a:gd name="connsiteX218" fmla="*/ 329001 w 971825"/>
                <a:gd name="connsiteY218" fmla="*/ 247503 h 247682"/>
                <a:gd name="connsiteX219" fmla="*/ 333536 w 971825"/>
                <a:gd name="connsiteY219" fmla="*/ 247503 h 247682"/>
                <a:gd name="connsiteX220" fmla="*/ 336993 w 971825"/>
                <a:gd name="connsiteY220" fmla="*/ 244000 h 247682"/>
                <a:gd name="connsiteX221" fmla="*/ 336993 w 971825"/>
                <a:gd name="connsiteY221" fmla="*/ 209425 h 247682"/>
                <a:gd name="connsiteX222" fmla="*/ 353248 w 971825"/>
                <a:gd name="connsiteY222" fmla="*/ 192901 h 247682"/>
                <a:gd name="connsiteX223" fmla="*/ 392403 w 971825"/>
                <a:gd name="connsiteY223" fmla="*/ 216565 h 247682"/>
                <a:gd name="connsiteX224" fmla="*/ 428101 w 971825"/>
                <a:gd name="connsiteY224" fmla="*/ 239330 h 247682"/>
                <a:gd name="connsiteX225" fmla="*/ 463798 w 971825"/>
                <a:gd name="connsiteY225" fmla="*/ 216565 h 247682"/>
                <a:gd name="connsiteX226" fmla="*/ 502953 w 971825"/>
                <a:gd name="connsiteY226" fmla="*/ 192901 h 247682"/>
                <a:gd name="connsiteX227" fmla="*/ 519208 w 971825"/>
                <a:gd name="connsiteY227" fmla="*/ 209246 h 247682"/>
                <a:gd name="connsiteX228" fmla="*/ 519208 w 971825"/>
                <a:gd name="connsiteY228" fmla="*/ 230125 h 247682"/>
                <a:gd name="connsiteX229" fmla="*/ 536585 w 971825"/>
                <a:gd name="connsiteY229" fmla="*/ 247458 h 247682"/>
                <a:gd name="connsiteX230" fmla="*/ 544084 w 971825"/>
                <a:gd name="connsiteY230" fmla="*/ 247458 h 247682"/>
                <a:gd name="connsiteX231" fmla="*/ 547856 w 971825"/>
                <a:gd name="connsiteY231" fmla="*/ 247458 h 247682"/>
                <a:gd name="connsiteX232" fmla="*/ 551313 w 971825"/>
                <a:gd name="connsiteY232" fmla="*/ 244000 h 247682"/>
                <a:gd name="connsiteX233" fmla="*/ 551358 w 971825"/>
                <a:gd name="connsiteY233" fmla="*/ 146966 h 247682"/>
                <a:gd name="connsiteX234" fmla="*/ 633844 w 971825"/>
                <a:gd name="connsiteY234" fmla="*/ 36147 h 247682"/>
                <a:gd name="connsiteX235" fmla="*/ 647494 w 971825"/>
                <a:gd name="connsiteY235" fmla="*/ 30579 h 247682"/>
                <a:gd name="connsiteX236" fmla="*/ 660426 w 971825"/>
                <a:gd name="connsiteY236" fmla="*/ 34171 h 247682"/>
                <a:gd name="connsiteX237" fmla="*/ 672101 w 971825"/>
                <a:gd name="connsiteY237" fmla="*/ 43421 h 247682"/>
                <a:gd name="connsiteX238" fmla="*/ 680677 w 971825"/>
                <a:gd name="connsiteY238" fmla="*/ 56038 h 247682"/>
                <a:gd name="connsiteX239" fmla="*/ 684045 w 971825"/>
                <a:gd name="connsiteY239" fmla="*/ 69913 h 247682"/>
                <a:gd name="connsiteX240" fmla="*/ 678836 w 971825"/>
                <a:gd name="connsiteY240" fmla="*/ 84237 h 247682"/>
                <a:gd name="connsiteX241" fmla="*/ 665051 w 971825"/>
                <a:gd name="connsiteY241" fmla="*/ 89805 h 247682"/>
                <a:gd name="connsiteX242" fmla="*/ 652074 w 971825"/>
                <a:gd name="connsiteY242" fmla="*/ 86213 h 247682"/>
                <a:gd name="connsiteX243" fmla="*/ 640400 w 971825"/>
                <a:gd name="connsiteY243" fmla="*/ 76963 h 247682"/>
                <a:gd name="connsiteX244" fmla="*/ 631823 w 971825"/>
                <a:gd name="connsiteY244" fmla="*/ 64345 h 247682"/>
                <a:gd name="connsiteX245" fmla="*/ 628456 w 971825"/>
                <a:gd name="connsiteY245" fmla="*/ 50470 h 247682"/>
                <a:gd name="connsiteX246" fmla="*/ 633844 w 971825"/>
                <a:gd name="connsiteY246" fmla="*/ 36147 h 247682"/>
                <a:gd name="connsiteX247" fmla="*/ 598865 w 971825"/>
                <a:gd name="connsiteY247" fmla="*/ 45 h 247682"/>
                <a:gd name="connsiteX248" fmla="*/ 596081 w 971825"/>
                <a:gd name="connsiteY248" fmla="*/ 3278 h 247682"/>
                <a:gd name="connsiteX249" fmla="*/ 596081 w 971825"/>
                <a:gd name="connsiteY249" fmla="*/ 51189 h 247682"/>
                <a:gd name="connsiteX250" fmla="*/ 601874 w 971825"/>
                <a:gd name="connsiteY250" fmla="*/ 77547 h 247682"/>
                <a:gd name="connsiteX251" fmla="*/ 617230 w 971825"/>
                <a:gd name="connsiteY251" fmla="*/ 99639 h 247682"/>
                <a:gd name="connsiteX252" fmla="*/ 639322 w 971825"/>
                <a:gd name="connsiteY252" fmla="*/ 114816 h 247682"/>
                <a:gd name="connsiteX253" fmla="*/ 665231 w 971825"/>
                <a:gd name="connsiteY253" fmla="*/ 120384 h 247682"/>
                <a:gd name="connsiteX254" fmla="*/ 686155 w 971825"/>
                <a:gd name="connsiteY254" fmla="*/ 116657 h 247682"/>
                <a:gd name="connsiteX255" fmla="*/ 702275 w 971825"/>
                <a:gd name="connsiteY255" fmla="*/ 106239 h 247682"/>
                <a:gd name="connsiteX256" fmla="*/ 712693 w 971825"/>
                <a:gd name="connsiteY256" fmla="*/ 90164 h 247682"/>
                <a:gd name="connsiteX257" fmla="*/ 716420 w 971825"/>
                <a:gd name="connsiteY257" fmla="*/ 69195 h 247682"/>
                <a:gd name="connsiteX258" fmla="*/ 710627 w 971825"/>
                <a:gd name="connsiteY258" fmla="*/ 42837 h 247682"/>
                <a:gd name="connsiteX259" fmla="*/ 695226 w 971825"/>
                <a:gd name="connsiteY259" fmla="*/ 20745 h 247682"/>
                <a:gd name="connsiteX260" fmla="*/ 673134 w 971825"/>
                <a:gd name="connsiteY260" fmla="*/ 5568 h 247682"/>
                <a:gd name="connsiteX261" fmla="*/ 647225 w 971825"/>
                <a:gd name="connsiteY261" fmla="*/ 0 h 247682"/>
                <a:gd name="connsiteX262" fmla="*/ 598865 w 971825"/>
                <a:gd name="connsiteY262" fmla="*/ 0 h 247682"/>
                <a:gd name="connsiteX263" fmla="*/ 953685 w 971825"/>
                <a:gd name="connsiteY263" fmla="*/ 87425 h 247682"/>
                <a:gd name="connsiteX264" fmla="*/ 919469 w 971825"/>
                <a:gd name="connsiteY264" fmla="*/ 87425 h 247682"/>
                <a:gd name="connsiteX265" fmla="*/ 905864 w 971825"/>
                <a:gd name="connsiteY265" fmla="*/ 84327 h 247682"/>
                <a:gd name="connsiteX266" fmla="*/ 894862 w 971825"/>
                <a:gd name="connsiteY266" fmla="*/ 75975 h 247682"/>
                <a:gd name="connsiteX267" fmla="*/ 887543 w 971825"/>
                <a:gd name="connsiteY267" fmla="*/ 63941 h 247682"/>
                <a:gd name="connsiteX268" fmla="*/ 884894 w 971825"/>
                <a:gd name="connsiteY268" fmla="*/ 49977 h 247682"/>
                <a:gd name="connsiteX269" fmla="*/ 890148 w 971825"/>
                <a:gd name="connsiteY269" fmla="*/ 35653 h 247682"/>
                <a:gd name="connsiteX270" fmla="*/ 893830 w 971825"/>
                <a:gd name="connsiteY270" fmla="*/ 32958 h 247682"/>
                <a:gd name="connsiteX271" fmla="*/ 898769 w 971825"/>
                <a:gd name="connsiteY271" fmla="*/ 31117 h 247682"/>
                <a:gd name="connsiteX272" fmla="*/ 905414 w 971825"/>
                <a:gd name="connsiteY272" fmla="*/ 30354 h 247682"/>
                <a:gd name="connsiteX273" fmla="*/ 912060 w 971825"/>
                <a:gd name="connsiteY273" fmla="*/ 31117 h 247682"/>
                <a:gd name="connsiteX274" fmla="*/ 923420 w 971825"/>
                <a:gd name="connsiteY274" fmla="*/ 35742 h 247682"/>
                <a:gd name="connsiteX275" fmla="*/ 938238 w 971825"/>
                <a:gd name="connsiteY275" fmla="*/ 49213 h 247682"/>
                <a:gd name="connsiteX276" fmla="*/ 902631 w 971825"/>
                <a:gd name="connsiteY276" fmla="*/ 49213 h 247682"/>
                <a:gd name="connsiteX277" fmla="*/ 899442 w 971825"/>
                <a:gd name="connsiteY277" fmla="*/ 51997 h 247682"/>
                <a:gd name="connsiteX278" fmla="*/ 901463 w 971825"/>
                <a:gd name="connsiteY278" fmla="*/ 61067 h 247682"/>
                <a:gd name="connsiteX279" fmla="*/ 923780 w 971825"/>
                <a:gd name="connsiteY279" fmla="*/ 74538 h 247682"/>
                <a:gd name="connsiteX280" fmla="*/ 956918 w 971825"/>
                <a:gd name="connsiteY280" fmla="*/ 74538 h 247682"/>
                <a:gd name="connsiteX281" fmla="*/ 968952 w 971825"/>
                <a:gd name="connsiteY281" fmla="*/ 69913 h 247682"/>
                <a:gd name="connsiteX282" fmla="*/ 971825 w 971825"/>
                <a:gd name="connsiteY282" fmla="*/ 60035 h 247682"/>
                <a:gd name="connsiteX283" fmla="*/ 966437 w 971825"/>
                <a:gd name="connsiteY283" fmla="*/ 39469 h 247682"/>
                <a:gd name="connsiteX284" fmla="*/ 951889 w 971825"/>
                <a:gd name="connsiteY284" fmla="*/ 19937 h 247682"/>
                <a:gd name="connsiteX285" fmla="*/ 930605 w 971825"/>
                <a:gd name="connsiteY285" fmla="*/ 5613 h 247682"/>
                <a:gd name="connsiteX286" fmla="*/ 905190 w 971825"/>
                <a:gd name="connsiteY286" fmla="*/ 45 h 247682"/>
                <a:gd name="connsiteX287" fmla="*/ 856471 w 971825"/>
                <a:gd name="connsiteY287" fmla="*/ 45 h 247682"/>
                <a:gd name="connsiteX288" fmla="*/ 853911 w 971825"/>
                <a:gd name="connsiteY288" fmla="*/ 2604 h 247682"/>
                <a:gd name="connsiteX289" fmla="*/ 853911 w 971825"/>
                <a:gd name="connsiteY289" fmla="*/ 51144 h 247682"/>
                <a:gd name="connsiteX290" fmla="*/ 859165 w 971825"/>
                <a:gd name="connsiteY290" fmla="*/ 76918 h 247682"/>
                <a:gd name="connsiteX291" fmla="*/ 873489 w 971825"/>
                <a:gd name="connsiteY291" fmla="*/ 98157 h 247682"/>
                <a:gd name="connsiteX292" fmla="*/ 894548 w 971825"/>
                <a:gd name="connsiteY292" fmla="*/ 112571 h 247682"/>
                <a:gd name="connsiteX293" fmla="*/ 920322 w 971825"/>
                <a:gd name="connsiteY293" fmla="*/ 118049 h 247682"/>
                <a:gd name="connsiteX294" fmla="*/ 969221 w 971825"/>
                <a:gd name="connsiteY294" fmla="*/ 118049 h 247682"/>
                <a:gd name="connsiteX295" fmla="*/ 971781 w 971825"/>
                <a:gd name="connsiteY295" fmla="*/ 115489 h 247682"/>
                <a:gd name="connsiteX296" fmla="*/ 971781 w 971825"/>
                <a:gd name="connsiteY296" fmla="*/ 105656 h 247682"/>
                <a:gd name="connsiteX297" fmla="*/ 966976 w 971825"/>
                <a:gd name="connsiteY297" fmla="*/ 92230 h 247682"/>
                <a:gd name="connsiteX298" fmla="*/ 953685 w 971825"/>
                <a:gd name="connsiteY298" fmla="*/ 87425 h 247682"/>
                <a:gd name="connsiteX299" fmla="*/ 853866 w 971825"/>
                <a:gd name="connsiteY299" fmla="*/ 106554 h 247682"/>
                <a:gd name="connsiteX300" fmla="*/ 853866 w 971825"/>
                <a:gd name="connsiteY300" fmla="*/ 114726 h 247682"/>
                <a:gd name="connsiteX301" fmla="*/ 851127 w 971825"/>
                <a:gd name="connsiteY301" fmla="*/ 118094 h 247682"/>
                <a:gd name="connsiteX302" fmla="*/ 825443 w 971825"/>
                <a:gd name="connsiteY302" fmla="*/ 118049 h 247682"/>
                <a:gd name="connsiteX303" fmla="*/ 813185 w 971825"/>
                <a:gd name="connsiteY303" fmla="*/ 113783 h 247682"/>
                <a:gd name="connsiteX304" fmla="*/ 774254 w 971825"/>
                <a:gd name="connsiteY304" fmla="*/ 83070 h 247682"/>
                <a:gd name="connsiteX305" fmla="*/ 769899 w 971825"/>
                <a:gd name="connsiteY305" fmla="*/ 72563 h 247682"/>
                <a:gd name="connsiteX306" fmla="*/ 769899 w 971825"/>
                <a:gd name="connsiteY306" fmla="*/ 59945 h 247682"/>
                <a:gd name="connsiteX307" fmla="*/ 771919 w 971825"/>
                <a:gd name="connsiteY307" fmla="*/ 56712 h 247682"/>
                <a:gd name="connsiteX308" fmla="*/ 776095 w 971825"/>
                <a:gd name="connsiteY308" fmla="*/ 57879 h 247682"/>
                <a:gd name="connsiteX309" fmla="*/ 780720 w 971825"/>
                <a:gd name="connsiteY309" fmla="*/ 59316 h 247682"/>
                <a:gd name="connsiteX310" fmla="*/ 792529 w 971825"/>
                <a:gd name="connsiteY310" fmla="*/ 61292 h 247682"/>
                <a:gd name="connsiteX311" fmla="*/ 809009 w 971825"/>
                <a:gd name="connsiteY311" fmla="*/ 51997 h 247682"/>
                <a:gd name="connsiteX312" fmla="*/ 787815 w 971825"/>
                <a:gd name="connsiteY312" fmla="*/ 29950 h 247682"/>
                <a:gd name="connsiteX313" fmla="*/ 758449 w 971825"/>
                <a:gd name="connsiteY313" fmla="*/ 35832 h 247682"/>
                <a:gd name="connsiteX314" fmla="*/ 757550 w 971825"/>
                <a:gd name="connsiteY314" fmla="*/ 37943 h 247682"/>
                <a:gd name="connsiteX315" fmla="*/ 757146 w 971825"/>
                <a:gd name="connsiteY315" fmla="*/ 41176 h 247682"/>
                <a:gd name="connsiteX316" fmla="*/ 757146 w 971825"/>
                <a:gd name="connsiteY316" fmla="*/ 89491 h 247682"/>
                <a:gd name="connsiteX317" fmla="*/ 751489 w 971825"/>
                <a:gd name="connsiteY317" fmla="*/ 109427 h 247682"/>
                <a:gd name="connsiteX318" fmla="*/ 741386 w 971825"/>
                <a:gd name="connsiteY318" fmla="*/ 116971 h 247682"/>
                <a:gd name="connsiteX319" fmla="*/ 733168 w 971825"/>
                <a:gd name="connsiteY319" fmla="*/ 118094 h 247682"/>
                <a:gd name="connsiteX320" fmla="*/ 726478 w 971825"/>
                <a:gd name="connsiteY320" fmla="*/ 117196 h 247682"/>
                <a:gd name="connsiteX321" fmla="*/ 725355 w 971825"/>
                <a:gd name="connsiteY321" fmla="*/ 114277 h 247682"/>
                <a:gd name="connsiteX322" fmla="*/ 725355 w 971825"/>
                <a:gd name="connsiteY322" fmla="*/ 106329 h 247682"/>
                <a:gd name="connsiteX323" fmla="*/ 725355 w 971825"/>
                <a:gd name="connsiteY323" fmla="*/ 100222 h 247682"/>
                <a:gd name="connsiteX324" fmla="*/ 725355 w 971825"/>
                <a:gd name="connsiteY324" fmla="*/ 82531 h 247682"/>
                <a:gd name="connsiteX325" fmla="*/ 725355 w 971825"/>
                <a:gd name="connsiteY325" fmla="*/ 2649 h 247682"/>
                <a:gd name="connsiteX326" fmla="*/ 727915 w 971825"/>
                <a:gd name="connsiteY326" fmla="*/ 90 h 247682"/>
                <a:gd name="connsiteX327" fmla="*/ 775556 w 971825"/>
                <a:gd name="connsiteY327" fmla="*/ 90 h 247682"/>
                <a:gd name="connsiteX328" fmla="*/ 799355 w 971825"/>
                <a:gd name="connsiteY328" fmla="*/ 4131 h 247682"/>
                <a:gd name="connsiteX329" fmla="*/ 821222 w 971825"/>
                <a:gd name="connsiteY329" fmla="*/ 15087 h 247682"/>
                <a:gd name="connsiteX330" fmla="*/ 837118 w 971825"/>
                <a:gd name="connsiteY330" fmla="*/ 31387 h 247682"/>
                <a:gd name="connsiteX331" fmla="*/ 843225 w 971825"/>
                <a:gd name="connsiteY331" fmla="*/ 51369 h 247682"/>
                <a:gd name="connsiteX332" fmla="*/ 836759 w 971825"/>
                <a:gd name="connsiteY332" fmla="*/ 69779 h 247682"/>
                <a:gd name="connsiteX333" fmla="*/ 820324 w 971825"/>
                <a:gd name="connsiteY333" fmla="*/ 81902 h 247682"/>
                <a:gd name="connsiteX334" fmla="*/ 833391 w 971825"/>
                <a:gd name="connsiteY334" fmla="*/ 92230 h 247682"/>
                <a:gd name="connsiteX335" fmla="*/ 851891 w 971825"/>
                <a:gd name="connsiteY335" fmla="*/ 103680 h 247682"/>
                <a:gd name="connsiteX336" fmla="*/ 853866 w 971825"/>
                <a:gd name="connsiteY336" fmla="*/ 106554 h 247682"/>
                <a:gd name="connsiteX337" fmla="*/ 248491 w 971825"/>
                <a:gd name="connsiteY337" fmla="*/ 17422 h 247682"/>
                <a:gd name="connsiteX338" fmla="*/ 231158 w 971825"/>
                <a:gd name="connsiteY338" fmla="*/ 45 h 247682"/>
                <a:gd name="connsiteX339" fmla="*/ 212748 w 971825"/>
                <a:gd name="connsiteY339" fmla="*/ 45 h 247682"/>
                <a:gd name="connsiteX340" fmla="*/ 210368 w 971825"/>
                <a:gd name="connsiteY340" fmla="*/ 988 h 247682"/>
                <a:gd name="connsiteX341" fmla="*/ 173548 w 971825"/>
                <a:gd name="connsiteY341" fmla="*/ 35563 h 247682"/>
                <a:gd name="connsiteX342" fmla="*/ 125278 w 971825"/>
                <a:gd name="connsiteY342" fmla="*/ 54063 h 247682"/>
                <a:gd name="connsiteX343" fmla="*/ 75436 w 971825"/>
                <a:gd name="connsiteY343" fmla="*/ 34036 h 247682"/>
                <a:gd name="connsiteX344" fmla="*/ 48091 w 971825"/>
                <a:gd name="connsiteY344" fmla="*/ 8352 h 247682"/>
                <a:gd name="connsiteX345" fmla="*/ 27525 w 971825"/>
                <a:gd name="connsiteY345" fmla="*/ 0 h 247682"/>
                <a:gd name="connsiteX346" fmla="*/ 5523 w 971825"/>
                <a:gd name="connsiteY346" fmla="*/ 0 h 247682"/>
                <a:gd name="connsiteX347" fmla="*/ 2065 w 971825"/>
                <a:gd name="connsiteY347" fmla="*/ 3458 h 247682"/>
                <a:gd name="connsiteX348" fmla="*/ 2065 w 971825"/>
                <a:gd name="connsiteY348" fmla="*/ 100627 h 247682"/>
                <a:gd name="connsiteX349" fmla="*/ 19398 w 971825"/>
                <a:gd name="connsiteY349" fmla="*/ 117959 h 247682"/>
                <a:gd name="connsiteX350" fmla="*/ 26088 w 971825"/>
                <a:gd name="connsiteY350" fmla="*/ 117959 h 247682"/>
                <a:gd name="connsiteX351" fmla="*/ 30624 w 971825"/>
                <a:gd name="connsiteY351" fmla="*/ 117959 h 247682"/>
                <a:gd name="connsiteX352" fmla="*/ 34081 w 971825"/>
                <a:gd name="connsiteY352" fmla="*/ 114457 h 247682"/>
                <a:gd name="connsiteX353" fmla="*/ 34081 w 971825"/>
                <a:gd name="connsiteY353" fmla="*/ 79882 h 247682"/>
                <a:gd name="connsiteX354" fmla="*/ 50336 w 971825"/>
                <a:gd name="connsiteY354" fmla="*/ 63357 h 247682"/>
                <a:gd name="connsiteX355" fmla="*/ 89491 w 971825"/>
                <a:gd name="connsiteY355" fmla="*/ 87021 h 247682"/>
                <a:gd name="connsiteX356" fmla="*/ 125188 w 971825"/>
                <a:gd name="connsiteY356" fmla="*/ 109787 h 247682"/>
                <a:gd name="connsiteX357" fmla="*/ 160886 w 971825"/>
                <a:gd name="connsiteY357" fmla="*/ 87021 h 247682"/>
                <a:gd name="connsiteX358" fmla="*/ 200041 w 971825"/>
                <a:gd name="connsiteY358" fmla="*/ 63357 h 247682"/>
                <a:gd name="connsiteX359" fmla="*/ 216295 w 971825"/>
                <a:gd name="connsiteY359" fmla="*/ 79702 h 247682"/>
                <a:gd name="connsiteX360" fmla="*/ 216295 w 971825"/>
                <a:gd name="connsiteY360" fmla="*/ 100582 h 247682"/>
                <a:gd name="connsiteX361" fmla="*/ 233673 w 971825"/>
                <a:gd name="connsiteY361" fmla="*/ 117914 h 247682"/>
                <a:gd name="connsiteX362" fmla="*/ 241171 w 971825"/>
                <a:gd name="connsiteY362" fmla="*/ 117914 h 247682"/>
                <a:gd name="connsiteX363" fmla="*/ 244943 w 971825"/>
                <a:gd name="connsiteY363" fmla="*/ 117914 h 247682"/>
                <a:gd name="connsiteX364" fmla="*/ 248446 w 971825"/>
                <a:gd name="connsiteY364" fmla="*/ 114412 h 247682"/>
                <a:gd name="connsiteX365" fmla="*/ 248491 w 971825"/>
                <a:gd name="connsiteY365" fmla="*/ 17422 h 247682"/>
                <a:gd name="connsiteX366" fmla="*/ 75346 w 971825"/>
                <a:gd name="connsiteY366" fmla="*/ 159179 h 247682"/>
                <a:gd name="connsiteX367" fmla="*/ 89580 w 971825"/>
                <a:gd name="connsiteY367" fmla="*/ 164837 h 247682"/>
                <a:gd name="connsiteX368" fmla="*/ 94071 w 971825"/>
                <a:gd name="connsiteY368" fmla="*/ 167127 h 247682"/>
                <a:gd name="connsiteX369" fmla="*/ 97438 w 971825"/>
                <a:gd name="connsiteY369" fmla="*/ 167576 h 247682"/>
                <a:gd name="connsiteX370" fmla="*/ 106239 w 971825"/>
                <a:gd name="connsiteY370" fmla="*/ 162951 h 247682"/>
                <a:gd name="connsiteX371" fmla="*/ 118049 w 971825"/>
                <a:gd name="connsiteY371" fmla="*/ 150693 h 247682"/>
                <a:gd name="connsiteX372" fmla="*/ 118722 w 971825"/>
                <a:gd name="connsiteY372" fmla="*/ 149076 h 247682"/>
                <a:gd name="connsiteX373" fmla="*/ 117330 w 971825"/>
                <a:gd name="connsiteY373" fmla="*/ 146517 h 247682"/>
                <a:gd name="connsiteX374" fmla="*/ 91556 w 971825"/>
                <a:gd name="connsiteY374" fmla="*/ 132418 h 247682"/>
                <a:gd name="connsiteX375" fmla="*/ 58104 w 971825"/>
                <a:gd name="connsiteY375" fmla="*/ 127344 h 247682"/>
                <a:gd name="connsiteX376" fmla="*/ 37404 w 971825"/>
                <a:gd name="connsiteY376" fmla="*/ 129409 h 247682"/>
                <a:gd name="connsiteX377" fmla="*/ 19937 w 971825"/>
                <a:gd name="connsiteY377" fmla="*/ 135875 h 247682"/>
                <a:gd name="connsiteX378" fmla="*/ 7813 w 971825"/>
                <a:gd name="connsiteY378" fmla="*/ 147325 h 247682"/>
                <a:gd name="connsiteX379" fmla="*/ 3278 w 971825"/>
                <a:gd name="connsiteY379" fmla="*/ 164343 h 247682"/>
                <a:gd name="connsiteX380" fmla="*/ 7184 w 971825"/>
                <a:gd name="connsiteY380" fmla="*/ 179386 h 247682"/>
                <a:gd name="connsiteX381" fmla="*/ 18051 w 971825"/>
                <a:gd name="connsiteY381" fmla="*/ 190028 h 247682"/>
                <a:gd name="connsiteX382" fmla="*/ 34485 w 971825"/>
                <a:gd name="connsiteY382" fmla="*/ 197077 h 247682"/>
                <a:gd name="connsiteX383" fmla="*/ 55050 w 971825"/>
                <a:gd name="connsiteY383" fmla="*/ 201343 h 247682"/>
                <a:gd name="connsiteX384" fmla="*/ 68252 w 971825"/>
                <a:gd name="connsiteY384" fmla="*/ 203543 h 247682"/>
                <a:gd name="connsiteX385" fmla="*/ 76334 w 971825"/>
                <a:gd name="connsiteY385" fmla="*/ 205609 h 247682"/>
                <a:gd name="connsiteX386" fmla="*/ 80420 w 971825"/>
                <a:gd name="connsiteY386" fmla="*/ 207944 h 247682"/>
                <a:gd name="connsiteX387" fmla="*/ 81453 w 971825"/>
                <a:gd name="connsiteY387" fmla="*/ 211087 h 247682"/>
                <a:gd name="connsiteX388" fmla="*/ 76918 w 971825"/>
                <a:gd name="connsiteY388" fmla="*/ 216295 h 247682"/>
                <a:gd name="connsiteX389" fmla="*/ 65019 w 971825"/>
                <a:gd name="connsiteY389" fmla="*/ 217822 h 247682"/>
                <a:gd name="connsiteX390" fmla="*/ 44184 w 971825"/>
                <a:gd name="connsiteY390" fmla="*/ 215712 h 247682"/>
                <a:gd name="connsiteX391" fmla="*/ 29366 w 971825"/>
                <a:gd name="connsiteY391" fmla="*/ 209919 h 247682"/>
                <a:gd name="connsiteX392" fmla="*/ 24876 w 971825"/>
                <a:gd name="connsiteY392" fmla="*/ 207629 h 247682"/>
                <a:gd name="connsiteX393" fmla="*/ 21508 w 971825"/>
                <a:gd name="connsiteY393" fmla="*/ 207180 h 247682"/>
                <a:gd name="connsiteX394" fmla="*/ 12707 w 971825"/>
                <a:gd name="connsiteY394" fmla="*/ 211805 h 247682"/>
                <a:gd name="connsiteX395" fmla="*/ 674 w 971825"/>
                <a:gd name="connsiteY395" fmla="*/ 224288 h 247682"/>
                <a:gd name="connsiteX396" fmla="*/ 0 w 971825"/>
                <a:gd name="connsiteY396" fmla="*/ 225905 h 247682"/>
                <a:gd name="connsiteX397" fmla="*/ 1392 w 971825"/>
                <a:gd name="connsiteY397" fmla="*/ 228464 h 247682"/>
                <a:gd name="connsiteX398" fmla="*/ 12618 w 971825"/>
                <a:gd name="connsiteY398" fmla="*/ 236457 h 247682"/>
                <a:gd name="connsiteX399" fmla="*/ 28109 w 971825"/>
                <a:gd name="connsiteY399" fmla="*/ 242474 h 247682"/>
                <a:gd name="connsiteX400" fmla="*/ 46968 w 971825"/>
                <a:gd name="connsiteY400" fmla="*/ 246290 h 247682"/>
                <a:gd name="connsiteX401" fmla="*/ 68252 w 971825"/>
                <a:gd name="connsiteY401" fmla="*/ 247682 h 247682"/>
                <a:gd name="connsiteX402" fmla="*/ 117106 w 971825"/>
                <a:gd name="connsiteY402" fmla="*/ 247682 h 247682"/>
                <a:gd name="connsiteX403" fmla="*/ 118722 w 971825"/>
                <a:gd name="connsiteY403" fmla="*/ 246739 h 247682"/>
                <a:gd name="connsiteX404" fmla="*/ 118947 w 971825"/>
                <a:gd name="connsiteY404" fmla="*/ 245572 h 247682"/>
                <a:gd name="connsiteX405" fmla="*/ 118947 w 971825"/>
                <a:gd name="connsiteY405" fmla="*/ 218496 h 247682"/>
                <a:gd name="connsiteX406" fmla="*/ 116163 w 971825"/>
                <a:gd name="connsiteY406" fmla="*/ 198918 h 247682"/>
                <a:gd name="connsiteX407" fmla="*/ 108305 w 971825"/>
                <a:gd name="connsiteY407" fmla="*/ 186345 h 247682"/>
                <a:gd name="connsiteX408" fmla="*/ 95957 w 971825"/>
                <a:gd name="connsiteY408" fmla="*/ 178937 h 247682"/>
                <a:gd name="connsiteX409" fmla="*/ 79612 w 971825"/>
                <a:gd name="connsiteY409" fmla="*/ 175030 h 247682"/>
                <a:gd name="connsiteX410" fmla="*/ 49977 w 971825"/>
                <a:gd name="connsiteY410" fmla="*/ 169911 h 247682"/>
                <a:gd name="connsiteX411" fmla="*/ 39110 w 971825"/>
                <a:gd name="connsiteY411" fmla="*/ 163221 h 247682"/>
                <a:gd name="connsiteX412" fmla="*/ 56712 w 971825"/>
                <a:gd name="connsiteY412" fmla="*/ 156979 h 247682"/>
                <a:gd name="connsiteX413" fmla="*/ 75346 w 971825"/>
                <a:gd name="connsiteY413" fmla="*/ 159179 h 24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</a:cxnLst>
              <a:rect l="l" t="t" r="r" b="b"/>
              <a:pathLst>
                <a:path w="971825" h="247682">
                  <a:moveTo>
                    <a:pt x="162188" y="244853"/>
                  </a:moveTo>
                  <a:lnTo>
                    <a:pt x="162188" y="189489"/>
                  </a:lnTo>
                  <a:lnTo>
                    <a:pt x="162188" y="189489"/>
                  </a:lnTo>
                  <a:cubicBezTo>
                    <a:pt x="162143" y="183876"/>
                    <a:pt x="160527" y="179520"/>
                    <a:pt x="157338" y="176287"/>
                  </a:cubicBezTo>
                  <a:cubicBezTo>
                    <a:pt x="154106" y="173054"/>
                    <a:pt x="149615" y="171438"/>
                    <a:pt x="143913" y="171438"/>
                  </a:cubicBezTo>
                  <a:lnTo>
                    <a:pt x="133046" y="171438"/>
                  </a:lnTo>
                  <a:cubicBezTo>
                    <a:pt x="130891" y="171438"/>
                    <a:pt x="129813" y="172336"/>
                    <a:pt x="129813" y="174222"/>
                  </a:cubicBezTo>
                  <a:lnTo>
                    <a:pt x="129813" y="189489"/>
                  </a:lnTo>
                  <a:lnTo>
                    <a:pt x="129813" y="229362"/>
                  </a:lnTo>
                  <a:cubicBezTo>
                    <a:pt x="129813" y="235065"/>
                    <a:pt x="131430" y="239555"/>
                    <a:pt x="134663" y="242788"/>
                  </a:cubicBezTo>
                  <a:cubicBezTo>
                    <a:pt x="137896" y="246021"/>
                    <a:pt x="142386" y="247637"/>
                    <a:pt x="148088" y="247637"/>
                  </a:cubicBezTo>
                  <a:lnTo>
                    <a:pt x="158955" y="247637"/>
                  </a:lnTo>
                  <a:cubicBezTo>
                    <a:pt x="161110" y="247637"/>
                    <a:pt x="162188" y="246739"/>
                    <a:pt x="162188" y="244853"/>
                  </a:cubicBezTo>
                  <a:moveTo>
                    <a:pt x="162188" y="156934"/>
                  </a:moveTo>
                  <a:lnTo>
                    <a:pt x="162188" y="147909"/>
                  </a:lnTo>
                  <a:cubicBezTo>
                    <a:pt x="162188" y="142206"/>
                    <a:pt x="160571" y="137716"/>
                    <a:pt x="157338" y="134483"/>
                  </a:cubicBezTo>
                  <a:cubicBezTo>
                    <a:pt x="154106" y="131250"/>
                    <a:pt x="149615" y="129634"/>
                    <a:pt x="143913" y="129634"/>
                  </a:cubicBezTo>
                  <a:lnTo>
                    <a:pt x="132552" y="129634"/>
                  </a:lnTo>
                  <a:cubicBezTo>
                    <a:pt x="130711" y="129634"/>
                    <a:pt x="129768" y="130711"/>
                    <a:pt x="129768" y="132867"/>
                  </a:cubicBezTo>
                  <a:lnTo>
                    <a:pt x="129768" y="156934"/>
                  </a:lnTo>
                  <a:cubicBezTo>
                    <a:pt x="129768" y="159090"/>
                    <a:pt x="130711" y="160167"/>
                    <a:pt x="132552" y="160167"/>
                  </a:cubicBezTo>
                  <a:lnTo>
                    <a:pt x="159404" y="160167"/>
                  </a:lnTo>
                  <a:cubicBezTo>
                    <a:pt x="161290" y="160122"/>
                    <a:pt x="162188" y="159045"/>
                    <a:pt x="162188" y="156934"/>
                  </a:cubicBezTo>
                  <a:moveTo>
                    <a:pt x="455671" y="115310"/>
                  </a:moveTo>
                  <a:lnTo>
                    <a:pt x="455671" y="59900"/>
                  </a:lnTo>
                  <a:lnTo>
                    <a:pt x="455671" y="59900"/>
                  </a:lnTo>
                  <a:cubicBezTo>
                    <a:pt x="455626" y="54287"/>
                    <a:pt x="454009" y="49932"/>
                    <a:pt x="450821" y="46744"/>
                  </a:cubicBezTo>
                  <a:cubicBezTo>
                    <a:pt x="447588" y="43511"/>
                    <a:pt x="443098" y="41894"/>
                    <a:pt x="437396" y="41894"/>
                  </a:cubicBezTo>
                  <a:lnTo>
                    <a:pt x="426529" y="41894"/>
                  </a:lnTo>
                  <a:cubicBezTo>
                    <a:pt x="424374" y="41894"/>
                    <a:pt x="423296" y="42837"/>
                    <a:pt x="423296" y="44678"/>
                  </a:cubicBezTo>
                  <a:lnTo>
                    <a:pt x="423296" y="59945"/>
                  </a:lnTo>
                  <a:lnTo>
                    <a:pt x="423296" y="99818"/>
                  </a:lnTo>
                  <a:cubicBezTo>
                    <a:pt x="423296" y="105521"/>
                    <a:pt x="424913" y="110011"/>
                    <a:pt x="428146" y="113244"/>
                  </a:cubicBezTo>
                  <a:cubicBezTo>
                    <a:pt x="431379" y="116477"/>
                    <a:pt x="435869" y="118094"/>
                    <a:pt x="441571" y="118094"/>
                  </a:cubicBezTo>
                  <a:lnTo>
                    <a:pt x="452438" y="118094"/>
                  </a:lnTo>
                  <a:cubicBezTo>
                    <a:pt x="454548" y="118094"/>
                    <a:pt x="455671" y="117151"/>
                    <a:pt x="455671" y="115310"/>
                  </a:cubicBezTo>
                  <a:moveTo>
                    <a:pt x="455671" y="27346"/>
                  </a:moveTo>
                  <a:lnTo>
                    <a:pt x="455671" y="18320"/>
                  </a:lnTo>
                  <a:cubicBezTo>
                    <a:pt x="455671" y="12618"/>
                    <a:pt x="454054" y="8127"/>
                    <a:pt x="450821" y="4894"/>
                  </a:cubicBezTo>
                  <a:cubicBezTo>
                    <a:pt x="447588" y="1661"/>
                    <a:pt x="443098" y="45"/>
                    <a:pt x="437396" y="45"/>
                  </a:cubicBezTo>
                  <a:lnTo>
                    <a:pt x="426035" y="45"/>
                  </a:lnTo>
                  <a:cubicBezTo>
                    <a:pt x="424194" y="45"/>
                    <a:pt x="423251" y="1123"/>
                    <a:pt x="423251" y="3278"/>
                  </a:cubicBezTo>
                  <a:lnTo>
                    <a:pt x="423251" y="27346"/>
                  </a:lnTo>
                  <a:cubicBezTo>
                    <a:pt x="423251" y="29501"/>
                    <a:pt x="424194" y="30579"/>
                    <a:pt x="426035" y="30579"/>
                  </a:cubicBezTo>
                  <a:lnTo>
                    <a:pt x="452887" y="30579"/>
                  </a:lnTo>
                  <a:cubicBezTo>
                    <a:pt x="454728" y="30579"/>
                    <a:pt x="455671" y="29501"/>
                    <a:pt x="455671" y="27346"/>
                  </a:cubicBezTo>
                  <a:moveTo>
                    <a:pt x="413418" y="116208"/>
                  </a:moveTo>
                  <a:lnTo>
                    <a:pt x="413418" y="91242"/>
                  </a:lnTo>
                  <a:cubicBezTo>
                    <a:pt x="413418" y="90164"/>
                    <a:pt x="413193" y="89446"/>
                    <a:pt x="412699" y="89176"/>
                  </a:cubicBezTo>
                  <a:cubicBezTo>
                    <a:pt x="412250" y="88862"/>
                    <a:pt x="411397" y="88548"/>
                    <a:pt x="410140" y="88233"/>
                  </a:cubicBezTo>
                  <a:cubicBezTo>
                    <a:pt x="407850" y="87784"/>
                    <a:pt x="405604" y="86886"/>
                    <a:pt x="403539" y="85450"/>
                  </a:cubicBezTo>
                  <a:cubicBezTo>
                    <a:pt x="401474" y="84102"/>
                    <a:pt x="399588" y="82441"/>
                    <a:pt x="397971" y="80600"/>
                  </a:cubicBezTo>
                  <a:cubicBezTo>
                    <a:pt x="396355" y="78759"/>
                    <a:pt x="395052" y="76694"/>
                    <a:pt x="394064" y="74448"/>
                  </a:cubicBezTo>
                  <a:cubicBezTo>
                    <a:pt x="393077" y="72203"/>
                    <a:pt x="392538" y="69913"/>
                    <a:pt x="392538" y="67623"/>
                  </a:cubicBezTo>
                  <a:lnTo>
                    <a:pt x="392538" y="18365"/>
                  </a:lnTo>
                  <a:cubicBezTo>
                    <a:pt x="392538" y="12663"/>
                    <a:pt x="390921" y="8172"/>
                    <a:pt x="387688" y="4939"/>
                  </a:cubicBezTo>
                  <a:cubicBezTo>
                    <a:pt x="384455" y="1706"/>
                    <a:pt x="379965" y="90"/>
                    <a:pt x="374263" y="90"/>
                  </a:cubicBezTo>
                  <a:lnTo>
                    <a:pt x="363396" y="90"/>
                  </a:lnTo>
                  <a:cubicBezTo>
                    <a:pt x="361241" y="90"/>
                    <a:pt x="360163" y="1033"/>
                    <a:pt x="360163" y="2874"/>
                  </a:cubicBezTo>
                  <a:lnTo>
                    <a:pt x="360163" y="68566"/>
                  </a:lnTo>
                  <a:cubicBezTo>
                    <a:pt x="360163" y="75346"/>
                    <a:pt x="361510" y="81678"/>
                    <a:pt x="364204" y="87515"/>
                  </a:cubicBezTo>
                  <a:cubicBezTo>
                    <a:pt x="366899" y="93397"/>
                    <a:pt x="370536" y="98561"/>
                    <a:pt x="375116" y="103141"/>
                  </a:cubicBezTo>
                  <a:cubicBezTo>
                    <a:pt x="379651" y="107676"/>
                    <a:pt x="384949" y="111358"/>
                    <a:pt x="390966" y="114097"/>
                  </a:cubicBezTo>
                  <a:cubicBezTo>
                    <a:pt x="396983" y="116881"/>
                    <a:pt x="403404" y="118588"/>
                    <a:pt x="410185" y="119171"/>
                  </a:cubicBezTo>
                  <a:cubicBezTo>
                    <a:pt x="412340" y="119351"/>
                    <a:pt x="413418" y="118363"/>
                    <a:pt x="413418" y="116208"/>
                  </a:cubicBezTo>
                  <a:moveTo>
                    <a:pt x="293348" y="244853"/>
                  </a:moveTo>
                  <a:lnTo>
                    <a:pt x="293348" y="195326"/>
                  </a:lnTo>
                  <a:cubicBezTo>
                    <a:pt x="293348" y="189623"/>
                    <a:pt x="291732" y="185133"/>
                    <a:pt x="288499" y="181900"/>
                  </a:cubicBezTo>
                  <a:cubicBezTo>
                    <a:pt x="285266" y="178667"/>
                    <a:pt x="280775" y="177051"/>
                    <a:pt x="275073" y="177051"/>
                  </a:cubicBezTo>
                  <a:lnTo>
                    <a:pt x="221639" y="177051"/>
                  </a:lnTo>
                  <a:cubicBezTo>
                    <a:pt x="219484" y="177051"/>
                    <a:pt x="218406" y="177994"/>
                    <a:pt x="218406" y="179835"/>
                  </a:cubicBezTo>
                  <a:cubicBezTo>
                    <a:pt x="218406" y="183517"/>
                    <a:pt x="219124" y="186884"/>
                    <a:pt x="220606" y="189893"/>
                  </a:cubicBezTo>
                  <a:cubicBezTo>
                    <a:pt x="222043" y="192901"/>
                    <a:pt x="224019" y="195506"/>
                    <a:pt x="226398" y="197661"/>
                  </a:cubicBezTo>
                  <a:cubicBezTo>
                    <a:pt x="228778" y="199861"/>
                    <a:pt x="231472" y="201478"/>
                    <a:pt x="234526" y="202645"/>
                  </a:cubicBezTo>
                  <a:cubicBezTo>
                    <a:pt x="237534" y="203813"/>
                    <a:pt x="240588" y="204396"/>
                    <a:pt x="243641" y="204396"/>
                  </a:cubicBezTo>
                  <a:lnTo>
                    <a:pt x="262141" y="204396"/>
                  </a:lnTo>
                  <a:lnTo>
                    <a:pt x="262141" y="217104"/>
                  </a:lnTo>
                  <a:lnTo>
                    <a:pt x="242698" y="217104"/>
                  </a:lnTo>
                  <a:cubicBezTo>
                    <a:pt x="237759" y="217104"/>
                    <a:pt x="233044" y="215981"/>
                    <a:pt x="228599" y="213736"/>
                  </a:cubicBezTo>
                  <a:cubicBezTo>
                    <a:pt x="224109" y="211491"/>
                    <a:pt x="220157" y="208527"/>
                    <a:pt x="216699" y="204845"/>
                  </a:cubicBezTo>
                  <a:cubicBezTo>
                    <a:pt x="213242" y="201163"/>
                    <a:pt x="210503" y="196987"/>
                    <a:pt x="208482" y="192362"/>
                  </a:cubicBezTo>
                  <a:cubicBezTo>
                    <a:pt x="206462" y="187737"/>
                    <a:pt x="205474" y="183023"/>
                    <a:pt x="205474" y="178263"/>
                  </a:cubicBezTo>
                  <a:cubicBezTo>
                    <a:pt x="205474" y="172381"/>
                    <a:pt x="207315" y="167935"/>
                    <a:pt x="210997" y="164837"/>
                  </a:cubicBezTo>
                  <a:cubicBezTo>
                    <a:pt x="214724" y="161739"/>
                    <a:pt x="219349" y="160212"/>
                    <a:pt x="224872" y="160212"/>
                  </a:cubicBezTo>
                  <a:lnTo>
                    <a:pt x="287825" y="160212"/>
                  </a:lnTo>
                  <a:cubicBezTo>
                    <a:pt x="289980" y="160212"/>
                    <a:pt x="291058" y="159269"/>
                    <a:pt x="291058" y="157428"/>
                  </a:cubicBezTo>
                  <a:lnTo>
                    <a:pt x="291058" y="147954"/>
                  </a:lnTo>
                  <a:cubicBezTo>
                    <a:pt x="291058" y="142251"/>
                    <a:pt x="289442" y="137761"/>
                    <a:pt x="286209" y="134528"/>
                  </a:cubicBezTo>
                  <a:cubicBezTo>
                    <a:pt x="282976" y="131295"/>
                    <a:pt x="278485" y="129679"/>
                    <a:pt x="272783" y="129679"/>
                  </a:cubicBezTo>
                  <a:lnTo>
                    <a:pt x="225096" y="129679"/>
                  </a:lnTo>
                  <a:cubicBezTo>
                    <a:pt x="217553" y="129679"/>
                    <a:pt x="210593" y="130846"/>
                    <a:pt x="204262" y="133271"/>
                  </a:cubicBezTo>
                  <a:cubicBezTo>
                    <a:pt x="197930" y="135695"/>
                    <a:pt x="192452" y="139018"/>
                    <a:pt x="187827" y="143329"/>
                  </a:cubicBezTo>
                  <a:cubicBezTo>
                    <a:pt x="183202" y="147640"/>
                    <a:pt x="179565" y="152848"/>
                    <a:pt x="176961" y="158955"/>
                  </a:cubicBezTo>
                  <a:cubicBezTo>
                    <a:pt x="174312" y="165062"/>
                    <a:pt x="173009" y="171887"/>
                    <a:pt x="173009" y="179431"/>
                  </a:cubicBezTo>
                  <a:cubicBezTo>
                    <a:pt x="173009" y="188815"/>
                    <a:pt x="174850" y="197706"/>
                    <a:pt x="178577" y="206013"/>
                  </a:cubicBezTo>
                  <a:cubicBezTo>
                    <a:pt x="182259" y="214365"/>
                    <a:pt x="187333" y="221594"/>
                    <a:pt x="193754" y="227746"/>
                  </a:cubicBezTo>
                  <a:cubicBezTo>
                    <a:pt x="200131" y="233942"/>
                    <a:pt x="207584" y="238792"/>
                    <a:pt x="215981" y="242339"/>
                  </a:cubicBezTo>
                  <a:cubicBezTo>
                    <a:pt x="224378" y="245886"/>
                    <a:pt x="233224" y="247682"/>
                    <a:pt x="242474" y="247682"/>
                  </a:cubicBezTo>
                  <a:lnTo>
                    <a:pt x="290115" y="247682"/>
                  </a:lnTo>
                  <a:cubicBezTo>
                    <a:pt x="292271" y="247637"/>
                    <a:pt x="293348" y="246695"/>
                    <a:pt x="293348" y="244853"/>
                  </a:cubicBezTo>
                  <a:moveTo>
                    <a:pt x="595497" y="209605"/>
                  </a:moveTo>
                  <a:cubicBezTo>
                    <a:pt x="595497" y="207315"/>
                    <a:pt x="596710" y="205698"/>
                    <a:pt x="599179" y="204756"/>
                  </a:cubicBezTo>
                  <a:cubicBezTo>
                    <a:pt x="601649" y="203813"/>
                    <a:pt x="605511" y="203364"/>
                    <a:pt x="610764" y="203364"/>
                  </a:cubicBezTo>
                  <a:lnTo>
                    <a:pt x="646641" y="203364"/>
                  </a:lnTo>
                  <a:cubicBezTo>
                    <a:pt x="646327" y="209381"/>
                    <a:pt x="643767" y="213736"/>
                    <a:pt x="638873" y="216430"/>
                  </a:cubicBezTo>
                  <a:cubicBezTo>
                    <a:pt x="634024" y="219124"/>
                    <a:pt x="628366" y="220516"/>
                    <a:pt x="621855" y="220516"/>
                  </a:cubicBezTo>
                  <a:cubicBezTo>
                    <a:pt x="613997" y="220516"/>
                    <a:pt x="607621" y="219439"/>
                    <a:pt x="602771" y="217373"/>
                  </a:cubicBezTo>
                  <a:cubicBezTo>
                    <a:pt x="597922" y="215263"/>
                    <a:pt x="595497" y="212703"/>
                    <a:pt x="595497" y="209605"/>
                  </a:cubicBezTo>
                  <a:moveTo>
                    <a:pt x="559890" y="202510"/>
                  </a:moveTo>
                  <a:cubicBezTo>
                    <a:pt x="559890" y="210683"/>
                    <a:pt x="561910" y="217598"/>
                    <a:pt x="565996" y="223300"/>
                  </a:cubicBezTo>
                  <a:cubicBezTo>
                    <a:pt x="570082" y="229003"/>
                    <a:pt x="575381" y="233673"/>
                    <a:pt x="581847" y="237310"/>
                  </a:cubicBezTo>
                  <a:cubicBezTo>
                    <a:pt x="588313" y="240947"/>
                    <a:pt x="595452" y="243551"/>
                    <a:pt x="603265" y="245168"/>
                  </a:cubicBezTo>
                  <a:cubicBezTo>
                    <a:pt x="611034" y="246784"/>
                    <a:pt x="618667" y="247593"/>
                    <a:pt x="626031" y="247593"/>
                  </a:cubicBezTo>
                  <a:lnTo>
                    <a:pt x="676232" y="247593"/>
                  </a:lnTo>
                  <a:cubicBezTo>
                    <a:pt x="678073" y="247593"/>
                    <a:pt x="679016" y="246515"/>
                    <a:pt x="679016" y="244360"/>
                  </a:cubicBezTo>
                  <a:lnTo>
                    <a:pt x="679016" y="197885"/>
                  </a:lnTo>
                  <a:cubicBezTo>
                    <a:pt x="679016" y="188501"/>
                    <a:pt x="677444" y="179610"/>
                    <a:pt x="674391" y="171258"/>
                  </a:cubicBezTo>
                  <a:cubicBezTo>
                    <a:pt x="671293" y="162951"/>
                    <a:pt x="666892" y="155722"/>
                    <a:pt x="661055" y="149525"/>
                  </a:cubicBezTo>
                  <a:cubicBezTo>
                    <a:pt x="655263" y="143374"/>
                    <a:pt x="648258" y="138524"/>
                    <a:pt x="639996" y="134932"/>
                  </a:cubicBezTo>
                  <a:cubicBezTo>
                    <a:pt x="631734" y="131385"/>
                    <a:pt x="622394" y="129634"/>
                    <a:pt x="611887" y="129634"/>
                  </a:cubicBezTo>
                  <a:lnTo>
                    <a:pt x="566535" y="129634"/>
                  </a:lnTo>
                  <a:cubicBezTo>
                    <a:pt x="564380" y="129634"/>
                    <a:pt x="563302" y="130577"/>
                    <a:pt x="563302" y="132418"/>
                  </a:cubicBezTo>
                  <a:lnTo>
                    <a:pt x="563302" y="141937"/>
                  </a:lnTo>
                  <a:cubicBezTo>
                    <a:pt x="563302" y="147640"/>
                    <a:pt x="564919" y="152130"/>
                    <a:pt x="568152" y="155363"/>
                  </a:cubicBezTo>
                  <a:cubicBezTo>
                    <a:pt x="571385" y="158596"/>
                    <a:pt x="575830" y="160212"/>
                    <a:pt x="581533" y="160212"/>
                  </a:cubicBezTo>
                  <a:lnTo>
                    <a:pt x="613009" y="160212"/>
                  </a:lnTo>
                  <a:cubicBezTo>
                    <a:pt x="618398" y="160212"/>
                    <a:pt x="623292" y="161335"/>
                    <a:pt x="627692" y="163670"/>
                  </a:cubicBezTo>
                  <a:cubicBezTo>
                    <a:pt x="632093" y="166005"/>
                    <a:pt x="635595" y="168968"/>
                    <a:pt x="638244" y="172695"/>
                  </a:cubicBezTo>
                  <a:lnTo>
                    <a:pt x="608160" y="172695"/>
                  </a:lnTo>
                  <a:cubicBezTo>
                    <a:pt x="592579" y="172695"/>
                    <a:pt x="580635" y="175255"/>
                    <a:pt x="572283" y="180329"/>
                  </a:cubicBezTo>
                  <a:cubicBezTo>
                    <a:pt x="564021" y="185403"/>
                    <a:pt x="559890" y="192811"/>
                    <a:pt x="559890" y="202510"/>
                  </a:cubicBezTo>
                  <a:moveTo>
                    <a:pt x="583284" y="76334"/>
                  </a:moveTo>
                  <a:cubicBezTo>
                    <a:pt x="585664" y="71036"/>
                    <a:pt x="586876" y="65109"/>
                    <a:pt x="586876" y="58643"/>
                  </a:cubicBezTo>
                  <a:cubicBezTo>
                    <a:pt x="586876" y="50785"/>
                    <a:pt x="584990" y="43376"/>
                    <a:pt x="581218" y="36326"/>
                  </a:cubicBezTo>
                  <a:cubicBezTo>
                    <a:pt x="577447" y="29276"/>
                    <a:pt x="572328" y="23080"/>
                    <a:pt x="565951" y="17692"/>
                  </a:cubicBezTo>
                  <a:cubicBezTo>
                    <a:pt x="559575" y="12303"/>
                    <a:pt x="552256" y="7993"/>
                    <a:pt x="543994" y="4849"/>
                  </a:cubicBezTo>
                  <a:cubicBezTo>
                    <a:pt x="535732" y="1706"/>
                    <a:pt x="527201" y="135"/>
                    <a:pt x="518445" y="135"/>
                  </a:cubicBezTo>
                  <a:lnTo>
                    <a:pt x="470534" y="135"/>
                  </a:lnTo>
                  <a:cubicBezTo>
                    <a:pt x="468693" y="135"/>
                    <a:pt x="467750" y="1033"/>
                    <a:pt x="467750" y="2919"/>
                  </a:cubicBezTo>
                  <a:lnTo>
                    <a:pt x="467750" y="99863"/>
                  </a:lnTo>
                  <a:cubicBezTo>
                    <a:pt x="467750" y="105566"/>
                    <a:pt x="469366" y="110056"/>
                    <a:pt x="472599" y="113289"/>
                  </a:cubicBezTo>
                  <a:cubicBezTo>
                    <a:pt x="475832" y="116522"/>
                    <a:pt x="480322" y="118139"/>
                    <a:pt x="486025" y="118139"/>
                  </a:cubicBezTo>
                  <a:lnTo>
                    <a:pt x="497340" y="118139"/>
                  </a:lnTo>
                  <a:cubicBezTo>
                    <a:pt x="499181" y="118139"/>
                    <a:pt x="500124" y="117061"/>
                    <a:pt x="500124" y="114906"/>
                  </a:cubicBezTo>
                  <a:lnTo>
                    <a:pt x="500124" y="88548"/>
                  </a:lnTo>
                  <a:cubicBezTo>
                    <a:pt x="505513" y="92858"/>
                    <a:pt x="511350" y="96181"/>
                    <a:pt x="517591" y="98516"/>
                  </a:cubicBezTo>
                  <a:cubicBezTo>
                    <a:pt x="523833" y="100851"/>
                    <a:pt x="530434" y="101974"/>
                    <a:pt x="537348" y="101974"/>
                  </a:cubicBezTo>
                  <a:cubicBezTo>
                    <a:pt x="544757" y="101974"/>
                    <a:pt x="551493" y="100941"/>
                    <a:pt x="557600" y="98830"/>
                  </a:cubicBezTo>
                  <a:cubicBezTo>
                    <a:pt x="563706" y="96765"/>
                    <a:pt x="568870" y="93846"/>
                    <a:pt x="573226" y="90030"/>
                  </a:cubicBezTo>
                  <a:cubicBezTo>
                    <a:pt x="577536" y="86168"/>
                    <a:pt x="580904" y="81633"/>
                    <a:pt x="583284" y="76334"/>
                  </a:cubicBezTo>
                  <a:moveTo>
                    <a:pt x="553558" y="58418"/>
                  </a:moveTo>
                  <a:cubicBezTo>
                    <a:pt x="553558" y="62415"/>
                    <a:pt x="551987" y="65603"/>
                    <a:pt x="548799" y="67982"/>
                  </a:cubicBezTo>
                  <a:cubicBezTo>
                    <a:pt x="545655" y="70407"/>
                    <a:pt x="541435" y="71575"/>
                    <a:pt x="536181" y="71575"/>
                  </a:cubicBezTo>
                  <a:cubicBezTo>
                    <a:pt x="531691" y="71575"/>
                    <a:pt x="527335" y="70721"/>
                    <a:pt x="523114" y="69015"/>
                  </a:cubicBezTo>
                  <a:cubicBezTo>
                    <a:pt x="518849" y="67309"/>
                    <a:pt x="515032" y="65154"/>
                    <a:pt x="511529" y="62504"/>
                  </a:cubicBezTo>
                  <a:cubicBezTo>
                    <a:pt x="508072" y="59855"/>
                    <a:pt x="505288" y="56891"/>
                    <a:pt x="503178" y="53479"/>
                  </a:cubicBezTo>
                  <a:cubicBezTo>
                    <a:pt x="501112" y="50066"/>
                    <a:pt x="500079" y="46788"/>
                    <a:pt x="500079" y="43511"/>
                  </a:cubicBezTo>
                  <a:cubicBezTo>
                    <a:pt x="500079" y="39020"/>
                    <a:pt x="501831" y="35742"/>
                    <a:pt x="505378" y="33542"/>
                  </a:cubicBezTo>
                  <a:cubicBezTo>
                    <a:pt x="508925" y="31387"/>
                    <a:pt x="512921" y="30309"/>
                    <a:pt x="517412" y="30309"/>
                  </a:cubicBezTo>
                  <a:cubicBezTo>
                    <a:pt x="521902" y="30309"/>
                    <a:pt x="526302" y="31162"/>
                    <a:pt x="530613" y="32869"/>
                  </a:cubicBezTo>
                  <a:cubicBezTo>
                    <a:pt x="534924" y="34575"/>
                    <a:pt x="538785" y="36775"/>
                    <a:pt x="542198" y="39469"/>
                  </a:cubicBezTo>
                  <a:cubicBezTo>
                    <a:pt x="545566" y="42163"/>
                    <a:pt x="548305" y="45172"/>
                    <a:pt x="550415" y="48495"/>
                  </a:cubicBezTo>
                  <a:cubicBezTo>
                    <a:pt x="552526" y="51862"/>
                    <a:pt x="553558" y="55140"/>
                    <a:pt x="553558" y="58418"/>
                  </a:cubicBezTo>
                  <a:moveTo>
                    <a:pt x="358098" y="116208"/>
                  </a:moveTo>
                  <a:lnTo>
                    <a:pt x="358098" y="91242"/>
                  </a:lnTo>
                  <a:cubicBezTo>
                    <a:pt x="358098" y="90164"/>
                    <a:pt x="357873" y="89446"/>
                    <a:pt x="357424" y="89176"/>
                  </a:cubicBezTo>
                  <a:cubicBezTo>
                    <a:pt x="356975" y="88862"/>
                    <a:pt x="356122" y="88548"/>
                    <a:pt x="354865" y="88233"/>
                  </a:cubicBezTo>
                  <a:cubicBezTo>
                    <a:pt x="352575" y="87784"/>
                    <a:pt x="350374" y="86886"/>
                    <a:pt x="348264" y="85450"/>
                  </a:cubicBezTo>
                  <a:cubicBezTo>
                    <a:pt x="346199" y="84102"/>
                    <a:pt x="344357" y="82441"/>
                    <a:pt x="342741" y="80600"/>
                  </a:cubicBezTo>
                  <a:cubicBezTo>
                    <a:pt x="341124" y="78759"/>
                    <a:pt x="339822" y="76694"/>
                    <a:pt x="338789" y="74448"/>
                  </a:cubicBezTo>
                  <a:cubicBezTo>
                    <a:pt x="337802" y="72203"/>
                    <a:pt x="337263" y="69913"/>
                    <a:pt x="337263" y="67623"/>
                  </a:cubicBezTo>
                  <a:lnTo>
                    <a:pt x="337263" y="18365"/>
                  </a:lnTo>
                  <a:cubicBezTo>
                    <a:pt x="337263" y="12663"/>
                    <a:pt x="335646" y="8172"/>
                    <a:pt x="332413" y="4939"/>
                  </a:cubicBezTo>
                  <a:cubicBezTo>
                    <a:pt x="329180" y="1706"/>
                    <a:pt x="324690" y="90"/>
                    <a:pt x="318988" y="90"/>
                  </a:cubicBezTo>
                  <a:lnTo>
                    <a:pt x="308121" y="90"/>
                  </a:lnTo>
                  <a:cubicBezTo>
                    <a:pt x="305966" y="90"/>
                    <a:pt x="304888" y="1033"/>
                    <a:pt x="304888" y="2874"/>
                  </a:cubicBezTo>
                  <a:lnTo>
                    <a:pt x="304888" y="68566"/>
                  </a:lnTo>
                  <a:cubicBezTo>
                    <a:pt x="304888" y="75346"/>
                    <a:pt x="306235" y="81678"/>
                    <a:pt x="308929" y="87515"/>
                  </a:cubicBezTo>
                  <a:cubicBezTo>
                    <a:pt x="311624" y="93397"/>
                    <a:pt x="315261" y="98561"/>
                    <a:pt x="319796" y="103141"/>
                  </a:cubicBezTo>
                  <a:cubicBezTo>
                    <a:pt x="324331" y="107676"/>
                    <a:pt x="329629" y="111358"/>
                    <a:pt x="335646" y="114097"/>
                  </a:cubicBezTo>
                  <a:cubicBezTo>
                    <a:pt x="341663" y="116881"/>
                    <a:pt x="348084" y="118588"/>
                    <a:pt x="354820" y="119171"/>
                  </a:cubicBezTo>
                  <a:cubicBezTo>
                    <a:pt x="357020" y="119351"/>
                    <a:pt x="358098" y="118363"/>
                    <a:pt x="358098" y="116208"/>
                  </a:cubicBezTo>
                  <a:moveTo>
                    <a:pt x="292854" y="115310"/>
                  </a:moveTo>
                  <a:lnTo>
                    <a:pt x="292854" y="59900"/>
                  </a:lnTo>
                  <a:lnTo>
                    <a:pt x="292854" y="59900"/>
                  </a:lnTo>
                  <a:cubicBezTo>
                    <a:pt x="292809" y="54287"/>
                    <a:pt x="291193" y="49932"/>
                    <a:pt x="288005" y="46744"/>
                  </a:cubicBezTo>
                  <a:cubicBezTo>
                    <a:pt x="284772" y="43511"/>
                    <a:pt x="280281" y="41894"/>
                    <a:pt x="274579" y="41894"/>
                  </a:cubicBezTo>
                  <a:lnTo>
                    <a:pt x="263712" y="41894"/>
                  </a:lnTo>
                  <a:cubicBezTo>
                    <a:pt x="261557" y="41894"/>
                    <a:pt x="260479" y="42837"/>
                    <a:pt x="260479" y="44678"/>
                  </a:cubicBezTo>
                  <a:lnTo>
                    <a:pt x="260479" y="59945"/>
                  </a:lnTo>
                  <a:lnTo>
                    <a:pt x="260479" y="99818"/>
                  </a:lnTo>
                  <a:cubicBezTo>
                    <a:pt x="260479" y="105521"/>
                    <a:pt x="262096" y="110011"/>
                    <a:pt x="265329" y="113244"/>
                  </a:cubicBezTo>
                  <a:cubicBezTo>
                    <a:pt x="268562" y="116477"/>
                    <a:pt x="273052" y="118094"/>
                    <a:pt x="278755" y="118094"/>
                  </a:cubicBezTo>
                  <a:lnTo>
                    <a:pt x="289621" y="118094"/>
                  </a:lnTo>
                  <a:cubicBezTo>
                    <a:pt x="291777" y="118094"/>
                    <a:pt x="292854" y="117151"/>
                    <a:pt x="292854" y="115310"/>
                  </a:cubicBezTo>
                  <a:moveTo>
                    <a:pt x="292854" y="27346"/>
                  </a:moveTo>
                  <a:lnTo>
                    <a:pt x="292854" y="18320"/>
                  </a:lnTo>
                  <a:cubicBezTo>
                    <a:pt x="292854" y="12618"/>
                    <a:pt x="291238" y="8127"/>
                    <a:pt x="288005" y="4894"/>
                  </a:cubicBezTo>
                  <a:cubicBezTo>
                    <a:pt x="284772" y="1661"/>
                    <a:pt x="280281" y="45"/>
                    <a:pt x="274579" y="45"/>
                  </a:cubicBezTo>
                  <a:lnTo>
                    <a:pt x="263219" y="45"/>
                  </a:lnTo>
                  <a:cubicBezTo>
                    <a:pt x="261378" y="45"/>
                    <a:pt x="260435" y="1123"/>
                    <a:pt x="260435" y="3278"/>
                  </a:cubicBezTo>
                  <a:lnTo>
                    <a:pt x="260435" y="27346"/>
                  </a:lnTo>
                  <a:cubicBezTo>
                    <a:pt x="260435" y="29501"/>
                    <a:pt x="261378" y="30579"/>
                    <a:pt x="263219" y="30579"/>
                  </a:cubicBezTo>
                  <a:lnTo>
                    <a:pt x="290070" y="30579"/>
                  </a:lnTo>
                  <a:cubicBezTo>
                    <a:pt x="291956" y="30579"/>
                    <a:pt x="292854" y="29501"/>
                    <a:pt x="292854" y="27346"/>
                  </a:cubicBezTo>
                  <a:moveTo>
                    <a:pt x="551358" y="146966"/>
                  </a:moveTo>
                  <a:cubicBezTo>
                    <a:pt x="551358" y="137357"/>
                    <a:pt x="543590" y="129589"/>
                    <a:pt x="534026" y="129589"/>
                  </a:cubicBezTo>
                  <a:lnTo>
                    <a:pt x="515661" y="129589"/>
                  </a:lnTo>
                  <a:cubicBezTo>
                    <a:pt x="514718" y="129589"/>
                    <a:pt x="513909" y="129948"/>
                    <a:pt x="513281" y="130532"/>
                  </a:cubicBezTo>
                  <a:lnTo>
                    <a:pt x="476416" y="165107"/>
                  </a:lnTo>
                  <a:cubicBezTo>
                    <a:pt x="463798" y="176961"/>
                    <a:pt x="446825" y="183606"/>
                    <a:pt x="428146" y="183606"/>
                  </a:cubicBezTo>
                  <a:cubicBezTo>
                    <a:pt x="408703" y="183606"/>
                    <a:pt x="391101" y="176332"/>
                    <a:pt x="378304" y="163580"/>
                  </a:cubicBezTo>
                  <a:cubicBezTo>
                    <a:pt x="378304" y="163580"/>
                    <a:pt x="351228" y="138120"/>
                    <a:pt x="350958" y="137896"/>
                  </a:cubicBezTo>
                  <a:cubicBezTo>
                    <a:pt x="345749" y="133046"/>
                    <a:pt x="338610" y="129723"/>
                    <a:pt x="330393" y="129544"/>
                  </a:cubicBezTo>
                  <a:lnTo>
                    <a:pt x="308391" y="129544"/>
                  </a:lnTo>
                  <a:cubicBezTo>
                    <a:pt x="306505" y="129544"/>
                    <a:pt x="304933" y="131115"/>
                    <a:pt x="304933" y="133001"/>
                  </a:cubicBezTo>
                  <a:lnTo>
                    <a:pt x="304933" y="230170"/>
                  </a:lnTo>
                  <a:cubicBezTo>
                    <a:pt x="304933" y="239735"/>
                    <a:pt x="312701" y="247503"/>
                    <a:pt x="322265" y="247503"/>
                  </a:cubicBezTo>
                  <a:lnTo>
                    <a:pt x="329001" y="247503"/>
                  </a:lnTo>
                  <a:lnTo>
                    <a:pt x="333536" y="247503"/>
                  </a:lnTo>
                  <a:cubicBezTo>
                    <a:pt x="335422" y="247503"/>
                    <a:pt x="336993" y="245931"/>
                    <a:pt x="336993" y="244000"/>
                  </a:cubicBezTo>
                  <a:lnTo>
                    <a:pt x="336993" y="209425"/>
                  </a:lnTo>
                  <a:cubicBezTo>
                    <a:pt x="336993" y="200400"/>
                    <a:pt x="344357" y="192901"/>
                    <a:pt x="353248" y="192901"/>
                  </a:cubicBezTo>
                  <a:cubicBezTo>
                    <a:pt x="369817" y="192901"/>
                    <a:pt x="381671" y="207090"/>
                    <a:pt x="392403" y="216565"/>
                  </a:cubicBezTo>
                  <a:cubicBezTo>
                    <a:pt x="405560" y="228150"/>
                    <a:pt x="415663" y="239330"/>
                    <a:pt x="428101" y="239330"/>
                  </a:cubicBezTo>
                  <a:cubicBezTo>
                    <a:pt x="440539" y="239330"/>
                    <a:pt x="450642" y="228150"/>
                    <a:pt x="463798" y="216565"/>
                  </a:cubicBezTo>
                  <a:cubicBezTo>
                    <a:pt x="474530" y="207090"/>
                    <a:pt x="486384" y="192901"/>
                    <a:pt x="502953" y="192901"/>
                  </a:cubicBezTo>
                  <a:cubicBezTo>
                    <a:pt x="511799" y="192901"/>
                    <a:pt x="519118" y="200265"/>
                    <a:pt x="519208" y="209246"/>
                  </a:cubicBezTo>
                  <a:lnTo>
                    <a:pt x="519208" y="230125"/>
                  </a:lnTo>
                  <a:cubicBezTo>
                    <a:pt x="519208" y="239690"/>
                    <a:pt x="526976" y="247458"/>
                    <a:pt x="536585" y="247458"/>
                  </a:cubicBezTo>
                  <a:lnTo>
                    <a:pt x="544084" y="247458"/>
                  </a:lnTo>
                  <a:cubicBezTo>
                    <a:pt x="546060" y="247458"/>
                    <a:pt x="547856" y="247458"/>
                    <a:pt x="547856" y="247458"/>
                  </a:cubicBezTo>
                  <a:cubicBezTo>
                    <a:pt x="549787" y="247458"/>
                    <a:pt x="551313" y="245886"/>
                    <a:pt x="551313" y="244000"/>
                  </a:cubicBezTo>
                  <a:cubicBezTo>
                    <a:pt x="551358" y="244090"/>
                    <a:pt x="551358" y="147774"/>
                    <a:pt x="551358" y="146966"/>
                  </a:cubicBezTo>
                  <a:moveTo>
                    <a:pt x="633844" y="36147"/>
                  </a:moveTo>
                  <a:cubicBezTo>
                    <a:pt x="637391" y="32465"/>
                    <a:pt x="641971" y="30579"/>
                    <a:pt x="647494" y="30579"/>
                  </a:cubicBezTo>
                  <a:cubicBezTo>
                    <a:pt x="651805" y="30579"/>
                    <a:pt x="656116" y="31791"/>
                    <a:pt x="660426" y="34171"/>
                  </a:cubicBezTo>
                  <a:cubicBezTo>
                    <a:pt x="664737" y="36551"/>
                    <a:pt x="668644" y="39649"/>
                    <a:pt x="672101" y="43421"/>
                  </a:cubicBezTo>
                  <a:cubicBezTo>
                    <a:pt x="675558" y="47193"/>
                    <a:pt x="678432" y="51413"/>
                    <a:pt x="680677" y="56038"/>
                  </a:cubicBezTo>
                  <a:cubicBezTo>
                    <a:pt x="682923" y="60663"/>
                    <a:pt x="684045" y="65288"/>
                    <a:pt x="684045" y="69913"/>
                  </a:cubicBezTo>
                  <a:cubicBezTo>
                    <a:pt x="684045" y="75751"/>
                    <a:pt x="682294" y="80555"/>
                    <a:pt x="678836" y="84237"/>
                  </a:cubicBezTo>
                  <a:cubicBezTo>
                    <a:pt x="675379" y="87919"/>
                    <a:pt x="670799" y="89805"/>
                    <a:pt x="665051" y="89805"/>
                  </a:cubicBezTo>
                  <a:cubicBezTo>
                    <a:pt x="660741" y="89805"/>
                    <a:pt x="656430" y="88593"/>
                    <a:pt x="652074" y="86213"/>
                  </a:cubicBezTo>
                  <a:cubicBezTo>
                    <a:pt x="647764" y="83833"/>
                    <a:pt x="643857" y="80735"/>
                    <a:pt x="640400" y="76963"/>
                  </a:cubicBezTo>
                  <a:cubicBezTo>
                    <a:pt x="636942" y="73191"/>
                    <a:pt x="634069" y="68970"/>
                    <a:pt x="631823" y="64345"/>
                  </a:cubicBezTo>
                  <a:cubicBezTo>
                    <a:pt x="629578" y="59720"/>
                    <a:pt x="628456" y="55095"/>
                    <a:pt x="628456" y="50470"/>
                  </a:cubicBezTo>
                  <a:cubicBezTo>
                    <a:pt x="628501" y="44633"/>
                    <a:pt x="630252" y="39873"/>
                    <a:pt x="633844" y="36147"/>
                  </a:cubicBezTo>
                  <a:moveTo>
                    <a:pt x="598865" y="45"/>
                  </a:moveTo>
                  <a:cubicBezTo>
                    <a:pt x="597024" y="45"/>
                    <a:pt x="596081" y="1123"/>
                    <a:pt x="596081" y="3278"/>
                  </a:cubicBezTo>
                  <a:lnTo>
                    <a:pt x="596081" y="51189"/>
                  </a:lnTo>
                  <a:cubicBezTo>
                    <a:pt x="596081" y="60439"/>
                    <a:pt x="598012" y="69240"/>
                    <a:pt x="601874" y="77547"/>
                  </a:cubicBezTo>
                  <a:cubicBezTo>
                    <a:pt x="605735" y="85899"/>
                    <a:pt x="610854" y="93263"/>
                    <a:pt x="617230" y="99639"/>
                  </a:cubicBezTo>
                  <a:cubicBezTo>
                    <a:pt x="623651" y="106060"/>
                    <a:pt x="631015" y="111089"/>
                    <a:pt x="639322" y="114816"/>
                  </a:cubicBezTo>
                  <a:cubicBezTo>
                    <a:pt x="647674" y="118543"/>
                    <a:pt x="656295" y="120384"/>
                    <a:pt x="665231" y="120384"/>
                  </a:cubicBezTo>
                  <a:cubicBezTo>
                    <a:pt x="672954" y="120384"/>
                    <a:pt x="679914" y="119126"/>
                    <a:pt x="686155" y="116657"/>
                  </a:cubicBezTo>
                  <a:cubicBezTo>
                    <a:pt x="692442" y="114187"/>
                    <a:pt x="697785" y="110730"/>
                    <a:pt x="702275" y="106239"/>
                  </a:cubicBezTo>
                  <a:cubicBezTo>
                    <a:pt x="706766" y="101749"/>
                    <a:pt x="710223" y="96406"/>
                    <a:pt x="712693" y="90164"/>
                  </a:cubicBezTo>
                  <a:cubicBezTo>
                    <a:pt x="715162" y="83878"/>
                    <a:pt x="716420" y="76918"/>
                    <a:pt x="716420" y="69195"/>
                  </a:cubicBezTo>
                  <a:cubicBezTo>
                    <a:pt x="716420" y="59945"/>
                    <a:pt x="714489" y="51144"/>
                    <a:pt x="710627" y="42837"/>
                  </a:cubicBezTo>
                  <a:cubicBezTo>
                    <a:pt x="706766" y="34485"/>
                    <a:pt x="701647" y="27121"/>
                    <a:pt x="695226" y="20745"/>
                  </a:cubicBezTo>
                  <a:cubicBezTo>
                    <a:pt x="688805" y="14324"/>
                    <a:pt x="681441" y="9295"/>
                    <a:pt x="673134" y="5568"/>
                  </a:cubicBezTo>
                  <a:cubicBezTo>
                    <a:pt x="664782" y="1841"/>
                    <a:pt x="656161" y="0"/>
                    <a:pt x="647225" y="0"/>
                  </a:cubicBezTo>
                  <a:lnTo>
                    <a:pt x="598865" y="0"/>
                  </a:lnTo>
                  <a:close/>
                  <a:moveTo>
                    <a:pt x="953685" y="87425"/>
                  </a:moveTo>
                  <a:lnTo>
                    <a:pt x="919469" y="87425"/>
                  </a:lnTo>
                  <a:cubicBezTo>
                    <a:pt x="914619" y="87425"/>
                    <a:pt x="910174" y="86123"/>
                    <a:pt x="905864" y="84327"/>
                  </a:cubicBezTo>
                  <a:cubicBezTo>
                    <a:pt x="902182" y="82755"/>
                    <a:pt x="896569" y="77861"/>
                    <a:pt x="894862" y="75975"/>
                  </a:cubicBezTo>
                  <a:cubicBezTo>
                    <a:pt x="891719" y="72518"/>
                    <a:pt x="889295" y="68521"/>
                    <a:pt x="887543" y="63941"/>
                  </a:cubicBezTo>
                  <a:cubicBezTo>
                    <a:pt x="885792" y="59406"/>
                    <a:pt x="884894" y="54736"/>
                    <a:pt x="884894" y="49977"/>
                  </a:cubicBezTo>
                  <a:cubicBezTo>
                    <a:pt x="884894" y="43825"/>
                    <a:pt x="886645" y="39020"/>
                    <a:pt x="890148" y="35653"/>
                  </a:cubicBezTo>
                  <a:cubicBezTo>
                    <a:pt x="890552" y="35248"/>
                    <a:pt x="892079" y="33991"/>
                    <a:pt x="893830" y="32958"/>
                  </a:cubicBezTo>
                  <a:cubicBezTo>
                    <a:pt x="895581" y="31926"/>
                    <a:pt x="897512" y="31387"/>
                    <a:pt x="898769" y="31117"/>
                  </a:cubicBezTo>
                  <a:cubicBezTo>
                    <a:pt x="900790" y="30624"/>
                    <a:pt x="903079" y="30354"/>
                    <a:pt x="905414" y="30354"/>
                  </a:cubicBezTo>
                  <a:cubicBezTo>
                    <a:pt x="907749" y="30354"/>
                    <a:pt x="910040" y="30624"/>
                    <a:pt x="912060" y="31117"/>
                  </a:cubicBezTo>
                  <a:cubicBezTo>
                    <a:pt x="915922" y="31881"/>
                    <a:pt x="919693" y="33407"/>
                    <a:pt x="923420" y="35742"/>
                  </a:cubicBezTo>
                  <a:cubicBezTo>
                    <a:pt x="928764" y="39110"/>
                    <a:pt x="934422" y="44274"/>
                    <a:pt x="938238" y="49213"/>
                  </a:cubicBezTo>
                  <a:lnTo>
                    <a:pt x="902631" y="49213"/>
                  </a:lnTo>
                  <a:cubicBezTo>
                    <a:pt x="900475" y="49213"/>
                    <a:pt x="899442" y="50156"/>
                    <a:pt x="899442" y="51997"/>
                  </a:cubicBezTo>
                  <a:cubicBezTo>
                    <a:pt x="899442" y="55679"/>
                    <a:pt x="899981" y="58059"/>
                    <a:pt x="901463" y="61067"/>
                  </a:cubicBezTo>
                  <a:cubicBezTo>
                    <a:pt x="902900" y="64076"/>
                    <a:pt x="909770" y="74538"/>
                    <a:pt x="923780" y="74538"/>
                  </a:cubicBezTo>
                  <a:lnTo>
                    <a:pt x="956918" y="74538"/>
                  </a:lnTo>
                  <a:cubicBezTo>
                    <a:pt x="962710" y="74538"/>
                    <a:pt x="966707" y="73012"/>
                    <a:pt x="968952" y="69913"/>
                  </a:cubicBezTo>
                  <a:cubicBezTo>
                    <a:pt x="971152" y="66860"/>
                    <a:pt x="971825" y="64211"/>
                    <a:pt x="971825" y="60035"/>
                  </a:cubicBezTo>
                  <a:cubicBezTo>
                    <a:pt x="971825" y="53254"/>
                    <a:pt x="970029" y="46609"/>
                    <a:pt x="966437" y="39469"/>
                  </a:cubicBezTo>
                  <a:cubicBezTo>
                    <a:pt x="962845" y="32330"/>
                    <a:pt x="957995" y="25819"/>
                    <a:pt x="951889" y="19937"/>
                  </a:cubicBezTo>
                  <a:cubicBezTo>
                    <a:pt x="945782" y="14055"/>
                    <a:pt x="938687" y="9295"/>
                    <a:pt x="930605" y="5613"/>
                  </a:cubicBezTo>
                  <a:cubicBezTo>
                    <a:pt x="922522" y="1931"/>
                    <a:pt x="914036" y="45"/>
                    <a:pt x="905190" y="45"/>
                  </a:cubicBezTo>
                  <a:lnTo>
                    <a:pt x="856471" y="45"/>
                  </a:lnTo>
                  <a:cubicBezTo>
                    <a:pt x="855034" y="45"/>
                    <a:pt x="853911" y="1167"/>
                    <a:pt x="853911" y="2604"/>
                  </a:cubicBezTo>
                  <a:lnTo>
                    <a:pt x="853911" y="51144"/>
                  </a:lnTo>
                  <a:cubicBezTo>
                    <a:pt x="853911" y="60214"/>
                    <a:pt x="855662" y="68836"/>
                    <a:pt x="859165" y="76918"/>
                  </a:cubicBezTo>
                  <a:cubicBezTo>
                    <a:pt x="862667" y="85001"/>
                    <a:pt x="867427" y="92095"/>
                    <a:pt x="873489" y="98157"/>
                  </a:cubicBezTo>
                  <a:cubicBezTo>
                    <a:pt x="879506" y="104264"/>
                    <a:pt x="886511" y="109068"/>
                    <a:pt x="894548" y="112571"/>
                  </a:cubicBezTo>
                  <a:cubicBezTo>
                    <a:pt x="902541" y="116118"/>
                    <a:pt x="911162" y="118049"/>
                    <a:pt x="920322" y="118049"/>
                  </a:cubicBezTo>
                  <a:lnTo>
                    <a:pt x="969221" y="118049"/>
                  </a:lnTo>
                  <a:cubicBezTo>
                    <a:pt x="970658" y="118049"/>
                    <a:pt x="971781" y="116926"/>
                    <a:pt x="971781" y="115489"/>
                  </a:cubicBezTo>
                  <a:lnTo>
                    <a:pt x="971781" y="105656"/>
                  </a:lnTo>
                  <a:cubicBezTo>
                    <a:pt x="971781" y="99953"/>
                    <a:pt x="970164" y="95508"/>
                    <a:pt x="966976" y="92230"/>
                  </a:cubicBezTo>
                  <a:cubicBezTo>
                    <a:pt x="963743" y="89042"/>
                    <a:pt x="959297" y="87425"/>
                    <a:pt x="953685" y="87425"/>
                  </a:cubicBezTo>
                  <a:moveTo>
                    <a:pt x="853866" y="106554"/>
                  </a:moveTo>
                  <a:lnTo>
                    <a:pt x="853866" y="114726"/>
                  </a:lnTo>
                  <a:cubicBezTo>
                    <a:pt x="853866" y="116881"/>
                    <a:pt x="852968" y="118094"/>
                    <a:pt x="851127" y="118094"/>
                  </a:cubicBezTo>
                  <a:lnTo>
                    <a:pt x="825443" y="118049"/>
                  </a:lnTo>
                  <a:cubicBezTo>
                    <a:pt x="821088" y="118049"/>
                    <a:pt x="817001" y="116522"/>
                    <a:pt x="813185" y="113783"/>
                  </a:cubicBezTo>
                  <a:cubicBezTo>
                    <a:pt x="813185" y="113783"/>
                    <a:pt x="774344" y="83160"/>
                    <a:pt x="774254" y="83070"/>
                  </a:cubicBezTo>
                  <a:cubicBezTo>
                    <a:pt x="771650" y="80735"/>
                    <a:pt x="769899" y="76918"/>
                    <a:pt x="769899" y="72563"/>
                  </a:cubicBezTo>
                  <a:lnTo>
                    <a:pt x="769899" y="59945"/>
                  </a:lnTo>
                  <a:cubicBezTo>
                    <a:pt x="769899" y="57790"/>
                    <a:pt x="770572" y="56712"/>
                    <a:pt x="771919" y="56712"/>
                  </a:cubicBezTo>
                  <a:cubicBezTo>
                    <a:pt x="773311" y="56712"/>
                    <a:pt x="775152" y="57610"/>
                    <a:pt x="776095" y="57879"/>
                  </a:cubicBezTo>
                  <a:cubicBezTo>
                    <a:pt x="778116" y="58598"/>
                    <a:pt x="780630" y="59271"/>
                    <a:pt x="780720" y="59316"/>
                  </a:cubicBezTo>
                  <a:cubicBezTo>
                    <a:pt x="784761" y="60618"/>
                    <a:pt x="788713" y="61292"/>
                    <a:pt x="792529" y="61292"/>
                  </a:cubicBezTo>
                  <a:cubicBezTo>
                    <a:pt x="800567" y="61292"/>
                    <a:pt x="806988" y="57700"/>
                    <a:pt x="809009" y="51997"/>
                  </a:cubicBezTo>
                  <a:cubicBezTo>
                    <a:pt x="810850" y="46699"/>
                    <a:pt x="805641" y="34440"/>
                    <a:pt x="787815" y="29950"/>
                  </a:cubicBezTo>
                  <a:cubicBezTo>
                    <a:pt x="774479" y="26582"/>
                    <a:pt x="762086" y="29187"/>
                    <a:pt x="758449" y="35832"/>
                  </a:cubicBezTo>
                  <a:cubicBezTo>
                    <a:pt x="758449" y="35832"/>
                    <a:pt x="757910" y="36865"/>
                    <a:pt x="757550" y="37943"/>
                  </a:cubicBezTo>
                  <a:cubicBezTo>
                    <a:pt x="757236" y="38975"/>
                    <a:pt x="757146" y="40547"/>
                    <a:pt x="757146" y="41176"/>
                  </a:cubicBezTo>
                  <a:lnTo>
                    <a:pt x="757146" y="89491"/>
                  </a:lnTo>
                  <a:cubicBezTo>
                    <a:pt x="757146" y="96765"/>
                    <a:pt x="756024" y="103455"/>
                    <a:pt x="751489" y="109427"/>
                  </a:cubicBezTo>
                  <a:cubicBezTo>
                    <a:pt x="748929" y="112840"/>
                    <a:pt x="745427" y="115669"/>
                    <a:pt x="741386" y="116971"/>
                  </a:cubicBezTo>
                  <a:cubicBezTo>
                    <a:pt x="738736" y="117824"/>
                    <a:pt x="735863" y="118094"/>
                    <a:pt x="733168" y="118094"/>
                  </a:cubicBezTo>
                  <a:cubicBezTo>
                    <a:pt x="731282" y="118094"/>
                    <a:pt x="728005" y="118004"/>
                    <a:pt x="726478" y="117196"/>
                  </a:cubicBezTo>
                  <a:cubicBezTo>
                    <a:pt x="725355" y="116567"/>
                    <a:pt x="725355" y="115399"/>
                    <a:pt x="725355" y="114277"/>
                  </a:cubicBezTo>
                  <a:lnTo>
                    <a:pt x="725355" y="106329"/>
                  </a:lnTo>
                  <a:lnTo>
                    <a:pt x="725355" y="100222"/>
                  </a:lnTo>
                  <a:lnTo>
                    <a:pt x="725355" y="82531"/>
                  </a:lnTo>
                  <a:lnTo>
                    <a:pt x="725355" y="2649"/>
                  </a:lnTo>
                  <a:cubicBezTo>
                    <a:pt x="725355" y="1212"/>
                    <a:pt x="726478" y="90"/>
                    <a:pt x="727915" y="90"/>
                  </a:cubicBezTo>
                  <a:cubicBezTo>
                    <a:pt x="728005" y="90"/>
                    <a:pt x="775556" y="90"/>
                    <a:pt x="775556" y="90"/>
                  </a:cubicBezTo>
                  <a:cubicBezTo>
                    <a:pt x="783414" y="90"/>
                    <a:pt x="791272" y="1437"/>
                    <a:pt x="799355" y="4131"/>
                  </a:cubicBezTo>
                  <a:cubicBezTo>
                    <a:pt x="807437" y="6825"/>
                    <a:pt x="814756" y="10462"/>
                    <a:pt x="821222" y="15087"/>
                  </a:cubicBezTo>
                  <a:cubicBezTo>
                    <a:pt x="827733" y="19712"/>
                    <a:pt x="833032" y="25145"/>
                    <a:pt x="837118" y="31387"/>
                  </a:cubicBezTo>
                  <a:cubicBezTo>
                    <a:pt x="841204" y="37628"/>
                    <a:pt x="843225" y="44319"/>
                    <a:pt x="843225" y="51369"/>
                  </a:cubicBezTo>
                  <a:cubicBezTo>
                    <a:pt x="843225" y="58912"/>
                    <a:pt x="840979" y="64974"/>
                    <a:pt x="836759" y="69779"/>
                  </a:cubicBezTo>
                  <a:cubicBezTo>
                    <a:pt x="830023" y="77502"/>
                    <a:pt x="822569" y="80465"/>
                    <a:pt x="820324" y="81902"/>
                  </a:cubicBezTo>
                  <a:cubicBezTo>
                    <a:pt x="822345" y="83474"/>
                    <a:pt x="827015" y="87201"/>
                    <a:pt x="833391" y="92230"/>
                  </a:cubicBezTo>
                  <a:cubicBezTo>
                    <a:pt x="845649" y="101929"/>
                    <a:pt x="851846" y="103680"/>
                    <a:pt x="851891" y="103680"/>
                  </a:cubicBezTo>
                  <a:cubicBezTo>
                    <a:pt x="852878" y="103994"/>
                    <a:pt x="853866" y="105296"/>
                    <a:pt x="853866" y="106554"/>
                  </a:cubicBezTo>
                  <a:moveTo>
                    <a:pt x="248491" y="17422"/>
                  </a:moveTo>
                  <a:cubicBezTo>
                    <a:pt x="248491" y="7813"/>
                    <a:pt x="240722" y="45"/>
                    <a:pt x="231158" y="45"/>
                  </a:cubicBezTo>
                  <a:lnTo>
                    <a:pt x="212748" y="45"/>
                  </a:lnTo>
                  <a:cubicBezTo>
                    <a:pt x="211850" y="45"/>
                    <a:pt x="210997" y="404"/>
                    <a:pt x="210368" y="988"/>
                  </a:cubicBezTo>
                  <a:lnTo>
                    <a:pt x="173548" y="35563"/>
                  </a:lnTo>
                  <a:cubicBezTo>
                    <a:pt x="160931" y="47417"/>
                    <a:pt x="143957" y="54063"/>
                    <a:pt x="125278" y="54063"/>
                  </a:cubicBezTo>
                  <a:cubicBezTo>
                    <a:pt x="105790" y="54063"/>
                    <a:pt x="88188" y="46788"/>
                    <a:pt x="75436" y="34036"/>
                  </a:cubicBezTo>
                  <a:cubicBezTo>
                    <a:pt x="75436" y="34036"/>
                    <a:pt x="48360" y="8576"/>
                    <a:pt x="48091" y="8352"/>
                  </a:cubicBezTo>
                  <a:cubicBezTo>
                    <a:pt x="42882" y="3502"/>
                    <a:pt x="35742" y="180"/>
                    <a:pt x="27525" y="0"/>
                  </a:cubicBezTo>
                  <a:lnTo>
                    <a:pt x="5523" y="0"/>
                  </a:lnTo>
                  <a:cubicBezTo>
                    <a:pt x="3592" y="0"/>
                    <a:pt x="2065" y="1572"/>
                    <a:pt x="2065" y="3458"/>
                  </a:cubicBezTo>
                  <a:lnTo>
                    <a:pt x="2065" y="100627"/>
                  </a:lnTo>
                  <a:cubicBezTo>
                    <a:pt x="2065" y="110191"/>
                    <a:pt x="9834" y="117959"/>
                    <a:pt x="19398" y="117959"/>
                  </a:cubicBezTo>
                  <a:lnTo>
                    <a:pt x="26088" y="117959"/>
                  </a:lnTo>
                  <a:lnTo>
                    <a:pt x="30624" y="117959"/>
                  </a:lnTo>
                  <a:cubicBezTo>
                    <a:pt x="32554" y="117959"/>
                    <a:pt x="34081" y="116387"/>
                    <a:pt x="34081" y="114457"/>
                  </a:cubicBezTo>
                  <a:lnTo>
                    <a:pt x="34081" y="79882"/>
                  </a:lnTo>
                  <a:cubicBezTo>
                    <a:pt x="34081" y="70811"/>
                    <a:pt x="41445" y="63357"/>
                    <a:pt x="50336" y="63357"/>
                  </a:cubicBezTo>
                  <a:cubicBezTo>
                    <a:pt x="66905" y="63357"/>
                    <a:pt x="78759" y="77547"/>
                    <a:pt x="89491" y="87021"/>
                  </a:cubicBezTo>
                  <a:cubicBezTo>
                    <a:pt x="102647" y="98606"/>
                    <a:pt x="112750" y="109787"/>
                    <a:pt x="125188" y="109787"/>
                  </a:cubicBezTo>
                  <a:cubicBezTo>
                    <a:pt x="137626" y="109787"/>
                    <a:pt x="147729" y="98606"/>
                    <a:pt x="160886" y="87021"/>
                  </a:cubicBezTo>
                  <a:cubicBezTo>
                    <a:pt x="171617" y="77547"/>
                    <a:pt x="183472" y="63357"/>
                    <a:pt x="200041" y="63357"/>
                  </a:cubicBezTo>
                  <a:cubicBezTo>
                    <a:pt x="208887" y="63357"/>
                    <a:pt x="216206" y="70721"/>
                    <a:pt x="216295" y="79702"/>
                  </a:cubicBezTo>
                  <a:lnTo>
                    <a:pt x="216295" y="100582"/>
                  </a:lnTo>
                  <a:cubicBezTo>
                    <a:pt x="216295" y="110146"/>
                    <a:pt x="224064" y="117914"/>
                    <a:pt x="233673" y="117914"/>
                  </a:cubicBezTo>
                  <a:lnTo>
                    <a:pt x="241171" y="117914"/>
                  </a:lnTo>
                  <a:cubicBezTo>
                    <a:pt x="243147" y="117914"/>
                    <a:pt x="244943" y="117914"/>
                    <a:pt x="244943" y="117914"/>
                  </a:cubicBezTo>
                  <a:cubicBezTo>
                    <a:pt x="246874" y="117914"/>
                    <a:pt x="248446" y="116342"/>
                    <a:pt x="248446" y="114412"/>
                  </a:cubicBezTo>
                  <a:cubicBezTo>
                    <a:pt x="248491" y="114546"/>
                    <a:pt x="248491" y="18230"/>
                    <a:pt x="248491" y="17422"/>
                  </a:cubicBezTo>
                  <a:moveTo>
                    <a:pt x="75346" y="159179"/>
                  </a:moveTo>
                  <a:cubicBezTo>
                    <a:pt x="80825" y="160661"/>
                    <a:pt x="85539" y="162547"/>
                    <a:pt x="89580" y="164837"/>
                  </a:cubicBezTo>
                  <a:cubicBezTo>
                    <a:pt x="91601" y="166050"/>
                    <a:pt x="93128" y="166858"/>
                    <a:pt x="94071" y="167127"/>
                  </a:cubicBezTo>
                  <a:cubicBezTo>
                    <a:pt x="95059" y="167442"/>
                    <a:pt x="96181" y="167576"/>
                    <a:pt x="97438" y="167576"/>
                  </a:cubicBezTo>
                  <a:cubicBezTo>
                    <a:pt x="100222" y="167576"/>
                    <a:pt x="103141" y="166050"/>
                    <a:pt x="106239" y="162951"/>
                  </a:cubicBezTo>
                  <a:lnTo>
                    <a:pt x="118049" y="150693"/>
                  </a:lnTo>
                  <a:cubicBezTo>
                    <a:pt x="118498" y="150244"/>
                    <a:pt x="118722" y="149705"/>
                    <a:pt x="118722" y="149076"/>
                  </a:cubicBezTo>
                  <a:cubicBezTo>
                    <a:pt x="118722" y="148313"/>
                    <a:pt x="118273" y="147460"/>
                    <a:pt x="117330" y="146517"/>
                  </a:cubicBezTo>
                  <a:cubicBezTo>
                    <a:pt x="110685" y="140500"/>
                    <a:pt x="102108" y="135785"/>
                    <a:pt x="91556" y="132418"/>
                  </a:cubicBezTo>
                  <a:cubicBezTo>
                    <a:pt x="81004" y="129050"/>
                    <a:pt x="69868" y="127344"/>
                    <a:pt x="58104" y="127344"/>
                  </a:cubicBezTo>
                  <a:cubicBezTo>
                    <a:pt x="50830" y="127344"/>
                    <a:pt x="43960" y="128017"/>
                    <a:pt x="37404" y="129409"/>
                  </a:cubicBezTo>
                  <a:cubicBezTo>
                    <a:pt x="30848" y="130801"/>
                    <a:pt x="25056" y="132956"/>
                    <a:pt x="19937" y="135875"/>
                  </a:cubicBezTo>
                  <a:cubicBezTo>
                    <a:pt x="14863" y="138839"/>
                    <a:pt x="10777" y="142655"/>
                    <a:pt x="7813" y="147325"/>
                  </a:cubicBezTo>
                  <a:cubicBezTo>
                    <a:pt x="4805" y="152040"/>
                    <a:pt x="3278" y="157698"/>
                    <a:pt x="3278" y="164343"/>
                  </a:cubicBezTo>
                  <a:cubicBezTo>
                    <a:pt x="3278" y="170226"/>
                    <a:pt x="4580" y="175210"/>
                    <a:pt x="7184" y="179386"/>
                  </a:cubicBezTo>
                  <a:cubicBezTo>
                    <a:pt x="9834" y="183562"/>
                    <a:pt x="13426" y="187109"/>
                    <a:pt x="18051" y="190028"/>
                  </a:cubicBezTo>
                  <a:cubicBezTo>
                    <a:pt x="22676" y="192946"/>
                    <a:pt x="28199" y="195326"/>
                    <a:pt x="34485" y="197077"/>
                  </a:cubicBezTo>
                  <a:cubicBezTo>
                    <a:pt x="40816" y="198873"/>
                    <a:pt x="47686" y="200265"/>
                    <a:pt x="55050" y="201343"/>
                  </a:cubicBezTo>
                  <a:cubicBezTo>
                    <a:pt x="60439" y="202106"/>
                    <a:pt x="64839" y="202870"/>
                    <a:pt x="68252" y="203543"/>
                  </a:cubicBezTo>
                  <a:cubicBezTo>
                    <a:pt x="71664" y="204262"/>
                    <a:pt x="74359" y="204935"/>
                    <a:pt x="76334" y="205609"/>
                  </a:cubicBezTo>
                  <a:cubicBezTo>
                    <a:pt x="78355" y="206327"/>
                    <a:pt x="79702" y="207046"/>
                    <a:pt x="80420" y="207944"/>
                  </a:cubicBezTo>
                  <a:cubicBezTo>
                    <a:pt x="81094" y="208797"/>
                    <a:pt x="81453" y="209830"/>
                    <a:pt x="81453" y="211087"/>
                  </a:cubicBezTo>
                  <a:cubicBezTo>
                    <a:pt x="81453" y="213556"/>
                    <a:pt x="79926" y="215263"/>
                    <a:pt x="76918" y="216295"/>
                  </a:cubicBezTo>
                  <a:cubicBezTo>
                    <a:pt x="73910" y="217283"/>
                    <a:pt x="69913" y="217822"/>
                    <a:pt x="65019" y="217822"/>
                  </a:cubicBezTo>
                  <a:cubicBezTo>
                    <a:pt x="56847" y="217822"/>
                    <a:pt x="49887" y="217104"/>
                    <a:pt x="44184" y="215712"/>
                  </a:cubicBezTo>
                  <a:cubicBezTo>
                    <a:pt x="38481" y="214320"/>
                    <a:pt x="33542" y="212389"/>
                    <a:pt x="29366" y="209919"/>
                  </a:cubicBezTo>
                  <a:cubicBezTo>
                    <a:pt x="27391" y="208707"/>
                    <a:pt x="25864" y="207944"/>
                    <a:pt x="24876" y="207629"/>
                  </a:cubicBezTo>
                  <a:cubicBezTo>
                    <a:pt x="23888" y="207315"/>
                    <a:pt x="22766" y="207180"/>
                    <a:pt x="21508" y="207180"/>
                  </a:cubicBezTo>
                  <a:cubicBezTo>
                    <a:pt x="18724" y="207180"/>
                    <a:pt x="15806" y="208752"/>
                    <a:pt x="12707" y="211805"/>
                  </a:cubicBezTo>
                  <a:lnTo>
                    <a:pt x="674" y="224288"/>
                  </a:lnTo>
                  <a:cubicBezTo>
                    <a:pt x="224" y="224737"/>
                    <a:pt x="0" y="225276"/>
                    <a:pt x="0" y="225905"/>
                  </a:cubicBezTo>
                  <a:cubicBezTo>
                    <a:pt x="0" y="226668"/>
                    <a:pt x="449" y="227521"/>
                    <a:pt x="1392" y="228464"/>
                  </a:cubicBezTo>
                  <a:cubicBezTo>
                    <a:pt x="4311" y="231383"/>
                    <a:pt x="8082" y="234077"/>
                    <a:pt x="12618" y="236457"/>
                  </a:cubicBezTo>
                  <a:cubicBezTo>
                    <a:pt x="17153" y="238837"/>
                    <a:pt x="22317" y="240857"/>
                    <a:pt x="28109" y="242474"/>
                  </a:cubicBezTo>
                  <a:cubicBezTo>
                    <a:pt x="33901" y="244090"/>
                    <a:pt x="40188" y="245347"/>
                    <a:pt x="46968" y="246290"/>
                  </a:cubicBezTo>
                  <a:cubicBezTo>
                    <a:pt x="53748" y="247233"/>
                    <a:pt x="60843" y="247682"/>
                    <a:pt x="68252" y="247682"/>
                  </a:cubicBezTo>
                  <a:lnTo>
                    <a:pt x="117106" y="247682"/>
                  </a:lnTo>
                  <a:cubicBezTo>
                    <a:pt x="117869" y="247682"/>
                    <a:pt x="118408" y="247368"/>
                    <a:pt x="118722" y="246739"/>
                  </a:cubicBezTo>
                  <a:cubicBezTo>
                    <a:pt x="118902" y="246425"/>
                    <a:pt x="118947" y="246021"/>
                    <a:pt x="118947" y="245572"/>
                  </a:cubicBezTo>
                  <a:lnTo>
                    <a:pt x="118947" y="218496"/>
                  </a:lnTo>
                  <a:cubicBezTo>
                    <a:pt x="118947" y="210638"/>
                    <a:pt x="118049" y="204127"/>
                    <a:pt x="116163" y="198918"/>
                  </a:cubicBezTo>
                  <a:cubicBezTo>
                    <a:pt x="114322" y="193754"/>
                    <a:pt x="111673" y="189578"/>
                    <a:pt x="108305" y="186345"/>
                  </a:cubicBezTo>
                  <a:cubicBezTo>
                    <a:pt x="104892" y="183113"/>
                    <a:pt x="100806" y="180643"/>
                    <a:pt x="95957" y="178937"/>
                  </a:cubicBezTo>
                  <a:cubicBezTo>
                    <a:pt x="91107" y="177230"/>
                    <a:pt x="85674" y="175928"/>
                    <a:pt x="79612" y="175030"/>
                  </a:cubicBezTo>
                  <a:cubicBezTo>
                    <a:pt x="67129" y="173144"/>
                    <a:pt x="57251" y="171483"/>
                    <a:pt x="49977" y="169911"/>
                  </a:cubicBezTo>
                  <a:cubicBezTo>
                    <a:pt x="42747" y="168384"/>
                    <a:pt x="39110" y="166139"/>
                    <a:pt x="39110" y="163221"/>
                  </a:cubicBezTo>
                  <a:cubicBezTo>
                    <a:pt x="39110" y="159045"/>
                    <a:pt x="44947" y="156979"/>
                    <a:pt x="56712" y="156979"/>
                  </a:cubicBezTo>
                  <a:cubicBezTo>
                    <a:pt x="63627" y="156979"/>
                    <a:pt x="69868" y="157698"/>
                    <a:pt x="75346" y="159179"/>
                  </a:cubicBezTo>
                </a:path>
              </a:pathLst>
            </a:custGeom>
            <a:solidFill>
              <a:srgbClr val="2DBECD"/>
            </a:solidFill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4B32668B-79B9-4F0E-B7D7-1DFBA9FB54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215688" y="6166994"/>
              <a:ext cx="1237859" cy="248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48187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6" name="Text Placeholder AP1 Details">
            <a:extLst>
              <a:ext uri="{FF2B5EF4-FFF2-40B4-BE49-F238E27FC236}">
                <a16:creationId xmlns:a16="http://schemas.microsoft.com/office/drawing/2014/main" id="{A044A40A-5AE5-4935-AC72-C95542D1DE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4092" y="1988680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27" name="Text Placeholder AP1 Name">
            <a:extLst>
              <a:ext uri="{FF2B5EF4-FFF2-40B4-BE49-F238E27FC236}">
                <a16:creationId xmlns:a16="http://schemas.microsoft.com/office/drawing/2014/main" id="{D80BF774-AD49-43E5-B588-D2C38ADACB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24001" y="1484784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30" name="Text Placeholder AP1 Details">
            <a:extLst>
              <a:ext uri="{FF2B5EF4-FFF2-40B4-BE49-F238E27FC236}">
                <a16:creationId xmlns:a16="http://schemas.microsoft.com/office/drawing/2014/main" id="{3869F9E3-77EF-4FF5-AF01-30C37DAB06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23483" y="4437320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31" name="Text Placeholder AP1 Name">
            <a:extLst>
              <a:ext uri="{FF2B5EF4-FFF2-40B4-BE49-F238E27FC236}">
                <a16:creationId xmlns:a16="http://schemas.microsoft.com/office/drawing/2014/main" id="{2C1D0C0C-A18B-4E74-9695-ACEE016EE2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3392" y="3933424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34" name="Text Placeholder AP1 Details">
            <a:extLst>
              <a:ext uri="{FF2B5EF4-FFF2-40B4-BE49-F238E27FC236}">
                <a16:creationId xmlns:a16="http://schemas.microsoft.com/office/drawing/2014/main" id="{FACF4A5F-B896-4BBB-80A0-0C4F34E2C7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3431795" y="4436952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35" name="Text Placeholder AP1 Name">
            <a:extLst>
              <a:ext uri="{FF2B5EF4-FFF2-40B4-BE49-F238E27FC236}">
                <a16:creationId xmlns:a16="http://schemas.microsoft.com/office/drawing/2014/main" id="{3B0A7A77-EFC5-414C-BE51-2D671D8A8F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431704" y="3933056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D221AB32-209B-407B-B2FF-4B5641A77B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033" y="3967164"/>
            <a:ext cx="4224447" cy="213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69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metable with 12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feil: Fünfeck 90">
            <a:extLst>
              <a:ext uri="{FF2B5EF4-FFF2-40B4-BE49-F238E27FC236}">
                <a16:creationId xmlns:a16="http://schemas.microsoft.com/office/drawing/2014/main" id="{03491CCF-7858-4941-A9AD-9C27FEF9B4CC}"/>
              </a:ext>
            </a:extLst>
          </p:cNvPr>
          <p:cNvSpPr/>
          <p:nvPr/>
        </p:nvSpPr>
        <p:spPr bwMode="gray">
          <a:xfrm>
            <a:off x="624383" y="3590955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5" name="Bildplatzhalter 14"/>
          <p:cNvSpPr>
            <a:spLocks noGrp="1"/>
          </p:cNvSpPr>
          <p:nvPr>
            <p:ph type="pic" sz="quarter" idx="22" hasCustomPrompt="1"/>
            <p:custDataLst>
              <p:tags r:id="rId1"/>
            </p:custDataLst>
          </p:nvPr>
        </p:nvSpPr>
        <p:spPr>
          <a:xfrm>
            <a:off x="6954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53" imgH="353" progId="TCLayout.ActiveDocument.1">
                  <p:embed/>
                </p:oleObj>
              </mc:Choice>
              <mc:Fallback>
                <p:oleObj name="think-cell Slide" r:id="rId15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8B020146-9E6B-4D2A-B6CA-054DF4842DA0}"/>
              </a:ext>
            </a:extLst>
          </p:cNvPr>
          <p:cNvSpPr>
            <a:spLocks noGrp="1"/>
          </p:cNvSpPr>
          <p:nvPr>
            <p:ph type="tbl" sz="quarter" idx="26" hasCustomPrompt="1"/>
          </p:nvPr>
        </p:nvSpPr>
        <p:spPr>
          <a:xfrm>
            <a:off x="624384" y="3609212"/>
            <a:ext cx="10800704" cy="360000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A735765D-45EB-4E51-BB84-8E3343333168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3"/>
            </p:custDataLst>
          </p:nvPr>
        </p:nvSpPr>
        <p:spPr>
          <a:xfrm>
            <a:off x="249576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6" name="Bildplatzhalter 14">
            <a:extLst>
              <a:ext uri="{FF2B5EF4-FFF2-40B4-BE49-F238E27FC236}">
                <a16:creationId xmlns:a16="http://schemas.microsoft.com/office/drawing/2014/main" id="{9982E5AE-7DC8-48A8-A00B-1171379D9ACC}"/>
              </a:ext>
            </a:extLst>
          </p:cNvPr>
          <p:cNvSpPr>
            <a:spLocks noGrp="1"/>
          </p:cNvSpPr>
          <p:nvPr>
            <p:ph type="pic" sz="quarter" idx="28" hasCustomPrompt="1"/>
            <p:custDataLst>
              <p:tags r:id="rId4"/>
            </p:custDataLst>
          </p:nvPr>
        </p:nvSpPr>
        <p:spPr>
          <a:xfrm>
            <a:off x="42958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7" name="Bildplatzhalter 14">
            <a:extLst>
              <a:ext uri="{FF2B5EF4-FFF2-40B4-BE49-F238E27FC236}">
                <a16:creationId xmlns:a16="http://schemas.microsoft.com/office/drawing/2014/main" id="{94D7015A-F4D1-4590-AD94-AB30CB3A25D2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5"/>
            </p:custDataLst>
          </p:nvPr>
        </p:nvSpPr>
        <p:spPr>
          <a:xfrm>
            <a:off x="6096152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0" name="Bildplatzhalter 14">
            <a:extLst>
              <a:ext uri="{FF2B5EF4-FFF2-40B4-BE49-F238E27FC236}">
                <a16:creationId xmlns:a16="http://schemas.microsoft.com/office/drawing/2014/main" id="{90FC251F-C985-45F0-A45F-0E2356DEB31A}"/>
              </a:ext>
            </a:extLst>
          </p:cNvPr>
          <p:cNvSpPr>
            <a:spLocks noGrp="1"/>
          </p:cNvSpPr>
          <p:nvPr>
            <p:ph type="pic" sz="quarter" idx="30" hasCustomPrompt="1"/>
            <p:custDataLst>
              <p:tags r:id="rId6"/>
            </p:custDataLst>
          </p:nvPr>
        </p:nvSpPr>
        <p:spPr>
          <a:xfrm>
            <a:off x="78962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1" name="Bildplatzhalter 14">
            <a:extLst>
              <a:ext uri="{FF2B5EF4-FFF2-40B4-BE49-F238E27FC236}">
                <a16:creationId xmlns:a16="http://schemas.microsoft.com/office/drawing/2014/main" id="{AF692A30-05CB-4F94-89B2-FC1824509948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7"/>
            </p:custDataLst>
          </p:nvPr>
        </p:nvSpPr>
        <p:spPr>
          <a:xfrm>
            <a:off x="96964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2" name="Bildplatzhalter 14">
            <a:extLst>
              <a:ext uri="{FF2B5EF4-FFF2-40B4-BE49-F238E27FC236}">
                <a16:creationId xmlns:a16="http://schemas.microsoft.com/office/drawing/2014/main" id="{E0B4255F-F472-44D0-BDDB-1BCFC16D93AA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8"/>
            </p:custDataLst>
          </p:nvPr>
        </p:nvSpPr>
        <p:spPr>
          <a:xfrm>
            <a:off x="9114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3" name="Bildplatzhalter 14">
            <a:extLst>
              <a:ext uri="{FF2B5EF4-FFF2-40B4-BE49-F238E27FC236}">
                <a16:creationId xmlns:a16="http://schemas.microsoft.com/office/drawing/2014/main" id="{9FB107B4-D796-48C8-92AC-5030FA677726}"/>
              </a:ext>
            </a:extLst>
          </p:cNvPr>
          <p:cNvSpPr>
            <a:spLocks noGrp="1"/>
          </p:cNvSpPr>
          <p:nvPr>
            <p:ph type="pic" sz="quarter" idx="33" hasCustomPrompt="1"/>
            <p:custDataLst>
              <p:tags r:id="rId9"/>
            </p:custDataLst>
          </p:nvPr>
        </p:nvSpPr>
        <p:spPr>
          <a:xfrm>
            <a:off x="27116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4" name="Bildplatzhalter 14">
            <a:extLst>
              <a:ext uri="{FF2B5EF4-FFF2-40B4-BE49-F238E27FC236}">
                <a16:creationId xmlns:a16="http://schemas.microsoft.com/office/drawing/2014/main" id="{D09D08E2-E6D1-4971-AE93-F7EEED7D8C8E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10"/>
            </p:custDataLst>
          </p:nvPr>
        </p:nvSpPr>
        <p:spPr>
          <a:xfrm>
            <a:off x="45118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5387F617-6AD1-40EF-AA8F-F3C4CB7263EE}"/>
              </a:ext>
            </a:extLst>
          </p:cNvPr>
          <p:cNvSpPr>
            <a:spLocks noGrp="1"/>
          </p:cNvSpPr>
          <p:nvPr>
            <p:ph type="pic" sz="quarter" idx="35" hasCustomPrompt="1"/>
            <p:custDataLst>
              <p:tags r:id="rId11"/>
            </p:custDataLst>
          </p:nvPr>
        </p:nvSpPr>
        <p:spPr>
          <a:xfrm>
            <a:off x="63120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6" name="Bildplatzhalter 14">
            <a:extLst>
              <a:ext uri="{FF2B5EF4-FFF2-40B4-BE49-F238E27FC236}">
                <a16:creationId xmlns:a16="http://schemas.microsoft.com/office/drawing/2014/main" id="{3D00B36B-8FE1-486B-BFB5-250EE0D36744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12"/>
            </p:custDataLst>
          </p:nvPr>
        </p:nvSpPr>
        <p:spPr>
          <a:xfrm>
            <a:off x="8112072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4E7B6E83-DA89-410D-BB73-3441F5941B72}"/>
              </a:ext>
            </a:extLst>
          </p:cNvPr>
          <p:cNvSpPr>
            <a:spLocks noGrp="1"/>
          </p:cNvSpPr>
          <p:nvPr>
            <p:ph type="pic" sz="quarter" idx="37" hasCustomPrompt="1"/>
            <p:custDataLst>
              <p:tags r:id="rId13"/>
            </p:custDataLst>
          </p:nvPr>
        </p:nvSpPr>
        <p:spPr>
          <a:xfrm>
            <a:off x="99124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30" name="Textplatzhalter 28">
            <a:extLst>
              <a:ext uri="{FF2B5EF4-FFF2-40B4-BE49-F238E27FC236}">
                <a16:creationId xmlns:a16="http://schemas.microsoft.com/office/drawing/2014/main" id="{57B7ECD7-C1D3-4238-AE8F-4A9441C72EA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3432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4" name="Textplatzhalter 28">
            <a:extLst>
              <a:ext uri="{FF2B5EF4-FFF2-40B4-BE49-F238E27FC236}">
                <a16:creationId xmlns:a16="http://schemas.microsoft.com/office/drawing/2014/main" id="{4BF06C6A-CBAB-40AC-AA00-3557666CF7E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54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Textplatzhalter 28">
            <a:extLst>
              <a:ext uri="{FF2B5EF4-FFF2-40B4-BE49-F238E27FC236}">
                <a16:creationId xmlns:a16="http://schemas.microsoft.com/office/drawing/2014/main" id="{40C5ADE6-C775-406F-BBE9-73AA8CAA81E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8362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8" name="Textplatzhalter 28">
            <a:extLst>
              <a:ext uri="{FF2B5EF4-FFF2-40B4-BE49-F238E27FC236}">
                <a16:creationId xmlns:a16="http://schemas.microsoft.com/office/drawing/2014/main" id="{8A8C9C68-F3A1-44EB-BF5F-FB8C7C876D0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4956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9" name="Textplatzhalter 28">
            <a:extLst>
              <a:ext uri="{FF2B5EF4-FFF2-40B4-BE49-F238E27FC236}">
                <a16:creationId xmlns:a16="http://schemas.microsoft.com/office/drawing/2014/main" id="{7E2574F9-CE50-40A9-8D1D-24A683665EB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839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0" name="Textplatzhalter 28">
            <a:extLst>
              <a:ext uri="{FF2B5EF4-FFF2-40B4-BE49-F238E27FC236}">
                <a16:creationId xmlns:a16="http://schemas.microsoft.com/office/drawing/2014/main" id="{03F2A81A-AAAD-45CD-ADD4-1E6E71267B6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958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1" name="Textplatzhalter 28">
            <a:extLst>
              <a:ext uri="{FF2B5EF4-FFF2-40B4-BE49-F238E27FC236}">
                <a16:creationId xmlns:a16="http://schemas.microsoft.com/office/drawing/2014/main" id="{581942D0-7580-4CDB-A780-59E2B4E6CF3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841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2" name="Textplatzhalter 28">
            <a:extLst>
              <a:ext uri="{FF2B5EF4-FFF2-40B4-BE49-F238E27FC236}">
                <a16:creationId xmlns:a16="http://schemas.microsoft.com/office/drawing/2014/main" id="{7595BE8B-020B-45B8-81C1-D9BAC714E3F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152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3" name="Textplatzhalter 28">
            <a:extLst>
              <a:ext uri="{FF2B5EF4-FFF2-40B4-BE49-F238E27FC236}">
                <a16:creationId xmlns:a16="http://schemas.microsoft.com/office/drawing/2014/main" id="{DD1D190B-B0A7-49EB-921A-E7E48AC0DDF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84232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4" name="Textplatzhalter 28">
            <a:extLst>
              <a:ext uri="{FF2B5EF4-FFF2-40B4-BE49-F238E27FC236}">
                <a16:creationId xmlns:a16="http://schemas.microsoft.com/office/drawing/2014/main" id="{9FA2156E-019E-44A9-A85F-95EE551D8C1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8962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5" name="Textplatzhalter 28">
            <a:extLst>
              <a:ext uri="{FF2B5EF4-FFF2-40B4-BE49-F238E27FC236}">
                <a16:creationId xmlns:a16="http://schemas.microsoft.com/office/drawing/2014/main" id="{E28D8BBC-D0B4-472D-8908-846197A67E3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9845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6" name="Textplatzhalter 28">
            <a:extLst>
              <a:ext uri="{FF2B5EF4-FFF2-40B4-BE49-F238E27FC236}">
                <a16:creationId xmlns:a16="http://schemas.microsoft.com/office/drawing/2014/main" id="{CE9B8B7D-FA62-4379-AADF-4E40DA93F4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6964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960B6858-E1E7-4500-96CA-FD61E92B0474}"/>
              </a:ext>
            </a:extLst>
          </p:cNvPr>
          <p:cNvCxnSpPr>
            <a:cxnSpLocks/>
          </p:cNvCxnSpPr>
          <p:nvPr/>
        </p:nvCxnSpPr>
        <p:spPr>
          <a:xfrm>
            <a:off x="2135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694E1FB0-6F07-4F44-8DE4-3F71FDEF0EE5}"/>
              </a:ext>
            </a:extLst>
          </p:cNvPr>
          <p:cNvCxnSpPr>
            <a:cxnSpLocks/>
          </p:cNvCxnSpPr>
          <p:nvPr/>
        </p:nvCxnSpPr>
        <p:spPr>
          <a:xfrm>
            <a:off x="39357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C5353A53-9A77-49BA-BC17-A99BA6D355C7}"/>
              </a:ext>
            </a:extLst>
          </p:cNvPr>
          <p:cNvCxnSpPr>
            <a:cxnSpLocks/>
          </p:cNvCxnSpPr>
          <p:nvPr/>
        </p:nvCxnSpPr>
        <p:spPr>
          <a:xfrm>
            <a:off x="57359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E6F25108-F183-48D7-9B63-8D09A6633200}"/>
              </a:ext>
            </a:extLst>
          </p:cNvPr>
          <p:cNvCxnSpPr>
            <a:cxnSpLocks/>
          </p:cNvCxnSpPr>
          <p:nvPr/>
        </p:nvCxnSpPr>
        <p:spPr>
          <a:xfrm>
            <a:off x="75361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A076AF48-4677-4565-9A49-0DA50C86D7AC}"/>
              </a:ext>
            </a:extLst>
          </p:cNvPr>
          <p:cNvCxnSpPr>
            <a:cxnSpLocks/>
          </p:cNvCxnSpPr>
          <p:nvPr/>
        </p:nvCxnSpPr>
        <p:spPr>
          <a:xfrm>
            <a:off x="93363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6F582381-2A67-451A-B22B-26A817FAC095}"/>
              </a:ext>
            </a:extLst>
          </p:cNvPr>
          <p:cNvCxnSpPr>
            <a:cxnSpLocks/>
          </p:cNvCxnSpPr>
          <p:nvPr/>
        </p:nvCxnSpPr>
        <p:spPr>
          <a:xfrm>
            <a:off x="11136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97332BE6-14C2-4F4B-83AF-5C8B73FE5294}"/>
              </a:ext>
            </a:extLst>
          </p:cNvPr>
          <p:cNvCxnSpPr>
            <a:cxnSpLocks/>
          </p:cNvCxnSpPr>
          <p:nvPr/>
        </p:nvCxnSpPr>
        <p:spPr>
          <a:xfrm>
            <a:off x="9114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ACFF9042-8988-4F08-BE1B-A7FA5CCC6634}"/>
              </a:ext>
            </a:extLst>
          </p:cNvPr>
          <p:cNvCxnSpPr>
            <a:cxnSpLocks/>
          </p:cNvCxnSpPr>
          <p:nvPr/>
        </p:nvCxnSpPr>
        <p:spPr>
          <a:xfrm>
            <a:off x="27116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84158636-86DB-48A8-83B9-475096AD3D40}"/>
              </a:ext>
            </a:extLst>
          </p:cNvPr>
          <p:cNvCxnSpPr>
            <a:cxnSpLocks/>
          </p:cNvCxnSpPr>
          <p:nvPr/>
        </p:nvCxnSpPr>
        <p:spPr>
          <a:xfrm>
            <a:off x="45118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DD474C56-A11C-4881-9E69-AE965E41967A}"/>
              </a:ext>
            </a:extLst>
          </p:cNvPr>
          <p:cNvCxnSpPr>
            <a:cxnSpLocks/>
          </p:cNvCxnSpPr>
          <p:nvPr/>
        </p:nvCxnSpPr>
        <p:spPr>
          <a:xfrm>
            <a:off x="63120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7727C0D5-AE63-4ED6-8816-E82B1085C0D6}"/>
              </a:ext>
            </a:extLst>
          </p:cNvPr>
          <p:cNvCxnSpPr>
            <a:cxnSpLocks/>
          </p:cNvCxnSpPr>
          <p:nvPr/>
        </p:nvCxnSpPr>
        <p:spPr>
          <a:xfrm>
            <a:off x="81122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BEF02FC9-D029-452A-A2D8-D878C7C8E504}"/>
              </a:ext>
            </a:extLst>
          </p:cNvPr>
          <p:cNvCxnSpPr>
            <a:cxnSpLocks/>
          </p:cNvCxnSpPr>
          <p:nvPr/>
        </p:nvCxnSpPr>
        <p:spPr>
          <a:xfrm>
            <a:off x="99124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1485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metable with 6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53" imgH="353" progId="TCLayout.ActiveDocument.1">
                  <p:embed/>
                </p:oleObj>
              </mc:Choice>
              <mc:Fallback>
                <p:oleObj name="think-cell Slide" r:id="rId9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53" name="Pfeil: Fünfeck 52">
            <a:extLst>
              <a:ext uri="{FF2B5EF4-FFF2-40B4-BE49-F238E27FC236}">
                <a16:creationId xmlns:a16="http://schemas.microsoft.com/office/drawing/2014/main" id="{AEDF42BC-20A6-4E8C-845D-818FECAACBBB}"/>
              </a:ext>
            </a:extLst>
          </p:cNvPr>
          <p:cNvSpPr/>
          <p:nvPr/>
        </p:nvSpPr>
        <p:spPr bwMode="gray">
          <a:xfrm>
            <a:off x="624383" y="3590984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5" name="Bildplatzhalter 14">
            <a:extLst>
              <a:ext uri="{FF2B5EF4-FFF2-40B4-BE49-F238E27FC236}">
                <a16:creationId xmlns:a16="http://schemas.microsoft.com/office/drawing/2014/main" id="{0AA1F9D0-F3C9-4E4B-A7C0-867F817280D5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2"/>
            </p:custDataLst>
          </p:nvPr>
        </p:nvSpPr>
        <p:spPr>
          <a:xfrm>
            <a:off x="1271464" y="1484313"/>
            <a:ext cx="2952328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6" name="Bildplatzhalter 14">
            <a:extLst>
              <a:ext uri="{FF2B5EF4-FFF2-40B4-BE49-F238E27FC236}">
                <a16:creationId xmlns:a16="http://schemas.microsoft.com/office/drawing/2014/main" id="{F8A134F1-3166-45D6-AD24-89CCFF3E715E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3"/>
            </p:custDataLst>
          </p:nvPr>
        </p:nvSpPr>
        <p:spPr>
          <a:xfrm>
            <a:off x="4872033" y="1484313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7" name="Bildplatzhalter 14">
            <a:extLst>
              <a:ext uri="{FF2B5EF4-FFF2-40B4-BE49-F238E27FC236}">
                <a16:creationId xmlns:a16="http://schemas.microsoft.com/office/drawing/2014/main" id="{A0C9B7E0-9DA2-4112-BF97-790A054DFDA7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4"/>
            </p:custDataLst>
          </p:nvPr>
        </p:nvSpPr>
        <p:spPr>
          <a:xfrm>
            <a:off x="8472432" y="1484313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8" name="Textplatzhalter 28">
            <a:extLst>
              <a:ext uri="{FF2B5EF4-FFF2-40B4-BE49-F238E27FC236}">
                <a16:creationId xmlns:a16="http://schemas.microsoft.com/office/drawing/2014/main" id="{E2EFC9AD-A96D-46FB-82EC-87509E3EE1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43471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9" name="Textplatzhalter 28">
            <a:extLst>
              <a:ext uri="{FF2B5EF4-FFF2-40B4-BE49-F238E27FC236}">
                <a16:creationId xmlns:a16="http://schemas.microsoft.com/office/drawing/2014/main" id="{6387F5FB-9337-4DD5-8B61-01B2C5BE0D2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44192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0" name="Textplatzhalter 28">
            <a:extLst>
              <a:ext uri="{FF2B5EF4-FFF2-40B4-BE49-F238E27FC236}">
                <a16:creationId xmlns:a16="http://schemas.microsoft.com/office/drawing/2014/main" id="{8F544177-EAC9-4058-A2E4-640312D8F8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44592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8FAD5406-BE8D-4152-AA36-5150FCE48E29}"/>
              </a:ext>
            </a:extLst>
          </p:cNvPr>
          <p:cNvCxnSpPr>
            <a:cxnSpLocks/>
          </p:cNvCxnSpPr>
          <p:nvPr/>
        </p:nvCxnSpPr>
        <p:spPr>
          <a:xfrm>
            <a:off x="127146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5BC2DDF5-29E3-4FDF-AE0D-C03BD2A3D529}"/>
              </a:ext>
            </a:extLst>
          </p:cNvPr>
          <p:cNvCxnSpPr>
            <a:cxnSpLocks/>
          </p:cNvCxnSpPr>
          <p:nvPr/>
        </p:nvCxnSpPr>
        <p:spPr>
          <a:xfrm>
            <a:off x="4872033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D4FA3923-0231-4F6B-AAF8-68B7A50C9FCD}"/>
              </a:ext>
            </a:extLst>
          </p:cNvPr>
          <p:cNvCxnSpPr>
            <a:cxnSpLocks/>
          </p:cNvCxnSpPr>
          <p:nvPr/>
        </p:nvCxnSpPr>
        <p:spPr>
          <a:xfrm>
            <a:off x="8472585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Bildplatzhalter 14">
            <a:extLst>
              <a:ext uri="{FF2B5EF4-FFF2-40B4-BE49-F238E27FC236}">
                <a16:creationId xmlns:a16="http://schemas.microsoft.com/office/drawing/2014/main" id="{D2266088-96D6-4BC5-BC6D-D70CE32CE6AC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5"/>
            </p:custDataLst>
          </p:nvPr>
        </p:nvSpPr>
        <p:spPr>
          <a:xfrm>
            <a:off x="623392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5" name="Bildplatzhalter 14">
            <a:extLst>
              <a:ext uri="{FF2B5EF4-FFF2-40B4-BE49-F238E27FC236}">
                <a16:creationId xmlns:a16="http://schemas.microsoft.com/office/drawing/2014/main" id="{F5491A98-01E7-49EC-BBC5-6F2F4E064D6A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6"/>
            </p:custDataLst>
          </p:nvPr>
        </p:nvSpPr>
        <p:spPr>
          <a:xfrm>
            <a:off x="4224120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6" name="Bildplatzhalter 14">
            <a:extLst>
              <a:ext uri="{FF2B5EF4-FFF2-40B4-BE49-F238E27FC236}">
                <a16:creationId xmlns:a16="http://schemas.microsoft.com/office/drawing/2014/main" id="{5EAB7280-34D6-4262-89A4-929F705559E4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7"/>
            </p:custDataLst>
          </p:nvPr>
        </p:nvSpPr>
        <p:spPr>
          <a:xfrm>
            <a:off x="7824520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7" name="Textplatzhalter 28">
            <a:extLst>
              <a:ext uri="{FF2B5EF4-FFF2-40B4-BE49-F238E27FC236}">
                <a16:creationId xmlns:a16="http://schemas.microsoft.com/office/drawing/2014/main" id="{8ED53DC7-5605-4B2C-8B19-F7A8A6D444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3392" y="4005064"/>
            <a:ext cx="2880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8" name="Textplatzhalter 28">
            <a:extLst>
              <a:ext uri="{FF2B5EF4-FFF2-40B4-BE49-F238E27FC236}">
                <a16:creationId xmlns:a16="http://schemas.microsoft.com/office/drawing/2014/main" id="{AEAE77BC-EB3E-4549-A34B-BDFFF7FFBA9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24280" y="4005064"/>
            <a:ext cx="2880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9" name="Textplatzhalter 28">
            <a:extLst>
              <a:ext uri="{FF2B5EF4-FFF2-40B4-BE49-F238E27FC236}">
                <a16:creationId xmlns:a16="http://schemas.microsoft.com/office/drawing/2014/main" id="{26AB48FF-F2C6-43A8-8F86-F48DBB9FC5D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824680" y="4005064"/>
            <a:ext cx="2880000" cy="1008112"/>
          </a:xfrm>
        </p:spPr>
        <p:txBody>
          <a:bodyPr tIns="72000" bIns="72000" anchor="b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5B1B2487-B3AD-4E94-96FF-C7298041D5CE}"/>
              </a:ext>
            </a:extLst>
          </p:cNvPr>
          <p:cNvCxnSpPr>
            <a:cxnSpLocks/>
          </p:cNvCxnSpPr>
          <p:nvPr/>
        </p:nvCxnSpPr>
        <p:spPr>
          <a:xfrm>
            <a:off x="3575232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7FFFEC26-6CF5-4DFC-8AB7-5C5F535791F4}"/>
              </a:ext>
            </a:extLst>
          </p:cNvPr>
          <p:cNvCxnSpPr>
            <a:cxnSpLocks/>
          </p:cNvCxnSpPr>
          <p:nvPr/>
        </p:nvCxnSpPr>
        <p:spPr>
          <a:xfrm>
            <a:off x="7175968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E93ADF52-7D6A-4420-A6BA-82F70A82108B}"/>
              </a:ext>
            </a:extLst>
          </p:cNvPr>
          <p:cNvCxnSpPr>
            <a:cxnSpLocks/>
          </p:cNvCxnSpPr>
          <p:nvPr/>
        </p:nvCxnSpPr>
        <p:spPr>
          <a:xfrm>
            <a:off x="1077652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abellenplatzhalter 12">
            <a:extLst>
              <a:ext uri="{FF2B5EF4-FFF2-40B4-BE49-F238E27FC236}">
                <a16:creationId xmlns:a16="http://schemas.microsoft.com/office/drawing/2014/main" id="{2A72055B-C30D-454C-BBDB-50D8598A14D0}"/>
              </a:ext>
            </a:extLst>
          </p:cNvPr>
          <p:cNvSpPr>
            <a:spLocks noGrp="1"/>
          </p:cNvSpPr>
          <p:nvPr>
            <p:ph type="tbl" sz="quarter" idx="49" hasCustomPrompt="1"/>
          </p:nvPr>
        </p:nvSpPr>
        <p:spPr>
          <a:xfrm>
            <a:off x="623888" y="3609976"/>
            <a:ext cx="10801350" cy="360164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6608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metable with 8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53" imgH="353" progId="TCLayout.ActiveDocument.1">
                  <p:embed/>
                </p:oleObj>
              </mc:Choice>
              <mc:Fallback>
                <p:oleObj name="think-cell Slide" r:id="rId11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2" name="Pfeil: Fünfeck 21">
            <a:extLst>
              <a:ext uri="{FF2B5EF4-FFF2-40B4-BE49-F238E27FC236}">
                <a16:creationId xmlns:a16="http://schemas.microsoft.com/office/drawing/2014/main" id="{3219B871-9307-4215-BA82-84E1421FBC82}"/>
              </a:ext>
            </a:extLst>
          </p:cNvPr>
          <p:cNvSpPr/>
          <p:nvPr/>
        </p:nvSpPr>
        <p:spPr bwMode="gray">
          <a:xfrm>
            <a:off x="624383" y="3590955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3" name="Tabellenplatzhalter 12">
            <a:extLst>
              <a:ext uri="{FF2B5EF4-FFF2-40B4-BE49-F238E27FC236}">
                <a16:creationId xmlns:a16="http://schemas.microsoft.com/office/drawing/2014/main" id="{57FE2F17-BC59-4A40-ACAA-1C4475FD9051}"/>
              </a:ext>
            </a:extLst>
          </p:cNvPr>
          <p:cNvSpPr>
            <a:spLocks noGrp="1"/>
          </p:cNvSpPr>
          <p:nvPr>
            <p:ph type="tbl" sz="quarter" idx="49" hasCustomPrompt="1"/>
          </p:nvPr>
        </p:nvSpPr>
        <p:spPr>
          <a:xfrm>
            <a:off x="623888" y="3609976"/>
            <a:ext cx="10801350" cy="360164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4" name="Bildplatzhalter 14">
            <a:extLst>
              <a:ext uri="{FF2B5EF4-FFF2-40B4-BE49-F238E27FC236}">
                <a16:creationId xmlns:a16="http://schemas.microsoft.com/office/drawing/2014/main" id="{B0F06A1B-586C-4813-8AE9-99CADED3C4EE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2"/>
            </p:custDataLst>
          </p:nvPr>
        </p:nvSpPr>
        <p:spPr>
          <a:xfrm>
            <a:off x="1055440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8A7CF1DB-E350-4440-A34F-47AB611E42A3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3"/>
            </p:custDataLst>
          </p:nvPr>
        </p:nvSpPr>
        <p:spPr>
          <a:xfrm>
            <a:off x="3719736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6" name="Bildplatzhalter 14">
            <a:extLst>
              <a:ext uri="{FF2B5EF4-FFF2-40B4-BE49-F238E27FC236}">
                <a16:creationId xmlns:a16="http://schemas.microsoft.com/office/drawing/2014/main" id="{B3C17209-CDA5-451F-8572-5F3DA5AD193C}"/>
              </a:ext>
            </a:extLst>
          </p:cNvPr>
          <p:cNvSpPr>
            <a:spLocks noGrp="1"/>
          </p:cNvSpPr>
          <p:nvPr>
            <p:ph type="pic" sz="quarter" idx="35" hasCustomPrompt="1"/>
            <p:custDataLst>
              <p:tags r:id="rId4"/>
            </p:custDataLst>
          </p:nvPr>
        </p:nvSpPr>
        <p:spPr>
          <a:xfrm>
            <a:off x="6384032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CAC4FB9D-6F0B-4919-B8B2-B721BD881026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5"/>
            </p:custDataLst>
          </p:nvPr>
        </p:nvSpPr>
        <p:spPr>
          <a:xfrm>
            <a:off x="9120336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8" name="Textplatzhalter 28">
            <a:extLst>
              <a:ext uri="{FF2B5EF4-FFF2-40B4-BE49-F238E27FC236}">
                <a16:creationId xmlns:a16="http://schemas.microsoft.com/office/drawing/2014/main" id="{19E28DF3-131F-4E62-82DB-4585CA5237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27449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4" name="Textplatzhalter 28">
            <a:extLst>
              <a:ext uri="{FF2B5EF4-FFF2-40B4-BE49-F238E27FC236}">
                <a16:creationId xmlns:a16="http://schemas.microsoft.com/office/drawing/2014/main" id="{272D74C6-5F5A-44D5-AFBB-01F75FFCA09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791897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6" name="Textplatzhalter 28">
            <a:extLst>
              <a:ext uri="{FF2B5EF4-FFF2-40B4-BE49-F238E27FC236}">
                <a16:creationId xmlns:a16="http://schemas.microsoft.com/office/drawing/2014/main" id="{3254DA34-A055-4666-867B-74345656C1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456193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Textplatzhalter 28">
            <a:extLst>
              <a:ext uri="{FF2B5EF4-FFF2-40B4-BE49-F238E27FC236}">
                <a16:creationId xmlns:a16="http://schemas.microsoft.com/office/drawing/2014/main" id="{45E10B61-18B8-4E5E-9F03-9115A4BCE79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92497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A76BEF30-FF10-470C-9672-81C0141BAF6D}"/>
              </a:ext>
            </a:extLst>
          </p:cNvPr>
          <p:cNvCxnSpPr>
            <a:cxnSpLocks/>
          </p:cNvCxnSpPr>
          <p:nvPr/>
        </p:nvCxnSpPr>
        <p:spPr>
          <a:xfrm>
            <a:off x="1055441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EFD324E-1621-439C-9838-7FD49F53EBE3}"/>
              </a:ext>
            </a:extLst>
          </p:cNvPr>
          <p:cNvCxnSpPr>
            <a:cxnSpLocks/>
          </p:cNvCxnSpPr>
          <p:nvPr/>
        </p:nvCxnSpPr>
        <p:spPr>
          <a:xfrm>
            <a:off x="3719737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5984573B-5230-4417-8663-C9F30D02181B}"/>
              </a:ext>
            </a:extLst>
          </p:cNvPr>
          <p:cNvCxnSpPr>
            <a:cxnSpLocks/>
          </p:cNvCxnSpPr>
          <p:nvPr/>
        </p:nvCxnSpPr>
        <p:spPr>
          <a:xfrm>
            <a:off x="6384033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D166BDBD-608D-4C44-A93B-FC72809F3B5F}"/>
              </a:ext>
            </a:extLst>
          </p:cNvPr>
          <p:cNvCxnSpPr>
            <a:cxnSpLocks/>
          </p:cNvCxnSpPr>
          <p:nvPr/>
        </p:nvCxnSpPr>
        <p:spPr>
          <a:xfrm>
            <a:off x="9120489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Bildplatzhalter 14">
            <a:extLst>
              <a:ext uri="{FF2B5EF4-FFF2-40B4-BE49-F238E27FC236}">
                <a16:creationId xmlns:a16="http://schemas.microsoft.com/office/drawing/2014/main" id="{DAD92F4C-046C-484E-90D6-5BE36479641B}"/>
              </a:ext>
            </a:extLst>
          </p:cNvPr>
          <p:cNvSpPr>
            <a:spLocks noGrp="1"/>
          </p:cNvSpPr>
          <p:nvPr>
            <p:ph type="pic" sz="quarter" idx="22" hasCustomPrompt="1"/>
            <p:custDataLst>
              <p:tags r:id="rId6"/>
            </p:custDataLst>
          </p:nvPr>
        </p:nvSpPr>
        <p:spPr>
          <a:xfrm>
            <a:off x="623888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3" name="Bildplatzhalter 14">
            <a:extLst>
              <a:ext uri="{FF2B5EF4-FFF2-40B4-BE49-F238E27FC236}">
                <a16:creationId xmlns:a16="http://schemas.microsoft.com/office/drawing/2014/main" id="{D06EF150-2723-4B9F-841B-55C091CE667E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7"/>
            </p:custDataLst>
          </p:nvPr>
        </p:nvSpPr>
        <p:spPr>
          <a:xfrm>
            <a:off x="3359696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4" name="Bildplatzhalter 14">
            <a:extLst>
              <a:ext uri="{FF2B5EF4-FFF2-40B4-BE49-F238E27FC236}">
                <a16:creationId xmlns:a16="http://schemas.microsoft.com/office/drawing/2014/main" id="{70160954-E8E9-4FDF-AAE2-3252032E3E67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8"/>
            </p:custDataLst>
          </p:nvPr>
        </p:nvSpPr>
        <p:spPr>
          <a:xfrm>
            <a:off x="6096000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5" name="Bildplatzhalter 14">
            <a:extLst>
              <a:ext uri="{FF2B5EF4-FFF2-40B4-BE49-F238E27FC236}">
                <a16:creationId xmlns:a16="http://schemas.microsoft.com/office/drawing/2014/main" id="{998D5ECE-7C9C-494E-A48A-EB0264C82D65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9"/>
            </p:custDataLst>
          </p:nvPr>
        </p:nvSpPr>
        <p:spPr>
          <a:xfrm>
            <a:off x="8832304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6" name="Textplatzhalter 28">
            <a:extLst>
              <a:ext uri="{FF2B5EF4-FFF2-40B4-BE49-F238E27FC236}">
                <a16:creationId xmlns:a16="http://schemas.microsoft.com/office/drawing/2014/main" id="{9BFC2AA5-BDBD-46A9-9AB7-7B9961AB16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59696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7" name="Textplatzhalter 28">
            <a:extLst>
              <a:ext uri="{FF2B5EF4-FFF2-40B4-BE49-F238E27FC236}">
                <a16:creationId xmlns:a16="http://schemas.microsoft.com/office/drawing/2014/main" id="{CF97D0FE-47FD-4009-A82B-4C823CA6D99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0" y="4005064"/>
            <a:ext cx="2232248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8" name="Textplatzhalter 28">
            <a:extLst>
              <a:ext uri="{FF2B5EF4-FFF2-40B4-BE49-F238E27FC236}">
                <a16:creationId xmlns:a16="http://schemas.microsoft.com/office/drawing/2014/main" id="{410B1383-FAF5-4C4F-A54E-0A5ED154184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832304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2AFBEC76-A5E3-4FE5-AA55-98538CA5A839}"/>
              </a:ext>
            </a:extLst>
          </p:cNvPr>
          <p:cNvCxnSpPr>
            <a:cxnSpLocks/>
          </p:cNvCxnSpPr>
          <p:nvPr/>
        </p:nvCxnSpPr>
        <p:spPr>
          <a:xfrm>
            <a:off x="2927648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DA7E87B1-DEA1-45BF-BC7B-1CD2153C0557}"/>
              </a:ext>
            </a:extLst>
          </p:cNvPr>
          <p:cNvCxnSpPr>
            <a:cxnSpLocks/>
          </p:cNvCxnSpPr>
          <p:nvPr/>
        </p:nvCxnSpPr>
        <p:spPr>
          <a:xfrm>
            <a:off x="5663952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3AB443D-38C2-45A5-B1EA-EF381D054426}"/>
              </a:ext>
            </a:extLst>
          </p:cNvPr>
          <p:cNvCxnSpPr>
            <a:cxnSpLocks/>
          </p:cNvCxnSpPr>
          <p:nvPr/>
        </p:nvCxnSpPr>
        <p:spPr>
          <a:xfrm>
            <a:off x="8400256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176C3379-E73B-4896-B13D-E22548CBA812}"/>
              </a:ext>
            </a:extLst>
          </p:cNvPr>
          <p:cNvCxnSpPr>
            <a:cxnSpLocks/>
          </p:cNvCxnSpPr>
          <p:nvPr/>
        </p:nvCxnSpPr>
        <p:spPr>
          <a:xfrm>
            <a:off x="11136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platzhalter 28">
            <a:extLst>
              <a:ext uri="{FF2B5EF4-FFF2-40B4-BE49-F238E27FC236}">
                <a16:creationId xmlns:a16="http://schemas.microsoft.com/office/drawing/2014/main" id="{CF42C74D-A76B-49BF-AD61-20B532D72D3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23392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645575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picture and content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6240464" y="2132856"/>
            <a:ext cx="5327650" cy="39600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8"/>
          </p:nvPr>
        </p:nvSpPr>
        <p:spPr bwMode="gray">
          <a:xfrm>
            <a:off x="623888" y="1484310"/>
            <a:ext cx="5327650" cy="4608515"/>
          </a:xfrm>
          <a:prstGeom prst="roundRect">
            <a:avLst>
              <a:gd name="adj" fmla="val 1378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0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BC709CD3-381B-410D-BD23-BCD7F47CA8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0016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E4317DF7-AB37-40CF-93E4-5EDBE2BAA403}"/>
              </a:ext>
            </a:extLst>
          </p:cNvPr>
          <p:cNvSpPr/>
          <p:nvPr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624081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/>
          </p:cNvGraphicFramePr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86654171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353" imgH="353" progId="TCLayout.ActiveDocument.1">
                  <p:embed/>
                </p:oleObj>
              </mc:Choice>
              <mc:Fallback>
                <p:oleObj name="think-cell Slide" r:id="rId23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Gerade Verbindung 36"/>
          <p:cNvCxnSpPr/>
          <p:nvPr/>
        </p:nvCxnSpPr>
        <p:spPr bwMode="gray">
          <a:xfrm flipV="1">
            <a:off x="624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37"/>
          <p:cNvCxnSpPr/>
          <p:nvPr/>
        </p:nvCxnSpPr>
        <p:spPr bwMode="gray">
          <a:xfrm flipV="1">
            <a:off x="1272000" y="-171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36"/>
          <p:cNvCxnSpPr/>
          <p:nvPr/>
        </p:nvCxnSpPr>
        <p:spPr bwMode="gray">
          <a:xfrm flipV="1">
            <a:off x="1560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37"/>
          <p:cNvCxnSpPr/>
          <p:nvPr/>
        </p:nvCxnSpPr>
        <p:spPr bwMode="gray">
          <a:xfrm flipV="1">
            <a:off x="2208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36"/>
          <p:cNvCxnSpPr/>
          <p:nvPr/>
        </p:nvCxnSpPr>
        <p:spPr bwMode="gray">
          <a:xfrm flipV="1">
            <a:off x="2496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37"/>
          <p:cNvCxnSpPr/>
          <p:nvPr/>
        </p:nvCxnSpPr>
        <p:spPr bwMode="gray">
          <a:xfrm flipV="1">
            <a:off x="3144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36"/>
          <p:cNvCxnSpPr/>
          <p:nvPr/>
        </p:nvCxnSpPr>
        <p:spPr bwMode="gray">
          <a:xfrm flipV="1">
            <a:off x="3432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37"/>
          <p:cNvCxnSpPr/>
          <p:nvPr/>
        </p:nvCxnSpPr>
        <p:spPr bwMode="gray">
          <a:xfrm flipV="1">
            <a:off x="4080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36"/>
          <p:cNvCxnSpPr/>
          <p:nvPr/>
        </p:nvCxnSpPr>
        <p:spPr bwMode="gray">
          <a:xfrm flipV="1">
            <a:off x="4368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37"/>
          <p:cNvCxnSpPr/>
          <p:nvPr/>
        </p:nvCxnSpPr>
        <p:spPr bwMode="gray">
          <a:xfrm flipV="1">
            <a:off x="5016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36"/>
          <p:cNvCxnSpPr/>
          <p:nvPr/>
        </p:nvCxnSpPr>
        <p:spPr bwMode="gray">
          <a:xfrm flipV="1">
            <a:off x="5304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37"/>
          <p:cNvCxnSpPr/>
          <p:nvPr/>
        </p:nvCxnSpPr>
        <p:spPr bwMode="gray">
          <a:xfrm flipV="1">
            <a:off x="5952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36"/>
          <p:cNvCxnSpPr/>
          <p:nvPr/>
        </p:nvCxnSpPr>
        <p:spPr bwMode="gray">
          <a:xfrm flipV="1">
            <a:off x="6240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37"/>
          <p:cNvCxnSpPr/>
          <p:nvPr/>
        </p:nvCxnSpPr>
        <p:spPr bwMode="gray">
          <a:xfrm flipV="1">
            <a:off x="6888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36"/>
          <p:cNvCxnSpPr/>
          <p:nvPr/>
        </p:nvCxnSpPr>
        <p:spPr bwMode="gray">
          <a:xfrm flipV="1">
            <a:off x="7176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37"/>
          <p:cNvCxnSpPr/>
          <p:nvPr/>
        </p:nvCxnSpPr>
        <p:spPr bwMode="gray">
          <a:xfrm flipV="1">
            <a:off x="7824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36"/>
          <p:cNvCxnSpPr/>
          <p:nvPr/>
        </p:nvCxnSpPr>
        <p:spPr bwMode="gray">
          <a:xfrm flipV="1">
            <a:off x="8112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37"/>
          <p:cNvCxnSpPr/>
          <p:nvPr/>
        </p:nvCxnSpPr>
        <p:spPr bwMode="gray">
          <a:xfrm flipV="1">
            <a:off x="8760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6"/>
          <p:cNvCxnSpPr/>
          <p:nvPr/>
        </p:nvCxnSpPr>
        <p:spPr bwMode="gray">
          <a:xfrm flipV="1">
            <a:off x="9048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7"/>
          <p:cNvCxnSpPr/>
          <p:nvPr/>
        </p:nvCxnSpPr>
        <p:spPr bwMode="gray">
          <a:xfrm flipV="1">
            <a:off x="9696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6"/>
          <p:cNvCxnSpPr/>
          <p:nvPr/>
        </p:nvCxnSpPr>
        <p:spPr bwMode="gray">
          <a:xfrm flipV="1">
            <a:off x="9984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7"/>
          <p:cNvCxnSpPr/>
          <p:nvPr/>
        </p:nvCxnSpPr>
        <p:spPr bwMode="gray">
          <a:xfrm flipV="1">
            <a:off x="10632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6"/>
          <p:cNvCxnSpPr/>
          <p:nvPr/>
        </p:nvCxnSpPr>
        <p:spPr bwMode="gray">
          <a:xfrm flipV="1">
            <a:off x="10920000" y="-16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37"/>
          <p:cNvCxnSpPr/>
          <p:nvPr/>
        </p:nvCxnSpPr>
        <p:spPr bwMode="gray">
          <a:xfrm flipV="1">
            <a:off x="11568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6"/>
          <p:cNvCxnSpPr/>
          <p:nvPr/>
        </p:nvCxnSpPr>
        <p:spPr bwMode="gray">
          <a:xfrm flipV="1">
            <a:off x="624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37"/>
          <p:cNvCxnSpPr/>
          <p:nvPr/>
        </p:nvCxnSpPr>
        <p:spPr bwMode="gray">
          <a:xfrm flipV="1">
            <a:off x="1272000" y="6952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36"/>
          <p:cNvCxnSpPr/>
          <p:nvPr/>
        </p:nvCxnSpPr>
        <p:spPr bwMode="gray">
          <a:xfrm flipV="1">
            <a:off x="1560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37"/>
          <p:cNvCxnSpPr/>
          <p:nvPr/>
        </p:nvCxnSpPr>
        <p:spPr bwMode="gray">
          <a:xfrm flipV="1">
            <a:off x="2208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36"/>
          <p:cNvCxnSpPr/>
          <p:nvPr/>
        </p:nvCxnSpPr>
        <p:spPr bwMode="gray">
          <a:xfrm flipV="1">
            <a:off x="2496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37"/>
          <p:cNvCxnSpPr/>
          <p:nvPr/>
        </p:nvCxnSpPr>
        <p:spPr bwMode="gray">
          <a:xfrm flipV="1">
            <a:off x="3144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36"/>
          <p:cNvCxnSpPr/>
          <p:nvPr/>
        </p:nvCxnSpPr>
        <p:spPr bwMode="gray">
          <a:xfrm flipV="1">
            <a:off x="3432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37"/>
          <p:cNvCxnSpPr/>
          <p:nvPr/>
        </p:nvCxnSpPr>
        <p:spPr bwMode="gray">
          <a:xfrm flipV="1">
            <a:off x="4080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36"/>
          <p:cNvCxnSpPr/>
          <p:nvPr/>
        </p:nvCxnSpPr>
        <p:spPr bwMode="gray">
          <a:xfrm flipV="1">
            <a:off x="4368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37"/>
          <p:cNvCxnSpPr/>
          <p:nvPr/>
        </p:nvCxnSpPr>
        <p:spPr bwMode="gray">
          <a:xfrm flipV="1">
            <a:off x="5016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36"/>
          <p:cNvCxnSpPr/>
          <p:nvPr/>
        </p:nvCxnSpPr>
        <p:spPr bwMode="gray">
          <a:xfrm flipV="1">
            <a:off x="5304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37"/>
          <p:cNvCxnSpPr/>
          <p:nvPr/>
        </p:nvCxnSpPr>
        <p:spPr bwMode="gray">
          <a:xfrm flipV="1">
            <a:off x="5952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36"/>
          <p:cNvCxnSpPr/>
          <p:nvPr/>
        </p:nvCxnSpPr>
        <p:spPr bwMode="gray">
          <a:xfrm flipV="1">
            <a:off x="6240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37"/>
          <p:cNvCxnSpPr/>
          <p:nvPr/>
        </p:nvCxnSpPr>
        <p:spPr bwMode="gray">
          <a:xfrm flipV="1">
            <a:off x="6888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36"/>
          <p:cNvCxnSpPr/>
          <p:nvPr/>
        </p:nvCxnSpPr>
        <p:spPr bwMode="gray">
          <a:xfrm flipV="1">
            <a:off x="7176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37"/>
          <p:cNvCxnSpPr/>
          <p:nvPr/>
        </p:nvCxnSpPr>
        <p:spPr bwMode="gray">
          <a:xfrm flipV="1">
            <a:off x="7824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36"/>
          <p:cNvCxnSpPr/>
          <p:nvPr/>
        </p:nvCxnSpPr>
        <p:spPr bwMode="gray">
          <a:xfrm flipV="1">
            <a:off x="8112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37"/>
          <p:cNvCxnSpPr/>
          <p:nvPr/>
        </p:nvCxnSpPr>
        <p:spPr bwMode="gray">
          <a:xfrm flipV="1">
            <a:off x="8760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36"/>
          <p:cNvCxnSpPr/>
          <p:nvPr/>
        </p:nvCxnSpPr>
        <p:spPr bwMode="gray">
          <a:xfrm flipV="1">
            <a:off x="9048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37"/>
          <p:cNvCxnSpPr/>
          <p:nvPr/>
        </p:nvCxnSpPr>
        <p:spPr bwMode="gray">
          <a:xfrm flipV="1">
            <a:off x="9696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36"/>
          <p:cNvCxnSpPr/>
          <p:nvPr/>
        </p:nvCxnSpPr>
        <p:spPr bwMode="gray">
          <a:xfrm flipV="1">
            <a:off x="9984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37"/>
          <p:cNvCxnSpPr/>
          <p:nvPr/>
        </p:nvCxnSpPr>
        <p:spPr bwMode="gray">
          <a:xfrm flipV="1">
            <a:off x="10632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36"/>
          <p:cNvCxnSpPr/>
          <p:nvPr/>
        </p:nvCxnSpPr>
        <p:spPr bwMode="gray">
          <a:xfrm flipV="1">
            <a:off x="10920000" y="695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37"/>
          <p:cNvCxnSpPr/>
          <p:nvPr/>
        </p:nvCxnSpPr>
        <p:spPr bwMode="gray">
          <a:xfrm flipV="1">
            <a:off x="11568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61"/>
          <p:cNvCxnSpPr/>
          <p:nvPr/>
        </p:nvCxnSpPr>
        <p:spPr bwMode="gray">
          <a:xfrm rot="5400000" flipV="1">
            <a:off x="-192704" y="1437000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62"/>
          <p:cNvCxnSpPr/>
          <p:nvPr/>
        </p:nvCxnSpPr>
        <p:spPr bwMode="gray">
          <a:xfrm rot="5400000" flipV="1">
            <a:off x="-192704" y="6045296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64"/>
          <p:cNvCxnSpPr/>
          <p:nvPr/>
        </p:nvCxnSpPr>
        <p:spPr bwMode="gray">
          <a:xfrm rot="5400000" flipV="1">
            <a:off x="-192704" y="356664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mpower - DO NOT DELETE!!!"/>
          <p:cNvSpPr/>
          <p:nvPr>
            <p:custDataLst>
              <p:tags r:id="rId20"/>
            </p:custDataLst>
          </p:nvPr>
        </p:nvSpPr>
        <p:spPr bwMode="gray">
          <a:xfrm>
            <a:off x="-1270000" y="-1270000"/>
            <a:ext cx="0" cy="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6" name="Slide Number Placeholder 65"/>
          <p:cNvSpPr>
            <a:spLocks noGrp="1"/>
          </p:cNvSpPr>
          <p:nvPr>
            <p:ph type="sldNum" sz="quarter" idx="4"/>
          </p:nvPr>
        </p:nvSpPr>
        <p:spPr bwMode="gray">
          <a:xfrm>
            <a:off x="624001" y="6380999"/>
            <a:ext cx="648000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FD5E7EB4-4CDF-47BB-AF16-07782904B86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7" name="Footer Placeholder 66"/>
          <p:cNvSpPr>
            <a:spLocks noGrp="1"/>
          </p:cNvSpPr>
          <p:nvPr>
            <p:ph type="ftr" sz="quarter" idx="3"/>
          </p:nvPr>
        </p:nvSpPr>
        <p:spPr bwMode="gray">
          <a:xfrm>
            <a:off x="1272000" y="6380999"/>
            <a:ext cx="8718972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Title of Presentation | DD.MM.YYYY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 bwMode="gray">
          <a:xfrm>
            <a:off x="623888" y="1485000"/>
            <a:ext cx="10944227" cy="46078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 bwMode="gray">
          <a:xfrm>
            <a:off x="623888" y="404813"/>
            <a:ext cx="10944225" cy="651939"/>
          </a:xfrm>
          <a:prstGeom prst="rect">
            <a:avLst/>
          </a:prstGeom>
          <a:noFill/>
        </p:spPr>
        <p:txBody>
          <a:bodyPr vert="horz" lIns="0" tIns="0" rIns="0" bIns="18000" rtlCol="0" anchor="b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 dirty="0"/>
              <a:t>Insert slide title here (max. 2 lines | max. 1 line with Action Title)</a:t>
            </a:r>
          </a:p>
        </p:txBody>
      </p:sp>
      <p:sp>
        <p:nvSpPr>
          <p:cNvPr id="3" name="empower - DO NOT DELETE!!!"/>
          <p:cNvSpPr/>
          <p:nvPr>
            <p:custDataLst>
              <p:tags r:id="rId21"/>
            </p:custDataLst>
          </p:nvPr>
        </p:nvSpPr>
        <p:spPr bwMode="gray">
          <a:xfrm>
            <a:off x="-63500" y="-6350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empower - DO NOT DELETE!!!" hidden="1"/>
          <p:cNvSpPr/>
          <p:nvPr>
            <p:custDataLst>
              <p:tags r:id="rId22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pic>
        <p:nvPicPr>
          <p:cNvPr id="68" name="Grafik 67">
            <a:extLst>
              <a:ext uri="{FF2B5EF4-FFF2-40B4-BE49-F238E27FC236}">
                <a16:creationId xmlns:a16="http://schemas.microsoft.com/office/drawing/2014/main" id="{9925531F-F86A-4BB3-8EAC-29E511A87B7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0875" y="6158240"/>
            <a:ext cx="757237" cy="38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52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60" r:id="rId14"/>
    <p:sldLayoutId id="2147483761" r:id="rId15"/>
    <p:sldLayoutId id="2147483762" r:id="rId16"/>
    <p:sldLayoutId id="2147483765" r:id="rId17"/>
  </p:sldLayoutIdLst>
  <p:hf hdr="0" dt="0"/>
  <p:txStyles>
    <p:titleStyle>
      <a:lvl1pPr algn="l" defTabSz="914400" rtl="0" eaLnBrk="1" latinLnBrk="0" hangingPunct="1">
        <a:lnSpc>
          <a:spcPts val="2400"/>
        </a:lnSpc>
        <a:spcBef>
          <a:spcPct val="0"/>
        </a:spcBef>
        <a:buNone/>
        <a:defRPr lang="de-DE" sz="2200" b="1" kern="1200" baseline="0" dirty="0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ct val="105000"/>
        </a:lnSpc>
        <a:spcBef>
          <a:spcPts val="600"/>
        </a:spcBef>
        <a:spcAft>
          <a:spcPts val="300"/>
        </a:spcAft>
        <a:buFont typeface="Arial" panose="020B0604020202020204" pitchFamily="34" charset="0"/>
        <a:buNone/>
        <a:defRPr lang="en-US"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18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"/>
        <a:defRPr lang="en-US"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36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Symbol" panose="05050102010706020507" pitchFamily="18" charset="2"/>
        <a:buChar char="-"/>
        <a:defRPr lang="en-US"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538163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3"/>
        </a:buClr>
        <a:buFont typeface="Symbol" panose="05050102010706020507" pitchFamily="18" charset="2"/>
        <a:buChar char="-"/>
        <a:defRPr lang="en-US"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720725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3"/>
        </a:buClr>
        <a:buFont typeface="Symbol" panose="05050102010706020507" pitchFamily="18" charset="2"/>
        <a:buChar char="-"/>
        <a:defRPr lang="de-DE"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3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6pPr>
      <a:lvl7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3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7pPr>
      <a:lvl8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3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8pPr>
      <a:lvl9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3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9pPr>
    </p:bodyStyle>
    <p:otherStyle>
      <a:defPPr>
        <a:defRPr lang="fr-FR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orient="horz" pos="935">
          <p15:clr>
            <a:srgbClr val="F26B43"/>
          </p15:clr>
        </p15:guide>
        <p15:guide id="3" orient="horz" pos="3838">
          <p15:clr>
            <a:srgbClr val="F26B43"/>
          </p15:clr>
        </p15:guide>
        <p15:guide id="4" pos="393">
          <p15:clr>
            <a:srgbClr val="F26B43"/>
          </p15:clr>
        </p15:guide>
        <p15:guide id="5" pos="728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82770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MST_COLOR_1" val="0,0,0,Dunkel 1"/>
  <p:tag name="MIO_MST_COLOR_2" val="255,255,255,Hell 1"/>
  <p:tag name="MIO_MST_COLOR_3" val="235,60,150,Dunkel 2"/>
  <p:tag name="MIO_MST_COLOR_4" val="45,190,205,Hell 2"/>
  <p:tag name="MIO_MST_COLOR_5" val="80,50,145,Akzent 1"/>
  <p:tag name="MIO_MST_COLOR_6" val="15,105,175,Akzent 2"/>
  <p:tag name="MIO_MST_COLOR_7" val="165,205,80,Akzent 3"/>
  <p:tag name="MIO_MST_COLOR_8" val="255,200,50,Akzent 4"/>
  <p:tag name="MIO_MST_COLOR_9" val="235,60,150,Akzent 5"/>
  <p:tag name="MIO_MST_COLOR_10" val="20,155,95,Akzent 6"/>
  <p:tag name="MIO_MST_COLOR_11" val="80,50,145,"/>
  <p:tag name="MIO_MST_COLOR_12" val="80,50,145,"/>
  <p:tag name="MIO_PRESI_FIRST_SLIDENUMBER" val="1"/>
  <p:tag name="MIO_FALLBACK_LAYOUT" val="3"/>
  <p:tag name="MIO_SHOW_DATE" val="False"/>
  <p:tag name="MIO_SHOW_FOOTER" val="True"/>
  <p:tag name="MIO_SHOW_PAGENUMBER" val="True"/>
  <p:tag name="MIO_AVOID_BLANK_LAYOUT" val="False"/>
  <p:tag name="MIO_CD_LAYOUT_VALID_AREA" val="False"/>
  <p:tag name="MIO_NUMBER_OF_VALID_LAYOUTS" val="33"/>
  <p:tag name="MIO_HDS" val="True"/>
  <p:tag name="MIO_EK" val="2529"/>
  <p:tag name="MIO_EKGUID" val="4d6beffb-5246-420c-a6d6-d9569b8f0fc9"/>
  <p:tag name="MIO_UPDATE" val="True"/>
  <p:tag name="MIO_VERSION" val="17.02.2017 15:54:53"/>
  <p:tag name="MIO_DBID" val="218709A9-2117-4AF1-A1EA-309C9A305E58"/>
  <p:tag name="MIO_LASTDOWNLOADED" val="24.02.2017 16:22:02"/>
  <p:tag name="MIO_OBJECTNAME" val="Merck EN"/>
  <p:tag name="MIO_LASTEDITORNAME" val="Michaela Kapall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3"/>
  <p:tag name="MIO_SHOW_DATE" val="False"/>
  <p:tag name="MIO_SHOW_FOOTER" val="True"/>
  <p:tag name="MIO_SHOW_PAGENUMBER" val="True"/>
  <p:tag name="MIO_AVOID_BLANK_LAYOUT" val="True"/>
  <p:tag name="MIO_CD_LAYOUT_VALID_AREA" val="False"/>
  <p:tag name="MIO_NUMBER_OF_VALID_LAYOUTS" val="33"/>
  <p:tag name="MIO_HDS" val="True"/>
  <p:tag name="MIO_EK" val="2529"/>
  <p:tag name="MIO_EKGUID" val="4d6beffb-5246-420c-a6d6-d9569b8f0fc9"/>
  <p:tag name="MIO_UPDATE" val="True"/>
  <p:tag name="MIO_VERSION" val="17.02.2017 15:53:25"/>
  <p:tag name="MIO_DBID" val="218709A9-2117-4AF1-A1EA-309C9A305E58"/>
  <p:tag name="MIO_LASTDOWNLOADED" val="17.02.2017 15:53:25"/>
  <p:tag name="MIO_OBJECTNAME" val="Merck EN"/>
  <p:tag name="MIO_LASTEDITORNAME" val="Michaela Kapalla"/>
  <p:tag name="MIO_CDID" val="102a9723-2449-4cb9-a00f-91adf1e6ccc0"/>
  <p:tag name="MIO_PRESI_FIRST_SLIDENUMB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" val="2529"/>
  <p:tag name="MIO_PRESI_FIRST_SLIDENUMBER" val="1"/>
  <p:tag name="MIO_HDS" val="True"/>
  <p:tag name="MIO_SKIPVERSION" val="01.01.0001 00:00:00"/>
  <p:tag name="MIO_EKGUID" val="00d403a0-c7e6-41b8-b886-2290540c865f"/>
  <p:tag name="MIO_UPDATE" val="True"/>
  <p:tag name="MIO_DBID" val="218709A9-2117-4AF1-A1EA-309C9A305E58"/>
  <p:tag name="MIO_OBJECTNAME" val="Functional"/>
  <p:tag name="MIO_LASTEDITORNAME" val="Jan Bellwinkel"/>
  <p:tag name="MIO_FALLBACK_LAYOUT" val="9"/>
  <p:tag name="MIO_SHOW_DATE" val="False"/>
  <p:tag name="MIO_SHOW_FOOTER" val="True"/>
  <p:tag name="MIO_SHOW_PAGENUMBER" val="True"/>
  <p:tag name="MIO_AVOID_BLANK_LAYOUT" val="True"/>
  <p:tag name="MIO_CD_LAYOUT_VALID_AREA" val="False"/>
  <p:tag name="MIO_NUMBER_OF_VALID_LAYOUTS" val="13"/>
  <p:tag name="MIO_VERSION" val="17.05.2022 09:19:22"/>
  <p:tag name="MIO_LASTDOWNLOADED" val="17.04.2026 16:14:51.393"/>
  <p:tag name="MIO_CDID" val="bc9a3d51-52bf-4c5a-8468-59945f9d826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heme/theme1.xml><?xml version="1.0" encoding="utf-8"?>
<a:theme xmlns:a="http://schemas.openxmlformats.org/drawingml/2006/main" name="Theme1">
  <a:themeElements>
    <a:clrScheme name="Merck neu">
      <a:dk1>
        <a:srgbClr val="000000"/>
      </a:dk1>
      <a:lt1>
        <a:srgbClr val="FFFFFF"/>
      </a:lt1>
      <a:dk2>
        <a:srgbClr val="EB3C96"/>
      </a:dk2>
      <a:lt2>
        <a:srgbClr val="2DBECD"/>
      </a:lt2>
      <a:accent1>
        <a:srgbClr val="503291"/>
      </a:accent1>
      <a:accent2>
        <a:srgbClr val="0F69AF"/>
      </a:accent2>
      <a:accent3>
        <a:srgbClr val="A5CD50"/>
      </a:accent3>
      <a:accent4>
        <a:srgbClr val="FFC832"/>
      </a:accent4>
      <a:accent5>
        <a:srgbClr val="EB3C96"/>
      </a:accent5>
      <a:accent6>
        <a:srgbClr val="149B5F"/>
      </a:accent6>
      <a:hlink>
        <a:srgbClr val="503291"/>
      </a:hlink>
      <a:folHlink>
        <a:srgbClr val="503291"/>
      </a:folHlink>
    </a:clrScheme>
    <a:fontScheme name="Merck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9525" cap="flat" cmpd="sng" algn="ctr">
          <a:noFill/>
          <a:prstDash val="solid"/>
        </a:ln>
        <a:effectLst/>
      </a:spPr>
      <a:bodyPr rtlCol="0" anchor="ctr" anchorCtr="0"/>
      <a:lstStyle>
        <a:defPPr marL="0" indent="0" algn="ctr">
          <a:spcBef>
            <a:spcPts val="300"/>
          </a:spcBef>
          <a:spcAft>
            <a:spcPts val="300"/>
          </a:spcAft>
          <a:buClr>
            <a:schemeClr val="bg1"/>
          </a:buClr>
          <a:buSzPct val="100000"/>
          <a:buFont typeface="Arial" panose="020B0604020202020204" pitchFamily="34" charset="0"/>
          <a:buNone/>
          <a:defRPr sz="1600" kern="0" dirty="0" err="1">
            <a:solidFill>
              <a:srgbClr val="FFFFFF"/>
            </a:solidFill>
            <a:latin typeface="Verdana"/>
          </a:defRPr>
        </a:defPPr>
      </a:lst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spAutoFit/>
      </a:bodyPr>
      <a:lstStyle>
        <a:defPPr marR="0" algn="l" defTabSz="914400" rtl="0" eaLnBrk="1" fontAlgn="auto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SzTx/>
          <a:tabLst/>
          <a:defRPr kumimoji="0" sz="1600" b="0" i="0" u="none" strike="noStrike" kern="1200" cap="none" spc="0" normalizeH="0" baseline="0" noProof="0" dirty="0" err="1">
            <a:ln>
              <a:noFill/>
            </a:ln>
            <a:solidFill>
              <a:srgbClr val="000000"/>
            </a:solidFill>
            <a:effectLst/>
            <a:uLnTx/>
            <a:uFillTx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custClrLst>
    <a:custClr name="Rich Purple">
      <a:srgbClr val="503291"/>
    </a:custClr>
    <a:custClr name="Vibrant Magenta">
      <a:srgbClr val="EB3C96"/>
    </a:custClr>
    <a:custClr name="Sensitive Pink">
      <a:srgbClr val="E1C3C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Blue">
      <a:srgbClr val="0F69AF"/>
    </a:custClr>
    <a:custClr name="Vibrant Cyan">
      <a:srgbClr val="2DBECD"/>
    </a:custClr>
    <a:custClr name="Sensitive Blue">
      <a:srgbClr val="96D7D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Green">
      <a:srgbClr val="149B5F"/>
    </a:custClr>
    <a:custClr name="Vibrant Green">
      <a:srgbClr val="A5CD50"/>
    </a:custClr>
    <a:custClr name="Sensitive Green">
      <a:srgbClr val="B4DC96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Red">
      <a:srgbClr val="E61E50"/>
    </a:custClr>
    <a:custClr name="Vibrant Yellow">
      <a:srgbClr val="FFC832"/>
    </a:custClr>
    <a:custClr name="Sensitive Yellow">
      <a:srgbClr val="FFDCB9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Theme1" id="{9D8D3076-284B-47CB-AEE7-F2158094F6C6}" vid="{0DE93596-6AAE-411F-8073-169810C731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Merck</vt:lpstr>
      <vt:lpstr>Symbol</vt:lpstr>
      <vt:lpstr>Verdana</vt:lpstr>
      <vt:lpstr>Wingdings</vt:lpstr>
      <vt:lpstr>Theme1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Anoop Kumar</dc:creator>
  <cp:lastModifiedBy>Anoop Kumar</cp:lastModifiedBy>
  <cp:revision>1</cp:revision>
  <dcterms:created xsi:type="dcterms:W3CDTF">2026-04-19T19:55:54Z</dcterms:created>
  <dcterms:modified xsi:type="dcterms:W3CDTF">2026-04-19T19:56:15Z</dcterms:modified>
</cp:coreProperties>
</file>